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heme/theme2.xml" ContentType="application/vnd.openxmlformats-officedocument.theme+xml"/>
  <Override PartName="/ppt/tags/tag60.xml" ContentType="application/vnd.openxmlformats-officedocument.presentationml.tags+xml"/>
  <Override PartName="/ppt/notesSlides/notesSlide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5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0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11.xml" ContentType="application/vnd.openxmlformats-officedocument.presentationml.notesSlide+xml"/>
  <Override PartName="/ppt/tags/tag139.xml" ContentType="application/vnd.openxmlformats-officedocument.presentationml.tags+xml"/>
  <Override PartName="/ppt/notesSlides/notesSlide12.xml" ContentType="application/vnd.openxmlformats-officedocument.presentationml.notesSlide+xml"/>
  <Override PartName="/ppt/tags/tag140.xml" ContentType="application/vnd.openxmlformats-officedocument.presentationml.tags+xml"/>
  <Override PartName="/ppt/notesSlides/notesSlide13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50.xml" ContentType="application/vnd.openxmlformats-officedocument.presentationml.tags+xml"/>
  <Override PartName="/ppt/notesSlides/notesSlide18.xml" ContentType="application/vnd.openxmlformats-officedocument.presentationml.notesSlide+xml"/>
  <Override PartName="/ppt/tags/tag151.xml" ContentType="application/vnd.openxmlformats-officedocument.presentationml.tags+xml"/>
  <Override PartName="/ppt/notesSlides/notesSlide19.xml" ContentType="application/vnd.openxmlformats-officedocument.presentationml.notesSlide+xml"/>
  <Override PartName="/ppt/tags/tag152.xml" ContentType="application/vnd.openxmlformats-officedocument.presentationml.tags+xml"/>
  <Override PartName="/ppt/notesSlides/notesSlide20.xml" ContentType="application/vnd.openxmlformats-officedocument.presentationml.notesSlide+xml"/>
  <Override PartName="/ppt/tags/tag153.xml" ContentType="application/vnd.openxmlformats-officedocument.presentationml.tags+xml"/>
  <Override PartName="/ppt/notesSlides/notesSlide21.xml" ContentType="application/vnd.openxmlformats-officedocument.presentationml.notesSlide+xml"/>
  <Override PartName="/ppt/tags/tag154.xml" ContentType="application/vnd.openxmlformats-officedocument.presentationml.tags+xml"/>
  <Override PartName="/ppt/notesSlides/notesSlide22.xml" ContentType="application/vnd.openxmlformats-officedocument.presentationml.notesSlide+xml"/>
  <Override PartName="/ppt/tags/tag155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25.xml" ContentType="application/vnd.openxmlformats-officedocument.presentationml.notesSlide+xml"/>
  <Override PartName="/ppt/tags/tag164.xml" ContentType="application/vnd.openxmlformats-officedocument.presentationml.tags+xml"/>
  <Override PartName="/ppt/notesSlides/notesSlide26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27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notesSlides/notesSlide28.xml" ContentType="application/vnd.openxmlformats-officedocument.presentationml.notesSlide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notesSlides/notesSlide29.xml" ContentType="application/vnd.openxmlformats-officedocument.presentationml.notesSlide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30.xml" ContentType="application/vnd.openxmlformats-officedocument.presentationml.notesSlide+xml"/>
  <Override PartName="/ppt/tags/tag300.xml" ContentType="application/vnd.openxmlformats-officedocument.presentationml.tags+xml"/>
  <Override PartName="/ppt/notesSlides/notesSlide31.xml" ContentType="application/vnd.openxmlformats-officedocument.presentationml.notesSlide+xml"/>
  <Override PartName="/ppt/tags/tag301.xml" ContentType="application/vnd.openxmlformats-officedocument.presentationml.tags+xml"/>
  <Override PartName="/ppt/notesSlides/notesSlide32.xml" ContentType="application/vnd.openxmlformats-officedocument.presentationml.notesSlide+xml"/>
  <Override PartName="/ppt/tags/tag302.xml" ContentType="application/vnd.openxmlformats-officedocument.presentationml.tags+xml"/>
  <Override PartName="/ppt/notesSlides/notesSlide33.xml" ContentType="application/vnd.openxmlformats-officedocument.presentationml.notesSlide+xml"/>
  <Override PartName="/ppt/tags/tag303.xml" ContentType="application/vnd.openxmlformats-officedocument.presentationml.tags+xml"/>
  <Override PartName="/ppt/notesSlides/notesSlide34.xml" ContentType="application/vnd.openxmlformats-officedocument.presentationml.notesSlide+xml"/>
  <Override PartName="/ppt/tags/tag304.xml" ContentType="application/vnd.openxmlformats-officedocument.presentationml.tags+xml"/>
  <Override PartName="/ppt/notesSlides/notesSlide35.xml" ContentType="application/vnd.openxmlformats-officedocument.presentationml.notesSlide+xml"/>
  <Override PartName="/ppt/tags/tag305.xml" ContentType="application/vnd.openxmlformats-officedocument.presentationml.tags+xml"/>
  <Override PartName="/ppt/notesSlides/notesSlide36.xml" ContentType="application/vnd.openxmlformats-officedocument.presentationml.notesSlide+xml"/>
  <Override PartName="/ppt/tags/tag306.xml" ContentType="application/vnd.openxmlformats-officedocument.presentationml.tags+xml"/>
  <Override PartName="/ppt/notesSlides/notesSlide37.xml" ContentType="application/vnd.openxmlformats-officedocument.presentationml.notesSlide+xml"/>
  <Override PartName="/ppt/tags/tag307.xml" ContentType="application/vnd.openxmlformats-officedocument.presentationml.tags+xml"/>
  <Override PartName="/ppt/notesSlides/notesSlide38.xml" ContentType="application/vnd.openxmlformats-officedocument.presentationml.notesSlid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9.xml" ContentType="application/vnd.openxmlformats-officedocument.presentationml.notesSlide+xml"/>
  <Override PartName="/ppt/charts/chart5.xml" ContentType="application/vnd.openxmlformats-officedocument.drawingml.chart+xml"/>
  <Override PartName="/ppt/theme/themeOverride4.xml" ContentType="application/vnd.openxmlformats-officedocument.themeOverride+xml"/>
  <Override PartName="/ppt/tags/tag308.xml" ContentType="application/vnd.openxmlformats-officedocument.presentationml.tags+xml"/>
  <Override PartName="/ppt/notesSlides/notesSlide40.xml" ContentType="application/vnd.openxmlformats-officedocument.presentationml.notesSlide+xml"/>
  <Override PartName="/ppt/charts/chart6.xml" ContentType="application/vnd.openxmlformats-officedocument.drawingml.chart+xml"/>
  <Override PartName="/ppt/theme/themeOverride5.xml" ContentType="application/vnd.openxmlformats-officedocument.themeOverride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notesSlides/notesSlide41.xml" ContentType="application/vnd.openxmlformats-officedocument.presentationml.notesSlide+xml"/>
  <Override PartName="/ppt/charts/chart7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312.xml" ContentType="application/vnd.openxmlformats-officedocument.presentationml.tags+xml"/>
  <Override PartName="/ppt/notesSlides/notesSlide42.xml" ContentType="application/vnd.openxmlformats-officedocument.presentationml.notesSlide+xml"/>
  <Override PartName="/ppt/charts/chart8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notesSlides/notesSlide43.xml" ContentType="application/vnd.openxmlformats-officedocument.presentationml.notesSlide+xml"/>
  <Override PartName="/ppt/charts/chart9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notesSlides/notesSlide44.xml" ContentType="application/vnd.openxmlformats-officedocument.presentationml.notesSlide+xml"/>
  <Override PartName="/ppt/charts/chart10.xml" ContentType="application/vnd.openxmlformats-officedocument.drawingml.chart+xml"/>
  <Override PartName="/ppt/theme/themeOverride6.xml" ContentType="application/vnd.openxmlformats-officedocument.themeOverride+xml"/>
  <Override PartName="/ppt/tags/tag317.xml" ContentType="application/vnd.openxmlformats-officedocument.presentationml.tags+xml"/>
  <Override PartName="/ppt/notesSlides/notesSlide45.xml" ContentType="application/vnd.openxmlformats-officedocument.presentationml.notesSlide+xml"/>
  <Override PartName="/ppt/charts/chart11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2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46.xml" ContentType="application/vnd.openxmlformats-officedocument.presentationml.notesSlide+xml"/>
  <Override PartName="/ppt/charts/chart1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4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5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320.xml" ContentType="application/vnd.openxmlformats-officedocument.presentationml.tags+xml"/>
  <Override PartName="/ppt/notesSlides/notesSlide47.xml" ContentType="application/vnd.openxmlformats-officedocument.presentationml.notesSlide+xml"/>
  <Override PartName="/ppt/charts/chart16.xml" ContentType="application/vnd.openxmlformats-officedocument.drawingml.chart+xml"/>
  <Override PartName="/ppt/theme/themeOverride7.xml" ContentType="application/vnd.openxmlformats-officedocument.themeOverride+xml"/>
  <Override PartName="/ppt/tags/tag321.xml" ContentType="application/vnd.openxmlformats-officedocument.presentationml.tags+xml"/>
  <Override PartName="/ppt/notesSlides/notesSlide48.xml" ContentType="application/vnd.openxmlformats-officedocument.presentationml.notesSlide+xml"/>
  <Override PartName="/ppt/charts/chart17.xml" ContentType="application/vnd.openxmlformats-officedocument.drawingml.chart+xml"/>
  <Override PartName="/ppt/theme/themeOverride8.xml" ContentType="application/vnd.openxmlformats-officedocument.themeOverride+xml"/>
  <Override PartName="/ppt/tags/tag322.xml" ContentType="application/vnd.openxmlformats-officedocument.presentationml.tags+xml"/>
  <Override PartName="/ppt/notesSlides/notesSlide49.xml" ContentType="application/vnd.openxmlformats-officedocument.presentationml.notesSlide+xml"/>
  <Override PartName="/ppt/charts/chart18.xml" ContentType="application/vnd.openxmlformats-officedocument.drawingml.chart+xml"/>
  <Override PartName="/ppt/theme/themeOverride9.xml" ContentType="application/vnd.openxmlformats-officedocument.themeOverride+xml"/>
  <Override PartName="/ppt/tags/tag323.xml" ContentType="application/vnd.openxmlformats-officedocument.presentationml.tags+xml"/>
  <Override PartName="/ppt/notesSlides/notesSlide50.xml" ContentType="application/vnd.openxmlformats-officedocument.presentationml.notesSlide+xml"/>
  <Override PartName="/ppt/charts/chart19.xml" ContentType="application/vnd.openxmlformats-officedocument.drawingml.chart+xml"/>
  <Override PartName="/ppt/theme/themeOverride10.xml" ContentType="application/vnd.openxmlformats-officedocument.themeOverride+xml"/>
  <Override PartName="/ppt/tags/tag324.xml" ContentType="application/vnd.openxmlformats-officedocument.presentationml.tags+xml"/>
  <Override PartName="/ppt/notesSlides/notesSlide51.xml" ContentType="application/vnd.openxmlformats-officedocument.presentationml.notesSlide+xml"/>
  <Override PartName="/ppt/charts/chart2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325.xml" ContentType="application/vnd.openxmlformats-officedocument.presentationml.tags+xml"/>
  <Override PartName="/ppt/notesSlides/notesSlide52.xml" ContentType="application/vnd.openxmlformats-officedocument.presentationml.notesSlide+xml"/>
  <Override PartName="/ppt/charts/chart22.xml" ContentType="application/vnd.openxmlformats-officedocument.drawingml.chart+xml"/>
  <Override PartName="/ppt/theme/themeOverride11.xml" ContentType="application/vnd.openxmlformats-officedocument.themeOverride+xml"/>
  <Override PartName="/ppt/tags/tag326.xml" ContentType="application/vnd.openxmlformats-officedocument.presentationml.tags+xml"/>
  <Override PartName="/ppt/notesSlides/notesSlide53.xml" ContentType="application/vnd.openxmlformats-officedocument.presentationml.notesSlide+xml"/>
  <Override PartName="/ppt/charts/chart23.xml" ContentType="application/vnd.openxmlformats-officedocument.drawingml.chart+xml"/>
  <Override PartName="/ppt/embeddings/Microsoft_Excel_Worksheet111992323.xlsx" ContentType="application/haansoftxlsx"/>
  <Override PartName="/ppt/tags/tag327.xml" ContentType="application/vnd.openxmlformats-officedocument.presentationml.tags+xml"/>
  <Override PartName="/ppt/notesSlides/notesSlide54.xml" ContentType="application/vnd.openxmlformats-officedocument.presentationml.notesSlide+xml"/>
  <Override PartName="/ppt/charts/chart2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ags/tag328.xml" ContentType="application/vnd.openxmlformats-officedocument.presentationml.tags+xml"/>
  <Override PartName="/ppt/notesSlides/notesSlide55.xml" ContentType="application/vnd.openxmlformats-officedocument.presentationml.notesSlide+xml"/>
  <Override PartName="/ppt/charts/chart27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8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329.xml" ContentType="application/vnd.openxmlformats-officedocument.presentationml.tags+xml"/>
  <Override PartName="/ppt/notesSlides/notesSlide56.xml" ContentType="application/vnd.openxmlformats-officedocument.presentationml.notesSlide+xml"/>
  <Override PartName="/ppt/tags/tag330.xml" ContentType="application/vnd.openxmlformats-officedocument.presentationml.tags+xml"/>
  <Override PartName="/ppt/notesSlides/notesSlide57.xml" ContentType="application/vnd.openxmlformats-officedocument.presentationml.notesSlide+xml"/>
  <Override PartName="/ppt/charts/chart29.xml" ContentType="application/vnd.openxmlformats-officedocument.drawingml.chart+xml"/>
  <Override PartName="/ppt/theme/themeOverride12.xml" ContentType="application/vnd.openxmlformats-officedocument.themeOverride+xml"/>
  <Override PartName="/ppt/charts/chart30.xml" ContentType="application/vnd.openxmlformats-officedocument.drawingml.chart+xml"/>
  <Override PartName="/ppt/theme/themeOverride13.xml" ContentType="application/vnd.openxmlformats-officedocument.themeOverride+xml"/>
  <Override PartName="/ppt/charts/chart31.xml" ContentType="application/vnd.openxmlformats-officedocument.drawingml.chart+xml"/>
  <Override PartName="/ppt/theme/themeOverride14.xml" ContentType="application/vnd.openxmlformats-officedocument.themeOverride+xml"/>
  <Override PartName="/ppt/charts/chart32.xml" ContentType="application/vnd.openxmlformats-officedocument.drawingml.chart+xml"/>
  <Override PartName="/ppt/theme/themeOverride15.xml" ContentType="application/vnd.openxmlformats-officedocument.themeOverride+xml"/>
  <Override PartName="/ppt/tags/tag331.xml" ContentType="application/vnd.openxmlformats-officedocument.presentationml.tags+xml"/>
  <Override PartName="/ppt/notesSlides/notesSlide58.xml" ContentType="application/vnd.openxmlformats-officedocument.presentationml.notesSlide+xml"/>
  <Override PartName="/ppt/charts/chart33.xml" ContentType="application/vnd.openxmlformats-officedocument.drawingml.chart+xml"/>
  <Override PartName="/ppt/theme/themeOverride16.xml" ContentType="application/vnd.openxmlformats-officedocument.themeOverride+xml"/>
  <Override PartName="/ppt/charts/chart34.xml" ContentType="application/vnd.openxmlformats-officedocument.drawingml.chart+xml"/>
  <Override PartName="/ppt/theme/themeOverride17.xml" ContentType="application/vnd.openxmlformats-officedocument.themeOverride+xml"/>
  <Override PartName="/ppt/charts/chart35.xml" ContentType="application/vnd.openxmlformats-officedocument.drawingml.chart+xml"/>
  <Override PartName="/ppt/theme/themeOverride18.xml" ContentType="application/vnd.openxmlformats-officedocument.themeOverride+xml"/>
  <Override PartName="/ppt/charts/chart36.xml" ContentType="application/vnd.openxmlformats-officedocument.drawingml.chart+xml"/>
  <Override PartName="/ppt/theme/themeOverride19.xml" ContentType="application/vnd.openxmlformats-officedocument.themeOverride+xml"/>
  <Override PartName="/ppt/tags/tag332.xml" ContentType="application/vnd.openxmlformats-officedocument.presentationml.tags+xml"/>
  <Override PartName="/ppt/notesSlides/notesSlide59.xml" ContentType="application/vnd.openxmlformats-officedocument.presentationml.notesSlide+xml"/>
  <Override PartName="/ppt/tags/tag333.xml" ContentType="application/vnd.openxmlformats-officedocument.presentationml.tags+xml"/>
  <Override PartName="/ppt/notesSlides/notesSlide60.xml" ContentType="application/vnd.openxmlformats-officedocument.presentationml.notesSlide+xml"/>
  <Override PartName="/ppt/tags/tag334.xml" ContentType="application/vnd.openxmlformats-officedocument.presentationml.tags+xml"/>
  <Override PartName="/ppt/notesSlides/notesSlide61.xml" ContentType="application/vnd.openxmlformats-officedocument.presentationml.notesSlide+xml"/>
  <Override PartName="/ppt/tags/tag335.xml" ContentType="application/vnd.openxmlformats-officedocument.presentationml.tags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9"/>
  </p:notesMasterIdLst>
  <p:sldIdLst>
    <p:sldId id="414" r:id="rId2"/>
    <p:sldId id="415" r:id="rId3"/>
    <p:sldId id="259" r:id="rId4"/>
    <p:sldId id="394" r:id="rId5"/>
    <p:sldId id="261" r:id="rId6"/>
    <p:sldId id="395" r:id="rId7"/>
    <p:sldId id="396" r:id="rId8"/>
    <p:sldId id="39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398" r:id="rId21"/>
    <p:sldId id="281" r:id="rId22"/>
    <p:sldId id="282" r:id="rId23"/>
    <p:sldId id="283" r:id="rId24"/>
    <p:sldId id="284" r:id="rId25"/>
    <p:sldId id="285" r:id="rId26"/>
    <p:sldId id="286" r:id="rId27"/>
    <p:sldId id="399" r:id="rId28"/>
    <p:sldId id="301" r:id="rId29"/>
    <p:sldId id="302" r:id="rId30"/>
    <p:sldId id="303" r:id="rId31"/>
    <p:sldId id="304" r:id="rId32"/>
    <p:sldId id="305" r:id="rId33"/>
    <p:sldId id="400" r:id="rId34"/>
    <p:sldId id="291" r:id="rId35"/>
    <p:sldId id="313" r:id="rId36"/>
    <p:sldId id="312" r:id="rId37"/>
    <p:sldId id="290" r:id="rId38"/>
    <p:sldId id="297" r:id="rId39"/>
    <p:sldId id="298" r:id="rId40"/>
    <p:sldId id="292" r:id="rId41"/>
    <p:sldId id="294" r:id="rId42"/>
    <p:sldId id="295" r:id="rId43"/>
    <p:sldId id="289" r:id="rId44"/>
    <p:sldId id="296" r:id="rId45"/>
    <p:sldId id="288" r:id="rId46"/>
    <p:sldId id="287" r:id="rId47"/>
    <p:sldId id="293" r:id="rId48"/>
    <p:sldId id="307" r:id="rId49"/>
    <p:sldId id="308" r:id="rId50"/>
    <p:sldId id="416" r:id="rId51"/>
    <p:sldId id="417" r:id="rId52"/>
    <p:sldId id="418" r:id="rId53"/>
    <p:sldId id="419" r:id="rId54"/>
    <p:sldId id="420" r:id="rId55"/>
    <p:sldId id="421" r:id="rId56"/>
    <p:sldId id="422" r:id="rId57"/>
    <p:sldId id="423" r:id="rId58"/>
    <p:sldId id="424" r:id="rId59"/>
    <p:sldId id="425" r:id="rId60"/>
    <p:sldId id="426" r:id="rId61"/>
    <p:sldId id="427" r:id="rId62"/>
    <p:sldId id="428" r:id="rId63"/>
    <p:sldId id="429" r:id="rId64"/>
    <p:sldId id="430" r:id="rId65"/>
    <p:sldId id="431" r:id="rId66"/>
    <p:sldId id="432" r:id="rId67"/>
    <p:sldId id="433" r:id="rId68"/>
    <p:sldId id="434" r:id="rId69"/>
    <p:sldId id="435" r:id="rId70"/>
    <p:sldId id="436" r:id="rId71"/>
    <p:sldId id="437" r:id="rId72"/>
    <p:sldId id="438" r:id="rId73"/>
    <p:sldId id="439" r:id="rId74"/>
    <p:sldId id="440" r:id="rId75"/>
    <p:sldId id="441" r:id="rId76"/>
    <p:sldId id="442" r:id="rId77"/>
    <p:sldId id="491" r:id="rId78"/>
    <p:sldId id="443" r:id="rId79"/>
    <p:sldId id="444" r:id="rId80"/>
    <p:sldId id="445" r:id="rId81"/>
    <p:sldId id="446" r:id="rId82"/>
    <p:sldId id="447" r:id="rId83"/>
    <p:sldId id="448" r:id="rId84"/>
    <p:sldId id="449" r:id="rId85"/>
    <p:sldId id="450" r:id="rId86"/>
    <p:sldId id="451" r:id="rId87"/>
    <p:sldId id="452" r:id="rId88"/>
    <p:sldId id="453" r:id="rId89"/>
    <p:sldId id="454" r:id="rId90"/>
    <p:sldId id="455" r:id="rId91"/>
    <p:sldId id="456" r:id="rId92"/>
    <p:sldId id="457" r:id="rId93"/>
    <p:sldId id="458" r:id="rId94"/>
    <p:sldId id="459" r:id="rId95"/>
    <p:sldId id="460" r:id="rId96"/>
    <p:sldId id="461" r:id="rId97"/>
    <p:sldId id="462" r:id="rId98"/>
    <p:sldId id="463" r:id="rId99"/>
    <p:sldId id="464" r:id="rId100"/>
    <p:sldId id="465" r:id="rId101"/>
    <p:sldId id="466" r:id="rId102"/>
    <p:sldId id="467" r:id="rId103"/>
    <p:sldId id="468" r:id="rId104"/>
    <p:sldId id="469" r:id="rId105"/>
    <p:sldId id="470" r:id="rId106"/>
    <p:sldId id="471" r:id="rId107"/>
    <p:sldId id="472" r:id="rId108"/>
  </p:sldIdLst>
  <p:sldSz cx="9906000" cy="6858000" type="A4"/>
  <p:notesSz cx="6797675" cy="9926638"/>
  <p:custDataLst>
    <p:tags r:id="rId1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B6B6"/>
    <a:srgbClr val="002452"/>
    <a:srgbClr val="8BA2BB"/>
    <a:srgbClr val="FBEEEA"/>
    <a:srgbClr val="F6EEE0"/>
    <a:srgbClr val="00734A"/>
    <a:srgbClr val="D55633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2" autoAdjust="0"/>
    <p:restoredTop sz="96323" autoAdjust="0"/>
  </p:normalViewPr>
  <p:slideViewPr>
    <p:cSldViewPr snapToGrid="0">
      <p:cViewPr varScale="1">
        <p:scale>
          <a:sx n="108" d="100"/>
          <a:sy n="108" d="100"/>
        </p:scale>
        <p:origin x="1332" y="108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58748"/>
    </p:cViewPr>
  </p:sorterViewPr>
  <p:notesViewPr>
    <p:cSldViewPr snapToGrid="0">
      <p:cViewPr varScale="1">
        <p:scale>
          <a:sx n="81" d="100"/>
          <a:sy n="81" d="100"/>
        </p:scale>
        <p:origin x="29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2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4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5.xlsx"/><Relationship Id="rId1" Type="http://schemas.openxmlformats.org/officeDocument/2006/relationships/themeOverride" Target="../theme/themeOverride4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6.xlsx"/><Relationship Id="rId1" Type="http://schemas.openxmlformats.org/officeDocument/2006/relationships/themeOverride" Target="../theme/themeOverrid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7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8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9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10.xlsx"/><Relationship Id="rId1" Type="http://schemas.openxmlformats.org/officeDocument/2006/relationships/themeOverride" Target="../theme/themeOverride6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1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2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3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4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5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16.xlsx"/><Relationship Id="rId1" Type="http://schemas.openxmlformats.org/officeDocument/2006/relationships/themeOverride" Target="../theme/themeOverride7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17.xlsx"/><Relationship Id="rId1" Type="http://schemas.openxmlformats.org/officeDocument/2006/relationships/themeOverride" Target="../theme/themeOverride8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18.xlsx"/><Relationship Id="rId1" Type="http://schemas.openxmlformats.org/officeDocument/2006/relationships/themeOverride" Target="../theme/themeOverride9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19.xlsx"/><Relationship Id="rId1" Type="http://schemas.openxmlformats.org/officeDocument/2006/relationships/themeOverride" Target="../theme/themeOverride10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22.xlsx"/><Relationship Id="rId1" Type="http://schemas.openxmlformats.org/officeDocument/2006/relationships/themeOverride" Target="../theme/themeOverride11.xm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992323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4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5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6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7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8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29.xlsx"/><Relationship Id="rId1" Type="http://schemas.openxmlformats.org/officeDocument/2006/relationships/themeOverride" Target="../theme/themeOverride12.xml"/></Relationships>
</file>

<file path=ppt/charts/_rels/chart3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0.xlsx"/><Relationship Id="rId1" Type="http://schemas.openxmlformats.org/officeDocument/2006/relationships/themeOverride" Target="../theme/themeOverride13.xml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1.xlsx"/><Relationship Id="rId1" Type="http://schemas.openxmlformats.org/officeDocument/2006/relationships/themeOverride" Target="../theme/themeOverride14.xml"/></Relationships>
</file>

<file path=ppt/charts/_rels/chart3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2.xlsx"/><Relationship Id="rId1" Type="http://schemas.openxmlformats.org/officeDocument/2006/relationships/themeOverride" Target="../theme/themeOverride15.xml"/></Relationships>
</file>

<file path=ppt/charts/_rels/chart3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3.xlsx"/><Relationship Id="rId1" Type="http://schemas.openxmlformats.org/officeDocument/2006/relationships/themeOverride" Target="../theme/themeOverride16.xml"/></Relationships>
</file>

<file path=ppt/charts/_rels/chart3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4.xlsx"/><Relationship Id="rId1" Type="http://schemas.openxmlformats.org/officeDocument/2006/relationships/themeOverride" Target="../theme/themeOverride17.xml"/></Relationships>
</file>

<file path=ppt/charts/_rels/chart3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5.xlsx"/><Relationship Id="rId1" Type="http://schemas.openxmlformats.org/officeDocument/2006/relationships/themeOverride" Target="../theme/themeOverride18.xml"/></Relationships>
</file>

<file path=ppt/charts/_rels/chart3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36.xlsx"/><Relationship Id="rId1" Type="http://schemas.openxmlformats.org/officeDocument/2006/relationships/themeOverride" Target="../theme/themeOverrid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rgbClr val="B7D0D4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046-4300-BE34-CC5E06A12387}"/>
              </c:ext>
            </c:extLst>
          </c:dPt>
          <c:dPt>
            <c:idx val="1"/>
            <c:bubble3D val="0"/>
            <c:spPr>
              <a:solidFill>
                <a:srgbClr val="B6B6B6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046-4300-BE34-CC5E06A1238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7046-4300-BE34-CC5E06A12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rgbClr val="00245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3A4-4C79-98EB-D7627644D8D5}"/>
              </c:ext>
            </c:extLst>
          </c:dPt>
          <c:dPt>
            <c:idx val="1"/>
            <c:bubble3D val="0"/>
            <c:spPr>
              <a:solidFill>
                <a:srgbClr val="B6B6B6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3A4-4C79-98EB-D7627644D8D5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13A4-4C79-98EB-D7627644D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902626081521203E-2"/>
          <c:y val="1.8843674426077067E-2"/>
          <c:w val="0.92984998507314165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AFD740"/>
            </a:solidFill>
          </c:spPr>
          <c:dPt>
            <c:idx val="0"/>
            <c:bubble3D val="0"/>
            <c:spPr>
              <a:solidFill>
                <a:srgbClr val="B7D0D4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07B-468D-A752-29734C8E93D1}"/>
              </c:ext>
            </c:extLst>
          </c:dPt>
          <c:dPt>
            <c:idx val="1"/>
            <c:bubble3D val="0"/>
            <c:spPr>
              <a:solidFill>
                <a:srgbClr val="B6B6B6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07B-468D-A752-29734C8E93D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307B-468D-A752-29734C8E93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pPr>
            <a:r>
              <a:rPr lang="ko-KR" altLang="en-US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품목별 생산량</a:t>
            </a:r>
            <a:endParaRPr lang="ko-KR" altLang="en-US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>
        <c:manualLayout>
          <c:xMode val="edge"/>
          <c:yMode val="edge"/>
          <c:x val="0.38221834027805185"/>
          <c:y val="1.67228667646190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2.1153846153846155E-2"/>
          <c:y val="0.14648075814046349"/>
          <c:w val="0.78777103957572137"/>
          <c:h val="0.681209687943681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봉형강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</c:v>
                </c:pt>
                <c:pt idx="1">
                  <c:v>3.5</c:v>
                </c:pt>
                <c:pt idx="2">
                  <c:v>3.5</c:v>
                </c:pt>
                <c:pt idx="3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0BD-4F76-AD17-B3D230D023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후판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0.8</c:v>
                </c:pt>
                <c:pt idx="2">
                  <c:v>1</c:v>
                </c:pt>
                <c:pt idx="3">
                  <c:v>0.8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0BD-4F76-AD17-B3D230D023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냉연강판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0BD-4F76-AD17-B3D230D023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칼라강판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2.5</c:v>
                </c:pt>
                <c:pt idx="3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0BD-4F76-AD17-B3D230D02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43380208"/>
        <c:axId val="743377464"/>
      </c:barChart>
      <c:catAx>
        <c:axId val="74338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pPr>
            <a:endParaRPr lang="ko-KR"/>
          </a:p>
        </c:txPr>
        <c:crossAx val="743377464"/>
        <c:crosses val="autoZero"/>
        <c:auto val="1"/>
        <c:lblAlgn val="ctr"/>
        <c:lblOffset val="100"/>
        <c:noMultiLvlLbl val="0"/>
      </c:catAx>
      <c:valAx>
        <c:axId val="7433774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43380208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80639175728187129"/>
          <c:y val="0.2022948817160144"/>
          <c:w val="0.18679367510666986"/>
          <c:h val="0.402512840512353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Invisible</c:v>
                </c:pt>
              </c:strCache>
            </c:strRef>
          </c:tx>
          <c:spPr>
            <a:noFill/>
            <a:ln>
              <a:noFill/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50</c:v>
                </c:pt>
                <c:pt idx="4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983-458E-9E5D-8C1F98751B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02452"/>
            </a:solidFill>
            <a:ln>
              <a:noFill/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7.5</c:v>
                </c:pt>
                <c:pt idx="1">
                  <c:v>7.5</c:v>
                </c:pt>
                <c:pt idx="2">
                  <c:v>5</c:v>
                </c:pt>
                <c:pt idx="3">
                  <c:v>5</c:v>
                </c:pt>
                <c:pt idx="4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983-458E-9E5D-8C1F98751B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Green</c:v>
                </c:pt>
              </c:strCache>
            </c:strRef>
          </c:tx>
          <c:spPr>
            <a:solidFill>
              <a:srgbClr val="4B6580"/>
            </a:solidFill>
            <a:ln>
              <a:noFill/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1.5</c:v>
                </c:pt>
                <c:pt idx="3">
                  <c:v>1.5</c:v>
                </c:pt>
                <c:pt idx="4">
                  <c:v>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983-458E-9E5D-8C1F98751BD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Light Green</c:v>
                </c:pt>
              </c:strCache>
            </c:strRef>
          </c:tx>
          <c:spPr>
            <a:solidFill>
              <a:srgbClr val="4B6580">
                <a:lumMod val="60000"/>
                <a:lumOff val="40000"/>
              </a:srgbClr>
            </a:solidFill>
            <a:ln>
              <a:noFill/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2.5</c:v>
                </c:pt>
                <c:pt idx="1">
                  <c:v>2.5</c:v>
                </c:pt>
                <c:pt idx="2">
                  <c:v>1.5</c:v>
                </c:pt>
                <c:pt idx="3">
                  <c:v>1.5</c:v>
                </c:pt>
                <c:pt idx="4">
                  <c:v>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983-458E-9E5D-8C1F98751BD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Blue</c:v>
                </c:pt>
              </c:strCache>
            </c:strRef>
          </c:tx>
          <c:spPr>
            <a:solidFill>
              <a:srgbClr val="B7D0D4"/>
            </a:solidFill>
            <a:ln>
              <a:noFill/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2.5</c:v>
                </c:pt>
                <c:pt idx="1">
                  <c:v>2.5</c:v>
                </c:pt>
                <c:pt idx="2">
                  <c:v>1.5</c:v>
                </c:pt>
                <c:pt idx="3">
                  <c:v>1.5</c:v>
                </c:pt>
                <c:pt idx="4">
                  <c:v>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0983-458E-9E5D-8C1F98751BD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Medium Blue</c:v>
                </c:pt>
              </c:strCache>
            </c:strRef>
          </c:tx>
          <c:spPr>
            <a:solidFill>
              <a:srgbClr val="E9B86E">
                <a:lumMod val="20000"/>
                <a:lumOff val="80000"/>
              </a:srgbClr>
            </a:solidFill>
            <a:ln>
              <a:noFill/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2.5</c:v>
                </c:pt>
                <c:pt idx="1">
                  <c:v>2.5</c:v>
                </c:pt>
                <c:pt idx="2">
                  <c:v>0.5</c:v>
                </c:pt>
                <c:pt idx="3">
                  <c:v>0.5</c:v>
                </c:pt>
                <c:pt idx="4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0983-458E-9E5D-8C1F98751BD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Light Blue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Sheet1!$H$2:$H$6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0983-458E-9E5D-8C1F98751BDE}"/>
            </c:ext>
          </c:extLst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>Data labels</c:v>
                </c:pt>
              </c:strCache>
            </c:strRef>
          </c:tx>
          <c:spPr>
            <a:solidFill>
              <a:srgbClr val="262626">
                <a:lumMod val="10000"/>
                <a:lumOff val="90000"/>
              </a:srgbClr>
            </a:solidFill>
            <a:ln>
              <a:noFill/>
              <a:prstDash val="solid"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lt"/>
                  </a:defRPr>
                </a:pPr>
                <a:endParaRPr lang="ko-K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Sheet1!$L$2:$L$6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10</c:v>
                </c:pt>
                <c:pt idx="3">
                  <c:v>10</c:v>
                </c:pt>
                <c:pt idx="4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0983-458E-9E5D-8C1F98751BDE}"/>
            </c:ext>
          </c:extLst>
        </c:ser>
        <c:ser>
          <c:idx val="11"/>
          <c:order val="11"/>
          <c:tx>
            <c:strRef>
              <c:f>Sheet1!$M$1</c:f>
              <c:strCache>
                <c:ptCount val="1"/>
                <c:pt idx="0">
                  <c:v>Light grey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Sheet1!$M$2:$M$6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0983-458E-9E5D-8C1F98751BDE}"/>
            </c:ext>
          </c:extLst>
        </c:ser>
        <c:ser>
          <c:idx val="12"/>
          <c:order val="12"/>
          <c:tx>
            <c:strRef>
              <c:f>Sheet1!$N$1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bg1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Sheet1!$N$2:$N$6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0983-458E-9E5D-8C1F98751BDE}"/>
            </c:ext>
          </c:extLst>
        </c:ser>
        <c:ser>
          <c:idx val="13"/>
          <c:order val="13"/>
          <c:tx>
            <c:strRef>
              <c:f>Sheet1!$O$1</c:f>
              <c:strCache>
                <c:ptCount val="1"/>
                <c:pt idx="0">
                  <c:v>Yellow</c:v>
                </c:pt>
              </c:strCache>
            </c:strRef>
          </c:tx>
          <c:spPr>
            <a:solidFill>
              <a:srgbClr val="DCC05A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Sheet1!$O$2:$O$6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0983-458E-9E5D-8C1F98751BDE}"/>
            </c:ext>
          </c:extLst>
        </c:ser>
        <c:ser>
          <c:idx val="14"/>
          <c:order val="14"/>
          <c:tx>
            <c:strRef>
              <c:f>Sheet1!$P$1</c:f>
              <c:strCache>
                <c:ptCount val="1"/>
                <c:pt idx="0">
                  <c:v>Medium yellow</c:v>
                </c:pt>
              </c:strCache>
            </c:strRef>
          </c:tx>
          <c:spPr>
            <a:solidFill>
              <a:srgbClr val="E7D475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Sheet1!$P$2:$P$6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0983-458E-9E5D-8C1F98751BDE}"/>
            </c:ext>
          </c:extLst>
        </c:ser>
        <c:ser>
          <c:idx val="15"/>
          <c:order val="15"/>
          <c:tx>
            <c:strRef>
              <c:f>Sheet1!$Q$1</c:f>
              <c:strCache>
                <c:ptCount val="1"/>
                <c:pt idx="0">
                  <c:v>Light yellow</c:v>
                </c:pt>
              </c:strCache>
            </c:strRef>
          </c:tx>
          <c:spPr>
            <a:solidFill>
              <a:srgbClr val="F9EFBD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Sheet1!$Q$2:$Q$6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0983-458E-9E5D-8C1F98751BDE}"/>
            </c:ext>
          </c:extLst>
        </c:ser>
        <c:ser>
          <c:idx val="16"/>
          <c:order val="16"/>
          <c:tx>
            <c:strRef>
              <c:f>Sheet1!$R$1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EEA632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Sheet1!$R$2:$R$6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0983-458E-9E5D-8C1F98751BDE}"/>
            </c:ext>
          </c:extLst>
        </c:ser>
        <c:ser>
          <c:idx val="17"/>
          <c:order val="17"/>
          <c:tx>
            <c:strRef>
              <c:f>Sheet1!$S$1</c:f>
              <c:strCache>
                <c:ptCount val="1"/>
                <c:pt idx="0">
                  <c:v>Medium orange</c:v>
                </c:pt>
              </c:strCache>
            </c:strRef>
          </c:tx>
          <c:spPr>
            <a:solidFill>
              <a:srgbClr val="F5C77B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Sheet1!$S$2:$S$6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E-0983-458E-9E5D-8C1F98751BDE}"/>
            </c:ext>
          </c:extLst>
        </c:ser>
        <c:ser>
          <c:idx val="18"/>
          <c:order val="18"/>
          <c:tx>
            <c:strRef>
              <c:f>Sheet1!$T$1</c:f>
              <c:strCache>
                <c:ptCount val="1"/>
                <c:pt idx="0">
                  <c:v>Light orange</c:v>
                </c:pt>
              </c:strCache>
            </c:strRef>
          </c:tx>
          <c:spPr>
            <a:solidFill>
              <a:srgbClr val="F9DFB5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Sheet1!$T$2:$T$6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F-0983-458E-9E5D-8C1F98751BDE}"/>
            </c:ext>
          </c:extLst>
        </c:ser>
        <c:ser>
          <c:idx val="19"/>
          <c:order val="19"/>
          <c:tx>
            <c:strRef>
              <c:f>Sheet1!$U$1</c:f>
              <c:strCache>
                <c:ptCount val="1"/>
                <c:pt idx="0">
                  <c:v>Red</c:v>
                </c:pt>
              </c:strCache>
            </c:strRef>
          </c:tx>
          <c:spPr>
            <a:solidFill>
              <a:srgbClr val="B1726B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Sheet1!$U$2:$U$6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0983-458E-9E5D-8C1F98751BDE}"/>
            </c:ext>
          </c:extLst>
        </c:ser>
        <c:ser>
          <c:idx val="20"/>
          <c:order val="20"/>
          <c:tx>
            <c:strRef>
              <c:f>Sheet1!$V$1</c:f>
              <c:strCache>
                <c:ptCount val="1"/>
                <c:pt idx="0">
                  <c:v>Medium red</c:v>
                </c:pt>
              </c:strCache>
            </c:strRef>
          </c:tx>
          <c:spPr>
            <a:solidFill>
              <a:srgbClr val="CEA09D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Sheet1!$V$2:$V$6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0983-458E-9E5D-8C1F98751BDE}"/>
            </c:ext>
          </c:extLst>
        </c:ser>
        <c:ser>
          <c:idx val="21"/>
          <c:order val="21"/>
          <c:tx>
            <c:strRef>
              <c:f>Sheet1!$W$1</c:f>
              <c:strCache>
                <c:ptCount val="1"/>
                <c:pt idx="0">
                  <c:v>Light red</c:v>
                </c:pt>
              </c:strCache>
            </c:strRef>
          </c:tx>
          <c:spPr>
            <a:solidFill>
              <a:srgbClr val="E7C7C7"/>
            </a:solidFill>
            <a:ln>
              <a:solidFill>
                <a:srgbClr val="808080"/>
              </a:solidFill>
              <a:prstDash val="solid"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Sheet1!$W$2:$W$6</c:f>
              <c:numCache>
                <c:formatCode>General</c:formatCode>
                <c:ptCount val="5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2-0983-458E-9E5D-8C1F98751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743378640"/>
        <c:axId val="743380600"/>
      </c:barChart>
      <c:lineChart>
        <c:grouping val="standard"/>
        <c:varyColors val="0"/>
        <c:ser>
          <c:idx val="7"/>
          <c:order val="7"/>
          <c:tx>
            <c:strRef>
              <c:f>Sheet1!$I$1</c:f>
              <c:strCache>
                <c:ptCount val="1"/>
                <c:pt idx="0">
                  <c:v>Series line 1</c:v>
                </c:pt>
              </c:strCache>
            </c:strRef>
          </c:tx>
          <c:spPr>
            <a:ln w="9525">
              <a:solidFill>
                <a:srgbClr val="808080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3">
                  <c:v>60</c:v>
                </c:pt>
                <c:pt idx="4">
                  <c:v>60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3-0983-458E-9E5D-8C1F98751BDE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 Series line 2</c:v>
                </c:pt>
              </c:strCache>
            </c:strRef>
          </c:tx>
          <c:spPr>
            <a:ln w="9525">
              <a:solidFill>
                <a:srgbClr val="808080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Sheet1!$J$2:$J$6</c:f>
              <c:numCache>
                <c:formatCode>General</c:formatCode>
                <c:ptCount val="5"/>
                <c:pt idx="1">
                  <c:v>40</c:v>
                </c:pt>
                <c:pt idx="2">
                  <c:v>40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4-0983-458E-9E5D-8C1F98751BDE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 Series line 3</c:v>
                </c:pt>
              </c:strCache>
            </c:strRef>
          </c:tx>
          <c:spPr>
            <a:ln w="9525">
              <a:solidFill>
                <a:srgbClr val="808080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Cat1</c:v>
                </c:pt>
                <c:pt idx="1">
                  <c:v>Cat2</c:v>
                </c:pt>
                <c:pt idx="2">
                  <c:v>Cat3</c:v>
                </c:pt>
                <c:pt idx="3">
                  <c:v>Cat4</c:v>
                </c:pt>
                <c:pt idx="4">
                  <c:v>Cat5</c:v>
                </c:pt>
              </c:strCache>
            </c:strRef>
          </c:cat>
          <c:val>
            <c:numRef>
              <c:f>Sheet1!$K$2:$K$6</c:f>
              <c:numCache>
                <c:formatCode>General</c:formatCode>
                <c:ptCount val="5"/>
                <c:pt idx="2">
                  <c:v>50</c:v>
                </c:pt>
                <c:pt idx="3">
                  <c:v>50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15-0983-458E-9E5D-8C1F98751B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3378640"/>
        <c:axId val="743380600"/>
      </c:lineChart>
      <c:catAx>
        <c:axId val="743378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latin typeface="+mn-ea"/>
                <a:ea typeface="+mn-ea"/>
              </a:defRPr>
            </a:pPr>
            <a:endParaRPr lang="ko-KR"/>
          </a:p>
        </c:txPr>
        <c:crossAx val="743380600"/>
        <c:crosses val="autoZero"/>
        <c:auto val="1"/>
        <c:lblAlgn val="ctr"/>
        <c:lblOffset val="100"/>
        <c:noMultiLvlLbl val="0"/>
      </c:catAx>
      <c:valAx>
        <c:axId val="7433806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latin typeface="+mn-lt"/>
              </a:defRPr>
            </a:pPr>
            <a:endParaRPr lang="ko-KR"/>
          </a:p>
        </c:txPr>
        <c:crossAx val="7433786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latin typeface="Arial" pitchFamily="34" charset="0"/>
          <a:cs typeface="Arial" pitchFamily="34" charset="0"/>
        </a:defRPr>
      </a:pPr>
      <a:endParaRPr lang="ko-KR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3.6930247829191389E-2"/>
          <c:y val="5.905144005570014E-4"/>
          <c:w val="0.92613950434161718"/>
          <c:h val="0.9020150461488979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62626">
                <a:lumMod val="10000"/>
                <a:lumOff val="90000"/>
              </a:srgbClr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Text 1</c:v>
                </c:pt>
                <c:pt idx="1">
                  <c:v>Text 2 </c:v>
                </c:pt>
                <c:pt idx="2">
                  <c:v>Text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18E-4802-9B30-7DAB134305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B6B6B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Text 1</c:v>
                </c:pt>
                <c:pt idx="1">
                  <c:v>Text 2 </c:v>
                </c:pt>
                <c:pt idx="2">
                  <c:v>Text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50</c:v>
                </c:pt>
                <c:pt idx="2">
                  <c:v>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18E-4802-9B30-7DAB134305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757575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Text 1</c:v>
                </c:pt>
                <c:pt idx="1">
                  <c:v>Text 2 </c:v>
                </c:pt>
                <c:pt idx="2">
                  <c:v>Text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18E-4802-9B30-7DAB13430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0"/>
        <c:overlap val="100"/>
        <c:axId val="743381384"/>
        <c:axId val="743381776"/>
      </c:barChart>
      <c:catAx>
        <c:axId val="7433813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Arial" pitchFamily="34" charset="0"/>
                <a:cs typeface="Arial" pitchFamily="34" charset="0"/>
              </a:defRPr>
            </a:pPr>
            <a:endParaRPr lang="ko-KR"/>
          </a:p>
        </c:txPr>
        <c:crossAx val="743381776"/>
        <c:crosses val="autoZero"/>
        <c:auto val="1"/>
        <c:lblAlgn val="ctr"/>
        <c:lblOffset val="100"/>
        <c:noMultiLvlLbl val="0"/>
      </c:catAx>
      <c:valAx>
        <c:axId val="743381776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743381384"/>
        <c:crosses val="autoZero"/>
        <c:crossBetween val="between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pPr>
            <a:r>
              <a:rPr lang="ko-KR" altLang="en-US" sz="1600" spc="-20" baseline="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연도별 </a:t>
            </a:r>
            <a:r>
              <a:rPr lang="ko-KR" sz="1600" spc="-20" baseline="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조강 </a:t>
            </a:r>
            <a:r>
              <a:rPr lang="ko-KR" sz="1600" spc="-20" baseline="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생산량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-2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9119353271061969E-2"/>
          <c:y val="0.14546164961906238"/>
          <c:w val="0.93271322256221223"/>
          <c:h val="0.622179859727343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중국</c:v>
                </c:pt>
              </c:strCache>
            </c:strRef>
          </c:tx>
          <c:spPr>
            <a:solidFill>
              <a:srgbClr val="002244"/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accent4"/>
                      </a:solidFill>
                      <a:latin typeface="본고딕 Medium" panose="020B0600000000000000" pitchFamily="34" charset="-127"/>
                      <a:ea typeface="본고딕 Medium" panose="020B0600000000000000" pitchFamily="34" charset="-127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7.9</c:v>
                </c:pt>
                <c:pt idx="2">
                  <c:v>8.3000000000000007</c:v>
                </c:pt>
                <c:pt idx="3">
                  <c:v>8.9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26A-4742-9C1C-E8ECBF42B29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일본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</c:v>
                </c:pt>
                <c:pt idx="1">
                  <c:v>0.8</c:v>
                </c:pt>
                <c:pt idx="2">
                  <c:v>0.9</c:v>
                </c:pt>
                <c:pt idx="3">
                  <c:v>0.9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26A-4742-9C1C-E8ECBF42B29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한국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2015년</c:v>
                </c:pt>
                <c:pt idx="1">
                  <c:v>2016년</c:v>
                </c:pt>
                <c:pt idx="2">
                  <c:v>2017년</c:v>
                </c:pt>
                <c:pt idx="3">
                  <c:v>2018년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</c:v>
                </c:pt>
                <c:pt idx="1">
                  <c:v>0.8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826A-4742-9C1C-E8ECBF42B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0371264"/>
        <c:axId val="750371656"/>
      </c:barChart>
      <c:catAx>
        <c:axId val="750371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1656"/>
        <c:crosses val="autoZero"/>
        <c:auto val="1"/>
        <c:lblAlgn val="ctr"/>
        <c:lblOffset val="100"/>
        <c:noMultiLvlLbl val="0"/>
      </c:catAx>
      <c:valAx>
        <c:axId val="750371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1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23498269124408244"/>
          <c:y val="0.89107383665298356"/>
          <c:w val="0.53033095793451135"/>
          <c:h val="6.93590465839979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pPr>
            <a:r>
              <a:rPr lang="ko-KR" sz="160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 제목</a:t>
            </a:r>
          </a:p>
        </c:rich>
      </c:tx>
      <c:layout>
        <c:manualLayout>
          <c:xMode val="edge"/>
          <c:yMode val="edge"/>
          <c:x val="0.45029120791308769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6218018855198665E-2"/>
          <c:y val="0.2239893619350535"/>
          <c:w val="0.92385965206289433"/>
          <c:h val="0.6200342438259666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One</c:v>
                </c:pt>
              </c:strCache>
            </c:strRef>
          </c:tx>
          <c:spPr>
            <a:solidFill>
              <a:schemeClr val="tx1">
                <a:lumMod val="10000"/>
                <a:lumOff val="9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9234-436E-90DC-F0DC12044CF3}"/>
              </c:ext>
            </c:extLst>
          </c:dPt>
          <c:dPt>
            <c:idx val="2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9234-436E-90DC-F0DC12044CF3}"/>
              </c:ext>
            </c:extLst>
          </c:dPt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2-9234-436E-90DC-F0DC12044CF3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9234-436E-90DC-F0DC12044CF3}"/>
              </c:ext>
            </c:extLst>
          </c:dPt>
          <c:dPt>
            <c:idx val="6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4-9234-436E-90DC-F0DC12044CF3}"/>
              </c:ext>
            </c:extLst>
          </c:dPt>
          <c:dPt>
            <c:idx val="7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9234-436E-90DC-F0DC12044CF3}"/>
              </c:ext>
            </c:extLst>
          </c:dPt>
          <c:dPt>
            <c:idx val="8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9234-436E-90DC-F0DC12044CF3}"/>
              </c:ext>
            </c:extLst>
          </c:dPt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7-9234-436E-90DC-F0DC12044CF3}"/>
              </c:ext>
            </c:extLst>
          </c:dPt>
          <c:dPt>
            <c:idx val="1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8-9234-436E-90DC-F0DC12044CF3}"/>
              </c:ext>
            </c:extLst>
          </c:dPt>
          <c:dPt>
            <c:idx val="1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9-9234-436E-90DC-F0DC12044CF3}"/>
              </c:ext>
            </c:extLst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</c:v>
                </c:pt>
                <c:pt idx="1">
                  <c:v>80</c:v>
                </c:pt>
                <c:pt idx="2">
                  <c:v>60</c:v>
                </c:pt>
                <c:pt idx="3">
                  <c:v>70</c:v>
                </c:pt>
                <c:pt idx="4">
                  <c:v>190</c:v>
                </c:pt>
                <c:pt idx="5">
                  <c:v>150</c:v>
                </c:pt>
                <c:pt idx="6">
                  <c:v>145</c:v>
                </c:pt>
                <c:pt idx="7">
                  <c:v>195</c:v>
                </c:pt>
                <c:pt idx="8">
                  <c:v>185</c:v>
                </c:pt>
                <c:pt idx="9">
                  <c:v>320</c:v>
                </c:pt>
                <c:pt idx="10">
                  <c:v>405</c:v>
                </c:pt>
                <c:pt idx="11">
                  <c:v>574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9234-436E-90DC-F0DC12044C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Two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Pt>
            <c:idx val="1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F1BF-492A-8802-B9B6BD58DE6F}"/>
              </c:ext>
            </c:extLst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20</c:v>
                </c:pt>
                <c:pt idx="5">
                  <c:v>80</c:v>
                </c:pt>
                <c:pt idx="6">
                  <c:v>60</c:v>
                </c:pt>
                <c:pt idx="7">
                  <c:v>60</c:v>
                </c:pt>
                <c:pt idx="8">
                  <c:v>90</c:v>
                </c:pt>
                <c:pt idx="9">
                  <c:v>70</c:v>
                </c:pt>
                <c:pt idx="10">
                  <c:v>180</c:v>
                </c:pt>
                <c:pt idx="11">
                  <c:v>229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9234-436E-90DC-F0DC12044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0382240"/>
        <c:axId val="750372440"/>
      </c:barChart>
      <c:catAx>
        <c:axId val="7503822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2440"/>
        <c:crosses val="autoZero"/>
        <c:auto val="1"/>
        <c:lblAlgn val="ctr"/>
        <c:lblOffset val="100"/>
        <c:noMultiLvlLbl val="0"/>
      </c:catAx>
      <c:valAx>
        <c:axId val="750372440"/>
        <c:scaling>
          <c:orientation val="minMax"/>
          <c:max val="600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82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0414403112026492"/>
          <c:y val="0.12681338282583088"/>
          <c:w val="0.19544331393213596"/>
          <c:h val="5.80875129728049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pPr>
            <a:r>
              <a:rPr lang="ko-KR"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 제목</a:t>
            </a:r>
          </a:p>
        </c:rich>
      </c:tx>
      <c:layout>
        <c:manualLayout>
          <c:xMode val="edge"/>
          <c:yMode val="edge"/>
          <c:x val="0.45029120791308769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6218018888154789E-2"/>
          <c:y val="0.20354465452428008"/>
          <c:w val="0.76777120658090592"/>
          <c:h val="0.7164168292208392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9234-436E-90DC-F0DC12044CF3}"/>
              </c:ext>
            </c:extLst>
          </c:dPt>
          <c:dPt>
            <c:idx val="2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9234-436E-90DC-F0DC12044CF3}"/>
              </c:ext>
            </c:extLst>
          </c:dPt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2-9234-436E-90DC-F0DC12044CF3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9234-436E-90DC-F0DC12044CF3}"/>
              </c:ext>
            </c:extLst>
          </c:dPt>
          <c:dPt>
            <c:idx val="6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4-9234-436E-90DC-F0DC12044CF3}"/>
              </c:ext>
            </c:extLst>
          </c:dPt>
          <c:dPt>
            <c:idx val="7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9234-436E-90DC-F0DC12044CF3}"/>
              </c:ext>
            </c:extLst>
          </c:dPt>
          <c:dPt>
            <c:idx val="8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6-9234-436E-90DC-F0DC12044CF3}"/>
              </c:ext>
            </c:extLst>
          </c:dPt>
          <c:dPt>
            <c:idx val="9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7-9234-436E-90DC-F0DC12044CF3}"/>
              </c:ext>
            </c:extLst>
          </c:dPt>
          <c:dPt>
            <c:idx val="1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8-9234-436E-90DC-F0DC12044CF3}"/>
              </c:ext>
            </c:extLst>
          </c:dPt>
          <c:dPt>
            <c:idx val="1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9-9234-436E-90DC-F0DC12044CF3}"/>
              </c:ext>
            </c:extLst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</c:v>
                </c:pt>
                <c:pt idx="1">
                  <c:v>80</c:v>
                </c:pt>
                <c:pt idx="2">
                  <c:v>60</c:v>
                </c:pt>
                <c:pt idx="3">
                  <c:v>70</c:v>
                </c:pt>
                <c:pt idx="4">
                  <c:v>190</c:v>
                </c:pt>
                <c:pt idx="5">
                  <c:v>150</c:v>
                </c:pt>
                <c:pt idx="6">
                  <c:v>145</c:v>
                </c:pt>
                <c:pt idx="7">
                  <c:v>195</c:v>
                </c:pt>
                <c:pt idx="8">
                  <c:v>155</c:v>
                </c:pt>
                <c:pt idx="9">
                  <c:v>175</c:v>
                </c:pt>
                <c:pt idx="10">
                  <c:v>200</c:v>
                </c:pt>
                <c:pt idx="11">
                  <c:v>230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9234-436E-90DC-F0DC12044C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본고딕 Bold" panose="020B0800000000000000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20</c:v>
                </c:pt>
                <c:pt idx="5">
                  <c:v>80</c:v>
                </c:pt>
                <c:pt idx="6">
                  <c:v>60</c:v>
                </c:pt>
                <c:pt idx="7">
                  <c:v>60</c:v>
                </c:pt>
                <c:pt idx="8">
                  <c:v>90</c:v>
                </c:pt>
                <c:pt idx="9">
                  <c:v>70</c:v>
                </c:pt>
                <c:pt idx="10">
                  <c:v>110</c:v>
                </c:pt>
                <c:pt idx="11">
                  <c:v>150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B-9234-436E-90DC-F0DC12044C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열3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30</c:v>
                </c:pt>
                <c:pt idx="1">
                  <c:v>40</c:v>
                </c:pt>
                <c:pt idx="2">
                  <c:v>30</c:v>
                </c:pt>
                <c:pt idx="3">
                  <c:v>20</c:v>
                </c:pt>
                <c:pt idx="4">
                  <c:v>50</c:v>
                </c:pt>
                <c:pt idx="5">
                  <c:v>100</c:v>
                </c:pt>
                <c:pt idx="6">
                  <c:v>90</c:v>
                </c:pt>
                <c:pt idx="7">
                  <c:v>70</c:v>
                </c:pt>
                <c:pt idx="8">
                  <c:v>60</c:v>
                </c:pt>
                <c:pt idx="9">
                  <c:v>70</c:v>
                </c:pt>
                <c:pt idx="10">
                  <c:v>90</c:v>
                </c:pt>
                <c:pt idx="11">
                  <c:v>110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A78-4919-B4C2-3C267DF151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열4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40</c:v>
                </c:pt>
                <c:pt idx="1">
                  <c:v>80</c:v>
                </c:pt>
                <c:pt idx="2">
                  <c:v>60</c:v>
                </c:pt>
                <c:pt idx="3">
                  <c:v>70</c:v>
                </c:pt>
                <c:pt idx="4">
                  <c:v>100</c:v>
                </c:pt>
                <c:pt idx="5">
                  <c:v>70</c:v>
                </c:pt>
                <c:pt idx="6">
                  <c:v>40</c:v>
                </c:pt>
                <c:pt idx="7">
                  <c:v>70</c:v>
                </c:pt>
                <c:pt idx="8">
                  <c:v>100</c:v>
                </c:pt>
                <c:pt idx="9">
                  <c:v>110</c:v>
                </c:pt>
                <c:pt idx="10">
                  <c:v>110</c:v>
                </c:pt>
                <c:pt idx="11">
                  <c:v>100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A78-4919-B4C2-3C267DF15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0377144"/>
        <c:axId val="750382632"/>
      </c:barChart>
      <c:catAx>
        <c:axId val="75037714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82632"/>
        <c:crosses val="autoZero"/>
        <c:auto val="1"/>
        <c:lblAlgn val="ctr"/>
        <c:lblOffset val="100"/>
        <c:noMultiLvlLbl val="0"/>
      </c:catAx>
      <c:valAx>
        <c:axId val="750382632"/>
        <c:scaling>
          <c:orientation val="minMax"/>
          <c:max val="600"/>
        </c:scaling>
        <c:delete val="0"/>
        <c:axPos val="l"/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7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84937056462382488"/>
          <c:y val="8.862300824690568E-2"/>
          <c:w val="7.2401386936345943E-2"/>
          <c:h val="0.3045007767617317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3110846245530394E-2"/>
          <c:y val="3.2544378698224852E-2"/>
          <c:w val="0.9761620977353993"/>
          <c:h val="0.887573964497041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noFill/>
            <a:ln w="25386">
              <a:noFill/>
            </a:ln>
          </c:spPr>
          <c:invertIfNegative val="0"/>
          <c:cat>
            <c:numRef>
              <c:f>Sheet1!$B$1:$K$1</c:f>
              <c:numCache>
                <c:formatCode>General</c:formatCode>
                <c:ptCount val="10"/>
              </c:numCache>
            </c:numRef>
          </c:cat>
          <c:val>
            <c:numRef>
              <c:f>Sheet1!$B$2:$K$2</c:f>
              <c:numCache>
                <c:formatCode>General</c:formatCode>
                <c:ptCount val="10"/>
                <c:pt idx="1">
                  <c:v>50</c:v>
                </c:pt>
                <c:pt idx="2">
                  <c:v>40.799999999999997</c:v>
                </c:pt>
                <c:pt idx="3">
                  <c:v>32.6</c:v>
                </c:pt>
                <c:pt idx="4">
                  <c:v>25.4</c:v>
                </c:pt>
                <c:pt idx="5">
                  <c:v>18.3</c:v>
                </c:pt>
                <c:pt idx="6">
                  <c:v>12</c:v>
                </c:pt>
                <c:pt idx="7">
                  <c:v>6.3</c:v>
                </c:pt>
                <c:pt idx="8">
                  <c:v>1.7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490-4744-8C48-CD8FE68DB9A0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</c:strCache>
            </c:strRef>
          </c:tx>
          <c:spPr>
            <a:solidFill>
              <a:srgbClr val="B6B6B6"/>
            </a:solidFill>
            <a:ln w="12693">
              <a:noFill/>
              <a:prstDash val="solid"/>
            </a:ln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F490-4744-8C48-CD8FE68DB9A0}"/>
              </c:ext>
            </c:extLst>
          </c:dPt>
          <c:cat>
            <c:numRef>
              <c:f>Sheet1!$B$1:$K$1</c:f>
              <c:numCache>
                <c:formatCode>General</c:formatCode>
                <c:ptCount val="10"/>
              </c:numCache>
            </c:numRef>
          </c:cat>
          <c:val>
            <c:numRef>
              <c:f>Sheet1!$B$3:$K$3</c:f>
              <c:numCache>
                <c:formatCode>General</c:formatCode>
                <c:ptCount val="10"/>
                <c:pt idx="0">
                  <c:v>100</c:v>
                </c:pt>
                <c:pt idx="1">
                  <c:v>50</c:v>
                </c:pt>
                <c:pt idx="2">
                  <c:v>9.1999999999999993</c:v>
                </c:pt>
                <c:pt idx="3">
                  <c:v>8.1999999999999993</c:v>
                </c:pt>
                <c:pt idx="4">
                  <c:v>7.2</c:v>
                </c:pt>
                <c:pt idx="5">
                  <c:v>7.1</c:v>
                </c:pt>
                <c:pt idx="6">
                  <c:v>6.3</c:v>
                </c:pt>
                <c:pt idx="7">
                  <c:v>5.7</c:v>
                </c:pt>
                <c:pt idx="8">
                  <c:v>4.5999999999999996</c:v>
                </c:pt>
                <c:pt idx="9">
                  <c:v>1.8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490-4744-8C48-CD8FE68DB9A0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</c:strCache>
            </c:strRef>
          </c:tx>
          <c:spPr>
            <a:solidFill>
              <a:schemeClr val="hlink"/>
            </a:solidFill>
            <a:ln w="12693">
              <a:solidFill>
                <a:schemeClr val="tx1"/>
              </a:solidFill>
              <a:prstDash val="solid"/>
            </a:ln>
          </c:spPr>
          <c:invertIfNegative val="0"/>
          <c:cat>
            <c:numRef>
              <c:f>Sheet1!$B$1:$K$1</c:f>
              <c:numCache>
                <c:formatCode>General</c:formatCode>
                <c:ptCount val="10"/>
              </c:numCache>
            </c:numRef>
          </c:cat>
          <c:val>
            <c:numRef>
              <c:f>Sheet1!$B$4:$K$4</c:f>
              <c:numCache>
                <c:formatCode>General</c:formatCode>
                <c:ptCount val="10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F490-4744-8C48-CD8FE68DB9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50376360"/>
        <c:axId val="750375576"/>
      </c:barChart>
      <c:catAx>
        <c:axId val="750376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2"/>
          </a:solidFill>
          <a:ln w="3173">
            <a:solidFill>
              <a:schemeClr val="bg2"/>
            </a:solidFill>
            <a:prstDash val="solid"/>
          </a:ln>
        </c:spPr>
        <c:txPr>
          <a:bodyPr rot="0" vert="horz"/>
          <a:lstStyle/>
          <a:p>
            <a:pPr>
              <a:defRPr sz="1199" b="1" i="0" u="none" strike="noStrike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pPr>
            <a:endParaRPr lang="ko-KR"/>
          </a:p>
        </c:txPr>
        <c:crossAx val="750375576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750375576"/>
        <c:scaling>
          <c:orientation val="minMax"/>
          <c:max val="10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6347">
            <a:noFill/>
          </a:ln>
        </c:spPr>
        <c:crossAx val="75037636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3398" b="1" i="0" u="none" strike="noStrike" baseline="0">
          <a:solidFill>
            <a:schemeClr val="tx1"/>
          </a:solidFill>
          <a:latin typeface="Arial"/>
          <a:ea typeface="Arial"/>
          <a:cs typeface="Arial"/>
        </a:defRPr>
      </a:pPr>
      <a:endParaRPr lang="ko-KR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ko-KR" sz="1600" dirty="0"/>
              <a:t>차트 제목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2E1-4152-8784-BE20373D5896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2E1-4152-8784-BE20373D5896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계열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ser>
          <c:idx val="2"/>
          <c:order val="2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2E1-4152-8784-BE20373D5896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계열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9"/>
        <c:axId val="750381456"/>
        <c:axId val="750383024"/>
      </c:barChart>
      <c:catAx>
        <c:axId val="750381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83024"/>
        <c:crosses val="autoZero"/>
        <c:auto val="1"/>
        <c:lblAlgn val="ctr"/>
        <c:lblOffset val="100"/>
        <c:noMultiLvlLbl val="0"/>
      </c:catAx>
      <c:valAx>
        <c:axId val="750383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81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 baseline="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ko-KR" sz="1600" dirty="0"/>
              <a:t>차트 제목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none" spc="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728-464A-8126-8366E89B401F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728-464A-8126-8366E89B401F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계열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E728-464A-8126-8366E89B401F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계열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750377928"/>
        <c:axId val="750379496"/>
      </c:barChart>
      <c:catAx>
        <c:axId val="7503779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9496"/>
        <c:crosses val="autoZero"/>
        <c:auto val="1"/>
        <c:lblAlgn val="ctr"/>
        <c:lblOffset val="100"/>
        <c:noMultiLvlLbl val="0"/>
      </c:catAx>
      <c:valAx>
        <c:axId val="7503794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7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 baseline="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0" normalizeH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j-cs"/>
              </a:defRPr>
            </a:pPr>
            <a:r>
              <a:rPr lang="ko-KR" altLang="en-US" sz="1600" dirty="0" err="1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형강</a:t>
            </a:r>
            <a:r>
              <a:rPr lang="ko-KR" altLang="en-US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연간생산량</a:t>
            </a:r>
            <a:endParaRPr lang="ko-KR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>
        <c:manualLayout>
          <c:xMode val="edge"/>
          <c:yMode val="edge"/>
          <c:x val="0.2481059465512960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0" normalizeH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5900964148647382E-2"/>
          <c:y val="0.1741082308629667"/>
          <c:w val="0.85052770757277929"/>
          <c:h val="0.7396261216350946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Sheet1!$B$2:$B$5</c:f>
              <c:numCache>
                <c:formatCode>General</c:formatCode>
                <c:ptCount val="4"/>
                <c:pt idx="0">
                  <c:v>133</c:v>
                </c:pt>
                <c:pt idx="1">
                  <c:v>131</c:v>
                </c:pt>
                <c:pt idx="2">
                  <c:v>128</c:v>
                </c:pt>
                <c:pt idx="3">
                  <c:v>130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728-464A-8126-8366E89B401F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2020</c:v>
                      </c:pt>
                      <c:pt idx="1">
                        <c:v>2019</c:v>
                      </c:pt>
                      <c:pt idx="2">
                        <c:v>2018</c:v>
                      </c:pt>
                      <c:pt idx="3">
                        <c:v>2017</c:v>
                      </c:pt>
                    </c:numCache>
                  </c:num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50374400"/>
        <c:axId val="750374792"/>
      </c:barChart>
      <c:catAx>
        <c:axId val="7503744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4792"/>
        <c:crosses val="autoZero"/>
        <c:auto val="1"/>
        <c:lblAlgn val="ctr"/>
        <c:lblOffset val="100"/>
        <c:noMultiLvlLbl val="0"/>
      </c:catAx>
      <c:valAx>
        <c:axId val="7503747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5037440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0" normalizeH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j-cs"/>
              </a:defRPr>
            </a:pPr>
            <a:r>
              <a:rPr lang="ko-KR" altLang="en-US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칼라강판 </a:t>
            </a:r>
            <a:r>
              <a:rPr lang="ko-KR" altLang="en-US" sz="1600" dirty="0" err="1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연간생산량</a:t>
            </a:r>
            <a:endParaRPr lang="ko-KR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>
        <c:manualLayout>
          <c:xMode val="edge"/>
          <c:yMode val="edge"/>
          <c:x val="0.18227004678566461"/>
          <c:y val="5.5146420259144756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0" normalizeH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5900964148647382E-2"/>
          <c:y val="0.1741082308629667"/>
          <c:w val="0.85052770757277929"/>
          <c:h val="0.7396261216350946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78</c:v>
                </c:pt>
                <c:pt idx="2">
                  <c:v>72</c:v>
                </c:pt>
                <c:pt idx="3">
                  <c:v>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19F-4F71-975E-786D3FC05132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2020</c:v>
                      </c:pt>
                      <c:pt idx="1">
                        <c:v>2019</c:v>
                      </c:pt>
                      <c:pt idx="2">
                        <c:v>2018</c:v>
                      </c:pt>
                      <c:pt idx="3">
                        <c:v>2017</c:v>
                      </c:pt>
                    </c:numCache>
                  </c:num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50375968"/>
        <c:axId val="750376752"/>
      </c:barChart>
      <c:catAx>
        <c:axId val="750375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6752"/>
        <c:crosses val="autoZero"/>
        <c:auto val="1"/>
        <c:lblAlgn val="ctr"/>
        <c:lblOffset val="100"/>
        <c:noMultiLvlLbl val="0"/>
      </c:catAx>
      <c:valAx>
        <c:axId val="750376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503759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0" normalizeH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j-cs"/>
              </a:defRPr>
            </a:pPr>
            <a:r>
              <a:rPr lang="ko-KR" altLang="en-US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봉강 </a:t>
            </a:r>
            <a:r>
              <a:rPr lang="ko-KR" altLang="en-US" sz="1600" dirty="0" err="1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연간생산량</a:t>
            </a:r>
            <a:endParaRPr lang="ko-KR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>
        <c:manualLayout>
          <c:xMode val="edge"/>
          <c:yMode val="edge"/>
          <c:x val="0.2481059465512960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0" normalizeH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8.5900964148647382E-2"/>
          <c:y val="0.1741082308629667"/>
          <c:w val="0.85052770757277929"/>
          <c:h val="0.7396261216350946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277</c:v>
                </c:pt>
                <c:pt idx="2">
                  <c:v>275</c:v>
                </c:pt>
                <c:pt idx="3">
                  <c:v>276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2CD-4785-9102-1EFE2AA7B88C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2020</c:v>
                      </c:pt>
                      <c:pt idx="1">
                        <c:v>2019</c:v>
                      </c:pt>
                      <c:pt idx="2">
                        <c:v>2018</c:v>
                      </c:pt>
                      <c:pt idx="3">
                        <c:v>2017</c:v>
                      </c:pt>
                    </c:numCache>
                  </c:num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750377536"/>
        <c:axId val="750378320"/>
      </c:barChart>
      <c:catAx>
        <c:axId val="75037753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50378320"/>
        <c:crosses val="autoZero"/>
        <c:auto val="1"/>
        <c:lblAlgn val="ctr"/>
        <c:lblOffset val="100"/>
        <c:noMultiLvlLbl val="0"/>
      </c:catAx>
      <c:valAx>
        <c:axId val="750378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5037753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62626">
                <a:lumMod val="10000"/>
                <a:lumOff val="90000"/>
              </a:srgbClr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A33-45D7-815A-BAB48EB5E7D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4B6580">
                <a:lumMod val="60000"/>
                <a:lumOff val="40000"/>
              </a:srgbClr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A33-45D7-815A-BAB48EB5E7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750379104"/>
        <c:axId val="750380672"/>
      </c:barChart>
      <c:catAx>
        <c:axId val="750379104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750380672"/>
        <c:crosses val="autoZero"/>
        <c:auto val="1"/>
        <c:lblAlgn val="ctr"/>
        <c:lblOffset val="100"/>
        <c:noMultiLvlLbl val="0"/>
      </c:catAx>
      <c:valAx>
        <c:axId val="7503806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본고딕 Normal" pitchFamily="34" charset="-127"/>
                <a:ea typeface="본고딕 Normal" pitchFamily="34" charset="-127"/>
                <a:cs typeface="Arial" pitchFamily="34" charset="0"/>
              </a:defRPr>
            </a:pPr>
            <a:endParaRPr lang="ko-KR"/>
          </a:p>
        </c:txPr>
        <c:crossAx val="7503791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B6580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554-4CD5-8F03-D2ED56D094B3}"/>
              </c:ext>
            </c:extLst>
          </c:dPt>
          <c:dPt>
            <c:idx val="1"/>
            <c:invertIfNegative val="0"/>
            <c:bubble3D val="0"/>
            <c:spPr>
              <a:solidFill>
                <a:srgbClr val="4B6580">
                  <a:lumMod val="60000"/>
                  <a:lumOff val="40000"/>
                </a:srgbClr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554-4CD5-8F03-D2ED56D094B3}"/>
              </c:ext>
            </c:extLst>
          </c:dPt>
          <c:dPt>
            <c:idx val="2"/>
            <c:invertIfNegative val="0"/>
            <c:bubble3D val="0"/>
            <c:spPr>
              <a:solidFill>
                <a:srgbClr val="B7D0D4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554-4CD5-8F03-D2ED56D094B3}"/>
              </c:ext>
            </c:extLst>
          </c:dPt>
          <c:dPt>
            <c:idx val="3"/>
            <c:invertIfNegative val="0"/>
            <c:bubble3D val="0"/>
            <c:spPr>
              <a:solidFill>
                <a:srgbClr val="262626">
                  <a:lumMod val="10000"/>
                  <a:lumOff val="90000"/>
                </a:srgbClr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554-4CD5-8F03-D2ED56D094B3}"/>
              </c:ext>
            </c:extLst>
          </c:dPt>
          <c:cat>
            <c:strRef>
              <c:f>Sheet1!$A$2:$A$5</c:f>
              <c:strCache>
                <c:ptCount val="4"/>
                <c:pt idx="0">
                  <c:v>텍스트1</c:v>
                </c:pt>
                <c:pt idx="1">
                  <c:v>텍스트2</c:v>
                </c:pt>
                <c:pt idx="2">
                  <c:v>텍스트3</c:v>
                </c:pt>
                <c:pt idx="3">
                  <c:v>텍스트4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35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C554-4CD5-8F03-D2ED56D094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0385768"/>
        <c:axId val="750386160"/>
      </c:barChart>
      <c:catAx>
        <c:axId val="75038576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1"/>
                </a:solidFill>
              </a:defRPr>
            </a:pPr>
            <a:endParaRPr lang="ko-KR"/>
          </a:p>
        </c:txPr>
        <c:crossAx val="750386160"/>
        <c:crosses val="autoZero"/>
        <c:auto val="1"/>
        <c:lblAlgn val="ctr"/>
        <c:lblOffset val="100"/>
        <c:noMultiLvlLbl val="0"/>
      </c:catAx>
      <c:valAx>
        <c:axId val="750386160"/>
        <c:scaling>
          <c:orientation val="minMax"/>
        </c:scaling>
        <c:delete val="1"/>
        <c:axPos val="b"/>
        <c:majorGridlines>
          <c:spPr>
            <a:ln>
              <a:solidFill>
                <a:schemeClr val="bg1">
                  <a:lumMod val="75000"/>
                </a:schemeClr>
              </a:solidFill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crossAx val="750385768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effectLst/>
  </c:spPr>
  <c:txPr>
    <a:bodyPr/>
    <a:lstStyle/>
    <a:p>
      <a:pPr>
        <a:defRPr sz="1200"/>
      </a:pPr>
      <a:endParaRPr lang="ko-KR"/>
    </a:p>
  </c:txPr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2118776603701747E-2"/>
          <c:y val="3.4599070838070373E-2"/>
          <c:w val="0.91735452109937032"/>
          <c:h val="0.86146728985080079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Label a</c:v>
                </c:pt>
              </c:strCache>
            </c:strRef>
          </c:tx>
          <c:spPr>
            <a:solidFill>
              <a:srgbClr val="262626">
                <a:lumMod val="10000"/>
                <a:lumOff val="90000"/>
              </a:srgbClr>
            </a:solidFill>
            <a:ln w="9525">
              <a:noFill/>
            </a:ln>
          </c:spPr>
          <c:invertIfNegative val="0"/>
          <c:dLbls>
            <c:dLbl>
              <c:idx val="0"/>
              <c:layout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latin typeface="+mn-ea"/>
                        <a:ea typeface="+mn-ea"/>
                      </a:defRPr>
                    </a:pPr>
                    <a:r>
                      <a:rPr lang="ko-KR" altLang="en-US" dirty="0" smtClean="0"/>
                      <a:t>텍스트</a:t>
                    </a:r>
                    <a:r>
                      <a:rPr lang="en-US" altLang="ko-KR" dirty="0" smtClean="0"/>
                      <a:t>a</a:t>
                    </a:r>
                    <a:endParaRPr lang="en-US" altLang="ko-KR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1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E-970B-4FAC-97F7-35D8C2A520A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</c:numCache>
            </c:numRef>
          </c:yVal>
          <c:bubbleSize>
            <c:numRef>
              <c:f>Sheet1!$C$2:$C$14</c:f>
              <c:numCache>
                <c:formatCode>General</c:formatCode>
                <c:ptCount val="13"/>
                <c:pt idx="0">
                  <c:v>1</c:v>
                </c:pt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0-970B-4FAC-97F7-35D8C2A520AE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Label b</c:v>
                </c:pt>
              </c:strCache>
            </c:strRef>
          </c:tx>
          <c:spPr>
            <a:solidFill>
              <a:srgbClr val="B7D0D4"/>
            </a:solidFill>
            <a:ln w="9525">
              <a:noFill/>
            </a:ln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ko-KR" altLang="en-US" smtClean="0"/>
                      <a:t>텍스트</a:t>
                    </a:r>
                    <a:r>
                      <a:rPr lang="en-US" altLang="ko-KR" smtClean="0"/>
                      <a:t>b</a:t>
                    </a:r>
                    <a:endParaRPr lang="en-US" altLang="ko-KR" dirty="0"/>
                  </a:p>
                </c:rich>
              </c:tx>
              <c:showLegendKey val="0"/>
              <c:showVal val="0"/>
              <c:showCatName val="0"/>
              <c:showSerName val="1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C204-4D12-B208-4ED1ED23469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ea"/>
                    <a:ea typeface="+mn-ea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Sheet1!$D$2:$D$14</c:f>
              <c:numCache>
                <c:formatCode>General</c:formatCode>
                <c:ptCount val="13"/>
                <c:pt idx="1">
                  <c:v>3</c:v>
                </c:pt>
              </c:numCache>
            </c:numRef>
          </c:yVal>
          <c:bubbleSize>
            <c:numRef>
              <c:f>Sheet1!$E$2:$E$14</c:f>
              <c:numCache>
                <c:formatCode>General</c:formatCode>
                <c:ptCount val="13"/>
                <c:pt idx="1">
                  <c:v>2</c:v>
                </c:pt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1-970B-4FAC-97F7-35D8C2A520AE}"/>
            </c:ext>
          </c:extLst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Label c</c:v>
                </c:pt>
              </c:strCache>
            </c:strRef>
          </c:tx>
          <c:spPr>
            <a:solidFill>
              <a:srgbClr val="002452"/>
            </a:solidFill>
            <a:ln w="9525">
              <a:noFill/>
            </a:ln>
          </c:spPr>
          <c:invertIfNegative val="0"/>
          <c:dPt>
            <c:idx val="2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D-970B-4FAC-97F7-35D8C2A520AE}"/>
              </c:ext>
            </c:extLst>
          </c:dPt>
          <c:dLbls>
            <c:dLbl>
              <c:idx val="2"/>
              <c:layout/>
              <c:tx>
                <c:rich>
                  <a:bodyPr wrap="square" lIns="38100" tIns="19050" rIns="38100" bIns="19050" anchor="ctr">
                    <a:spAutoFit/>
                  </a:bodyPr>
                  <a:lstStyle/>
                  <a:p>
                    <a:pPr>
                      <a:defRPr>
                        <a:latin typeface="+mn-ea"/>
                        <a:ea typeface="+mn-ea"/>
                      </a:defRPr>
                    </a:pPr>
                    <a:r>
                      <a:rPr lang="ko-KR" altLang="en-US" dirty="0" smtClean="0"/>
                      <a:t>텍스트</a:t>
                    </a:r>
                    <a:r>
                      <a:rPr lang="en-US" altLang="ko-KR" dirty="0" smtClean="0"/>
                      <a:t>c</a:t>
                    </a:r>
                    <a:endParaRPr lang="en-US" altLang="ko-KR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0"/>
              <c:showSerName val="1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970B-4FAC-97F7-35D8C2A520AE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Sheet1!$F$2:$F$14</c:f>
              <c:numCache>
                <c:formatCode>General</c:formatCode>
                <c:ptCount val="13"/>
                <c:pt idx="2">
                  <c:v>12</c:v>
                </c:pt>
              </c:numCache>
            </c:numRef>
          </c:yVal>
          <c:bubbleSize>
            <c:numRef>
              <c:f>Sheet1!$G$2:$G$14</c:f>
              <c:numCache>
                <c:formatCode>General</c:formatCode>
                <c:ptCount val="13"/>
                <c:pt idx="2">
                  <c:v>1</c:v>
                </c:pt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2-970B-4FAC-97F7-35D8C2A520AE}"/>
            </c:ext>
          </c:extLst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Label d</c:v>
                </c:pt>
              </c:strCache>
            </c:strRef>
          </c:tx>
          <c:spPr>
            <a:solidFill>
              <a:srgbClr val="B6B6B6"/>
            </a:solidFill>
            <a:ln w="9525">
              <a:noFill/>
            </a:ln>
          </c:spPr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ko-KR" altLang="en-US" smtClean="0"/>
                      <a:t>텍스트</a:t>
                    </a:r>
                    <a:r>
                      <a:rPr lang="en-US" altLang="ko-KR" smtClean="0"/>
                      <a:t>d</a:t>
                    </a:r>
                    <a:endParaRPr lang="en-US" altLang="ko-KR" dirty="0"/>
                  </a:p>
                </c:rich>
              </c:tx>
              <c:showLegendKey val="0"/>
              <c:showVal val="0"/>
              <c:showCatName val="0"/>
              <c:showSerName val="1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C204-4D12-B208-4ED1ED23469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ea"/>
                    <a:ea typeface="+mn-ea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Sheet1!$H$2:$H$14</c:f>
              <c:numCache>
                <c:formatCode>General</c:formatCode>
                <c:ptCount val="13"/>
                <c:pt idx="3">
                  <c:v>15</c:v>
                </c:pt>
              </c:numCache>
            </c:numRef>
          </c:yVal>
          <c:bubbleSize>
            <c:numRef>
              <c:f>Sheet1!$I$2:$I$14</c:f>
              <c:numCache>
                <c:formatCode>General</c:formatCode>
                <c:ptCount val="13"/>
                <c:pt idx="3">
                  <c:v>2</c:v>
                </c:pt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3-970B-4FAC-97F7-35D8C2A520AE}"/>
            </c:ext>
          </c:extLst>
        </c:ser>
        <c:ser>
          <c:idx val="4"/>
          <c:order val="4"/>
          <c:tx>
            <c:strRef>
              <c:f>Sheet1!$J$1</c:f>
              <c:strCache>
                <c:ptCount val="1"/>
                <c:pt idx="0">
                  <c:v>Label e</c:v>
                </c:pt>
              </c:strCache>
            </c:strRef>
          </c:tx>
          <c:spPr>
            <a:solidFill>
              <a:srgbClr val="4B6580">
                <a:lumMod val="60000"/>
                <a:lumOff val="40000"/>
              </a:srgbClr>
            </a:solidFill>
            <a:ln w="9525">
              <a:noFill/>
            </a:ln>
          </c:spPr>
          <c:invertIfNegative val="0"/>
          <c:dLbls>
            <c:dLbl>
              <c:idx val="4"/>
              <c:layout/>
              <c:tx>
                <c:rich>
                  <a:bodyPr/>
                  <a:lstStyle/>
                  <a:p>
                    <a:r>
                      <a:rPr lang="ko-KR" altLang="en-US" smtClean="0"/>
                      <a:t>텍스트</a:t>
                    </a:r>
                    <a:r>
                      <a:rPr lang="en-US" altLang="ko-KR" smtClean="0"/>
                      <a:t>e</a:t>
                    </a:r>
                    <a:endParaRPr lang="en-US" altLang="ko-KR" dirty="0"/>
                  </a:p>
                </c:rich>
              </c:tx>
              <c:showLegendKey val="0"/>
              <c:showVal val="0"/>
              <c:showCatName val="0"/>
              <c:showSerName val="1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204-4D12-B208-4ED1ED23469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ea"/>
                    <a:ea typeface="+mn-ea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Sheet1!$J$2:$J$14</c:f>
              <c:numCache>
                <c:formatCode>General</c:formatCode>
                <c:ptCount val="13"/>
                <c:pt idx="4">
                  <c:v>6</c:v>
                </c:pt>
              </c:numCache>
            </c:numRef>
          </c:yVal>
          <c:bubbleSize>
            <c:numRef>
              <c:f>Sheet1!$K$2:$K$14</c:f>
              <c:numCache>
                <c:formatCode>General</c:formatCode>
                <c:ptCount val="13"/>
                <c:pt idx="4">
                  <c:v>3</c:v>
                </c:pt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4-970B-4FAC-97F7-35D8C2A520AE}"/>
            </c:ext>
          </c:extLst>
        </c:ser>
        <c:ser>
          <c:idx val="5"/>
          <c:order val="5"/>
          <c:tx>
            <c:strRef>
              <c:f>Sheet1!$L$1</c:f>
              <c:strCache>
                <c:ptCount val="1"/>
                <c:pt idx="0">
                  <c:v>Label f</c:v>
                </c:pt>
              </c:strCache>
            </c:strRef>
          </c:tx>
          <c:spPr>
            <a:solidFill>
              <a:srgbClr val="E9B86E"/>
            </a:solidFill>
            <a:ln w="9525">
              <a:noFill/>
            </a:ln>
          </c:spPr>
          <c:invertIfNegative val="0"/>
          <c:dLbls>
            <c:dLbl>
              <c:idx val="5"/>
              <c:layout/>
              <c:tx>
                <c:rich>
                  <a:bodyPr/>
                  <a:lstStyle/>
                  <a:p>
                    <a:r>
                      <a:rPr lang="ko-KR" altLang="en-US" smtClean="0"/>
                      <a:t>텍스트</a:t>
                    </a:r>
                    <a:r>
                      <a:rPr lang="en-US" altLang="ko-KR" smtClean="0"/>
                      <a:t>f</a:t>
                    </a:r>
                    <a:endParaRPr lang="en-US" altLang="ko-KR" dirty="0"/>
                  </a:p>
                </c:rich>
              </c:tx>
              <c:showLegendKey val="0"/>
              <c:showVal val="0"/>
              <c:showCatName val="0"/>
              <c:showSerName val="1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C204-4D12-B208-4ED1ED23469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latin typeface="+mn-ea"/>
                    <a:ea typeface="+mn-ea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Sheet1!$L$2:$L$14</c:f>
              <c:numCache>
                <c:formatCode>General</c:formatCode>
                <c:ptCount val="13"/>
                <c:pt idx="5">
                  <c:v>17</c:v>
                </c:pt>
              </c:numCache>
            </c:numRef>
          </c:yVal>
          <c:bubbleSize>
            <c:numRef>
              <c:f>Sheet1!$M$2:$M$14</c:f>
              <c:numCache>
                <c:formatCode>General</c:formatCode>
                <c:ptCount val="13"/>
                <c:pt idx="5">
                  <c:v>3</c:v>
                </c:pt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5-970B-4FAC-97F7-35D8C2A520AE}"/>
            </c:ext>
          </c:extLst>
        </c:ser>
        <c:ser>
          <c:idx val="6"/>
          <c:order val="6"/>
          <c:tx>
            <c:strRef>
              <c:f>Sheet1!$N$1</c:f>
              <c:strCache>
                <c:ptCount val="1"/>
                <c:pt idx="0">
                  <c:v>Label g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Sheet1!$N$2:$N$14</c:f>
              <c:numCache>
                <c:formatCode>General</c:formatCode>
                <c:ptCount val="13"/>
              </c:numCache>
            </c:numRef>
          </c:yVal>
          <c:bubbleSize>
            <c:numRef>
              <c:f>Sheet1!$O$2:$O$14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6-970B-4FAC-97F7-35D8C2A520AE}"/>
            </c:ext>
          </c:extLst>
        </c:ser>
        <c:ser>
          <c:idx val="7"/>
          <c:order val="7"/>
          <c:tx>
            <c:strRef>
              <c:f>Sheet1!$P$1</c:f>
              <c:strCache>
                <c:ptCount val="1"/>
                <c:pt idx="0">
                  <c:v>Label h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Sheet1!$P$2:$P$14</c:f>
              <c:numCache>
                <c:formatCode>General</c:formatCode>
                <c:ptCount val="13"/>
              </c:numCache>
            </c:numRef>
          </c:yVal>
          <c:bubbleSize>
            <c:numRef>
              <c:f>Sheet1!$Q$2:$Q$14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7-970B-4FAC-97F7-35D8C2A520AE}"/>
            </c:ext>
          </c:extLst>
        </c:ser>
        <c:ser>
          <c:idx val="8"/>
          <c:order val="8"/>
          <c:tx>
            <c:strRef>
              <c:f>Sheet1!$R$1</c:f>
              <c:strCache>
                <c:ptCount val="1"/>
                <c:pt idx="0">
                  <c:v>Label i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Sheet1!$R$2:$R$14</c:f>
              <c:numCache>
                <c:formatCode>General</c:formatCode>
                <c:ptCount val="13"/>
              </c:numCache>
            </c:numRef>
          </c:yVal>
          <c:bubbleSize>
            <c:numRef>
              <c:f>Sheet1!$S$2:$S$14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8-970B-4FAC-97F7-35D8C2A520AE}"/>
            </c:ext>
          </c:extLst>
        </c:ser>
        <c:ser>
          <c:idx val="9"/>
          <c:order val="9"/>
          <c:tx>
            <c:strRef>
              <c:f>Sheet1!$T$1</c:f>
              <c:strCache>
                <c:ptCount val="1"/>
                <c:pt idx="0">
                  <c:v>Label j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Sheet1!$T$2:$T$14</c:f>
              <c:numCache>
                <c:formatCode>General</c:formatCode>
                <c:ptCount val="13"/>
              </c:numCache>
            </c:numRef>
          </c:yVal>
          <c:bubbleSize>
            <c:numRef>
              <c:f>Sheet1!$U$2:$U$14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9-970B-4FAC-97F7-35D8C2A520AE}"/>
            </c:ext>
          </c:extLst>
        </c:ser>
        <c:ser>
          <c:idx val="10"/>
          <c:order val="10"/>
          <c:tx>
            <c:strRef>
              <c:f>Sheet1!$V$1</c:f>
              <c:strCache>
                <c:ptCount val="1"/>
                <c:pt idx="0">
                  <c:v>Label k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Sheet1!$V$2:$V$14</c:f>
              <c:numCache>
                <c:formatCode>General</c:formatCode>
                <c:ptCount val="13"/>
              </c:numCache>
            </c:numRef>
          </c:yVal>
          <c:bubbleSize>
            <c:numRef>
              <c:f>Sheet1!$W$2:$W$14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A-970B-4FAC-97F7-35D8C2A520AE}"/>
            </c:ext>
          </c:extLst>
        </c:ser>
        <c:ser>
          <c:idx val="11"/>
          <c:order val="11"/>
          <c:tx>
            <c:strRef>
              <c:f>Sheet1!$X$1</c:f>
              <c:strCache>
                <c:ptCount val="1"/>
                <c:pt idx="0">
                  <c:v>Label l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Sheet1!$X$2:$X$14</c:f>
              <c:numCache>
                <c:formatCode>General</c:formatCode>
                <c:ptCount val="13"/>
              </c:numCache>
            </c:numRef>
          </c:yVal>
          <c:bubbleSize>
            <c:numRef>
              <c:f>Sheet1!$Y$2:$Y$14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B-970B-4FAC-97F7-35D8C2A520AE}"/>
            </c:ext>
          </c:extLst>
        </c:ser>
        <c:ser>
          <c:idx val="12"/>
          <c:order val="12"/>
          <c:tx>
            <c:strRef>
              <c:f>Sheet1!$Z$1</c:f>
              <c:strCache>
                <c:ptCount val="1"/>
                <c:pt idx="0">
                  <c:v>Label m</c:v>
                </c:pt>
              </c:strCache>
            </c:strRef>
          </c:tx>
          <c:spPr>
            <a:solidFill>
              <a:srgbClr val="8EC6A1"/>
            </a:solidFill>
            <a:ln w="9525">
              <a:solidFill>
                <a:srgbClr val="80808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Sheet1!$A$2:$A$14</c:f>
              <c:numCache>
                <c:formatCode>General</c:formatCode>
                <c:ptCount val="13"/>
                <c:pt idx="0">
                  <c:v>18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Sheet1!$Z$2:$Z$14</c:f>
              <c:numCache>
                <c:formatCode>General</c:formatCode>
                <c:ptCount val="13"/>
              </c:numCache>
            </c:numRef>
          </c:yVal>
          <c:bubbleSize>
            <c:numRef>
              <c:f>Sheet1!$AA$2:$AA$14</c:f>
              <c:numCache>
                <c:formatCode>General</c:formatCode>
                <c:ptCount val="13"/>
              </c:numCache>
            </c:numRef>
          </c:bubbleSize>
          <c:bubble3D val="0"/>
          <c:extLst xmlns:c16r2="http://schemas.microsoft.com/office/drawing/2015/06/chart">
            <c:ext xmlns:c16="http://schemas.microsoft.com/office/drawing/2014/chart" uri="{C3380CC4-5D6E-409C-BE32-E72D297353CC}">
              <c16:uniqueId val="{0000000C-970B-4FAC-97F7-35D8C2A52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750383808"/>
        <c:axId val="750384200"/>
      </c:bubbleChart>
      <c:valAx>
        <c:axId val="750383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 sz="1000" baseline="0">
                <a:latin typeface="+mn-ea"/>
                <a:ea typeface="+mn-ea"/>
              </a:defRPr>
            </a:pPr>
            <a:endParaRPr lang="ko-KR"/>
          </a:p>
        </c:txPr>
        <c:crossAx val="750384200"/>
        <c:crosses val="autoZero"/>
        <c:crossBetween val="midCat"/>
      </c:valAx>
      <c:valAx>
        <c:axId val="7503842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 sz="1000" baseline="0">
                <a:solidFill>
                  <a:schemeClr val="tx1"/>
                </a:solidFill>
                <a:latin typeface="+mn-ea"/>
                <a:ea typeface="+mn-ea"/>
              </a:defRPr>
            </a:pPr>
            <a:endParaRPr lang="ko-KR"/>
          </a:p>
        </c:txPr>
        <c:crossAx val="75038380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Arial" pitchFamily="34" charset="0"/>
          <a:cs typeface="Arial" pitchFamily="34" charset="0"/>
        </a:defRPr>
      </a:pPr>
      <a:endParaRPr lang="ko-KR"/>
    </a:p>
  </c:txPr>
  <c:externalData r:id="rId2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Dot Dark Green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6"/>
            <c:spPr>
              <a:solidFill>
                <a:schemeClr val="tx2"/>
              </a:solidFill>
              <a:ln>
                <a:noFill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5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7289-47AE-9050-865F1065FF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Square Dark Blue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6"/>
            <c:spPr>
              <a:solidFill>
                <a:srgbClr val="E9B86E"/>
              </a:solidFill>
              <a:ln>
                <a:noFill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Sheet1!$C$2:$C$10</c:f>
              <c:numCache>
                <c:formatCode>General</c:formatCode>
                <c:ptCount val="9"/>
                <c:pt idx="0">
                  <c:v>10</c:v>
                </c:pt>
                <c:pt idx="1">
                  <c:v>8</c:v>
                </c:pt>
                <c:pt idx="2">
                  <c:v>10</c:v>
                </c:pt>
                <c:pt idx="3">
                  <c:v>8</c:v>
                </c:pt>
                <c:pt idx="4">
                  <c:v>10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7289-47AE-9050-865F1065FF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Triangle Dark Brown</c:v>
                </c:pt>
              </c:strCache>
            </c:strRef>
          </c:tx>
          <c:spPr>
            <a:ln w="28575">
              <a:noFill/>
            </a:ln>
          </c:spPr>
          <c:marker>
            <c:symbol val="triangle"/>
            <c:size val="6"/>
            <c:spPr>
              <a:solidFill>
                <a:srgbClr val="655939"/>
              </a:solidFill>
              <a:ln>
                <a:solidFill>
                  <a:srgbClr val="655939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Sheet1!$D$2:$D$10</c:f>
              <c:numCache>
                <c:formatCode>General</c:formatCode>
                <c:ptCount val="9"/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7289-47AE-9050-865F1065FF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Diamond Dark Grey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6"/>
            <c:spPr>
              <a:solidFill>
                <a:schemeClr val="accent4"/>
              </a:solidFill>
              <a:ln>
                <a:solidFill>
                  <a:schemeClr val="accent4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Sheet1!$E$2:$E$10</c:f>
              <c:numCache>
                <c:formatCode>General</c:formatCode>
                <c:ptCount val="9"/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7289-47AE-9050-865F1065FF0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Dot Dark Yellow-White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6"/>
            <c:spPr>
              <a:solidFill>
                <a:schemeClr val="bg1"/>
              </a:solidFill>
              <a:ln>
                <a:solidFill>
                  <a:srgbClr val="CFA649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Sheet1!$F$2:$F$10</c:f>
              <c:numCache>
                <c:formatCode>General</c:formatCode>
                <c:ptCount val="9"/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4-7289-47AE-9050-865F1065FF0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Square Dark Orange-White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6"/>
            <c:spPr>
              <a:solidFill>
                <a:schemeClr val="bg1"/>
              </a:solidFill>
              <a:ln>
                <a:solidFill>
                  <a:srgbClr val="DC8700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Sheet1!$G$2:$G$10</c:f>
              <c:numCache>
                <c:formatCode>General</c:formatCode>
                <c:ptCount val="9"/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7289-47AE-9050-865F1065FF0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Triangle Dark Red-White</c:v>
                </c:pt>
              </c:strCache>
            </c:strRef>
          </c:tx>
          <c:spPr>
            <a:ln w="28575">
              <a:noFill/>
            </a:ln>
          </c:spPr>
          <c:marker>
            <c:symbol val="triangle"/>
            <c:size val="6"/>
            <c:spPr>
              <a:solidFill>
                <a:schemeClr val="bg1"/>
              </a:solidFill>
              <a:ln>
                <a:solidFill>
                  <a:srgbClr val="9C3328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Sheet1!$H$2:$H$10</c:f>
              <c:numCache>
                <c:formatCode>General</c:formatCode>
                <c:ptCount val="9"/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6-7289-47AE-9050-865F1065FF0E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Diamond Black-White</c:v>
                </c:pt>
              </c:strCache>
            </c:strRef>
          </c:tx>
          <c:spPr>
            <a:ln w="28575">
              <a:solidFill>
                <a:schemeClr val="tx1"/>
              </a:solidFill>
            </a:ln>
          </c:spPr>
          <c:marker>
            <c:symbol val="diamond"/>
            <c:size val="7"/>
            <c:spPr>
              <a:solidFill>
                <a:srgbClr val="FFFFFF"/>
              </a:solidFill>
              <a:ln>
                <a:solidFill>
                  <a:schemeClr val="tx1"/>
                </a:solidFill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Sheet1!$I$2:$I$10</c:f>
              <c:numCache>
                <c:formatCode>General</c:formatCode>
                <c:ptCount val="9"/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7-7289-47AE-9050-865F1065F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0384984"/>
        <c:axId val="750385376"/>
      </c:scatterChart>
      <c:valAx>
        <c:axId val="750384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808080"/>
            </a:solidFill>
          </a:ln>
        </c:spPr>
        <c:crossAx val="750385376"/>
        <c:crosses val="autoZero"/>
        <c:crossBetween val="midCat"/>
      </c:valAx>
      <c:valAx>
        <c:axId val="7503853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08080"/>
            </a:solidFill>
          </a:ln>
        </c:spPr>
        <c:crossAx val="750384984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 baseline="0">
          <a:latin typeface="Arial" pitchFamily="34" charset="0"/>
          <a:cs typeface="Arial" pitchFamily="34" charset="0"/>
        </a:defRPr>
      </a:pPr>
      <a:endParaRPr lang="ko-KR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r>
              <a:rPr lang="ko-KR" sz="160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 제목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example01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numRef>
              <c:f>Лист1!$A$2:$A$6</c:f>
              <c:numCache>
                <c:formatCode>m/d/yyyy</c:formatCode>
                <c:ptCount val="5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</c:numCache>
            </c:num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5</c:v>
                </c:pt>
                <c:pt idx="1">
                  <c:v>13</c:v>
                </c:pt>
                <c:pt idx="2">
                  <c:v>28</c:v>
                </c:pt>
                <c:pt idx="3">
                  <c:v>32</c:v>
                </c:pt>
                <c:pt idx="4">
                  <c:v>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317-49DC-B44F-D83365E2B2B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example02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numRef>
              <c:f>Лист1!$A$2:$A$6</c:f>
              <c:numCache>
                <c:formatCode>m/d/yyyy</c:formatCode>
                <c:ptCount val="5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</c:numCache>
            </c:num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0</c:v>
                </c:pt>
                <c:pt idx="1">
                  <c:v>8</c:v>
                </c:pt>
                <c:pt idx="2">
                  <c:v>12</c:v>
                </c:pt>
                <c:pt idx="3">
                  <c:v>25</c:v>
                </c:pt>
                <c:pt idx="4">
                  <c:v>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317-49DC-B44F-D83365E2B2B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example03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Лист1!$A$2:$A$6</c:f>
              <c:numCache>
                <c:formatCode>m/d/yyyy</c:formatCode>
                <c:ptCount val="5"/>
                <c:pt idx="0">
                  <c:v>42522</c:v>
                </c:pt>
                <c:pt idx="1">
                  <c:v>42552</c:v>
                </c:pt>
                <c:pt idx="2">
                  <c:v>42583</c:v>
                </c:pt>
                <c:pt idx="3">
                  <c:v>42614</c:v>
                </c:pt>
                <c:pt idx="4">
                  <c:v>42644</c:v>
                </c:pt>
              </c:numCache>
            </c:num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13</c:v>
                </c:pt>
                <c:pt idx="1">
                  <c:v>4</c:v>
                </c:pt>
                <c:pt idx="2">
                  <c:v>21</c:v>
                </c:pt>
                <c:pt idx="3">
                  <c:v>13</c:v>
                </c:pt>
                <c:pt idx="4">
                  <c:v>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317-49DC-B44F-D83365E2B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3857536"/>
        <c:axId val="743854792"/>
      </c:areaChart>
      <c:catAx>
        <c:axId val="743857536"/>
        <c:scaling>
          <c:orientation val="minMax"/>
        </c:scaling>
        <c:delete val="0"/>
        <c:axPos val="b"/>
        <c:numFmt formatCode="[$-419]mmmm;@" sourceLinked="0"/>
        <c:majorTickMark val="out"/>
        <c:minorTickMark val="none"/>
        <c:tickLblPos val="nextTo"/>
        <c:spPr>
          <a:noFill/>
          <a:ln w="317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743854792"/>
        <c:crosses val="autoZero"/>
        <c:auto val="0"/>
        <c:lblAlgn val="ctr"/>
        <c:lblOffset val="100"/>
        <c:noMultiLvlLbl val="0"/>
      </c:catAx>
      <c:valAx>
        <c:axId val="743854792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tx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743857536"/>
        <c:crossesAt val="1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4256157407407408"/>
          <c:y val="0.16908234257829483"/>
          <c:w val="0.78542361111111125"/>
          <c:h val="6.79180406533483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 baseline="0">
          <a:solidFill>
            <a:schemeClr val="tx1"/>
          </a:solidFill>
          <a:latin typeface="+mn-ea"/>
          <a:ea typeface="+mn-ea"/>
        </a:defRPr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all" spc="-20" normalizeH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pPr>
            <a:r>
              <a:rPr lang="ko-KR" sz="1600" b="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 제목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all" spc="-20" normalizeH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3"/>
              </a:solidFill>
              <a:ln w="9525">
                <a:solidFill>
                  <a:schemeClr val="accent3"/>
                </a:solidFill>
                <a:round/>
              </a:ln>
              <a:effectLst/>
            </c:spPr>
          </c:marker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A220-41DD-AD2F-3E50FEF88FA8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계열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ser>
          <c:idx val="1"/>
          <c:order val="1"/>
          <c:spPr>
            <a:ln w="22225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  <a:effectLst/>
            </c:spPr>
          </c:marker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A220-41DD-AD2F-3E50FEF88FA8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계열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ser>
          <c:idx val="2"/>
          <c:order val="2"/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accent2"/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A220-41DD-AD2F-3E50FEF88FA8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계열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항목 1</c:v>
                      </c:pt>
                      <c:pt idx="1">
                        <c:v>항목 2</c:v>
                      </c:pt>
                      <c:pt idx="2">
                        <c:v>항목 3</c:v>
                      </c:pt>
                      <c:pt idx="3">
                        <c:v>항목 4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3854400"/>
        <c:axId val="743856360"/>
      </c:lineChart>
      <c:catAx>
        <c:axId val="74385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3856360"/>
        <c:crosses val="autoZero"/>
        <c:auto val="1"/>
        <c:lblAlgn val="ctr"/>
        <c:lblOffset val="100"/>
        <c:noMultiLvlLbl val="0"/>
      </c:catAx>
      <c:valAx>
        <c:axId val="743856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385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>
              <a:solidFill>
                <a:srgbClr val="D55633"/>
              </a:solidFill>
            </a:ln>
          </c:spPr>
          <c:marker>
            <c:symbol val="circle"/>
            <c:size val="5"/>
            <c:spPr>
              <a:solidFill>
                <a:srgbClr val="D55633"/>
              </a:solidFill>
              <a:ln>
                <a:solidFill>
                  <a:srgbClr val="D55633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50B0-4AEC-8B6F-23620756CBEE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>
              <a:solidFill>
                <a:srgbClr val="002452"/>
              </a:solidFill>
            </a:ln>
          </c:spPr>
          <c:marker>
            <c:symbol val="circle"/>
            <c:size val="5"/>
            <c:spPr>
              <a:solidFill>
                <a:srgbClr val="002452"/>
              </a:solidFill>
              <a:ln>
                <a:solidFill>
                  <a:srgbClr val="00245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2300</c:v>
                </c:pt>
                <c:pt idx="1">
                  <c:v>3500</c:v>
                </c:pt>
                <c:pt idx="2">
                  <c:v>3007</c:v>
                </c:pt>
                <c:pt idx="3">
                  <c:v>5200</c:v>
                </c:pt>
                <c:pt idx="4">
                  <c:v>3400</c:v>
                </c:pt>
                <c:pt idx="5">
                  <c:v>3500</c:v>
                </c:pt>
                <c:pt idx="6">
                  <c:v>6400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50B0-4AEC-8B6F-23620756C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3855184"/>
        <c:axId val="743855968"/>
      </c:lineChart>
      <c:catAx>
        <c:axId val="7438551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chemeClr val="tx1"/>
                </a:solidFill>
                <a:latin typeface="+mj-lt"/>
              </a:defRPr>
            </a:pPr>
            <a:endParaRPr lang="ko-KR"/>
          </a:p>
        </c:txPr>
        <c:crossAx val="743855968"/>
        <c:crosses val="autoZero"/>
        <c:auto val="1"/>
        <c:lblAlgn val="ctr"/>
        <c:lblOffset val="100"/>
        <c:noMultiLvlLbl val="0"/>
      </c:catAx>
      <c:valAx>
        <c:axId val="7438559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 baseline="0">
                <a:solidFill>
                  <a:schemeClr val="tx1"/>
                </a:solidFill>
                <a:latin typeface="+mj-lt"/>
                <a:ea typeface="본고딕 Normal" panose="020B0400000000000000" pitchFamily="34" charset="-127"/>
              </a:defRPr>
            </a:pPr>
            <a:endParaRPr lang="ko-KR"/>
          </a:p>
        </c:txPr>
        <c:crossAx val="7438551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19050">
              <a:solidFill>
                <a:schemeClr val="accent3"/>
              </a:solidFill>
            </a:ln>
          </c:spPr>
          <c:marker>
            <c:symbol val="circle"/>
            <c:size val="5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marker>
          <c:dPt>
            <c:idx val="3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8E88-4E6B-8AC2-5C99CBE33FB6}"/>
              </c:ext>
            </c:extLst>
          </c:dPt>
          <c:dPt>
            <c:idx val="4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E88-4E6B-8AC2-5C99CBE33FB6}"/>
              </c:ext>
            </c:extLst>
          </c:dPt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4300</c:v>
                </c:pt>
                <c:pt idx="1">
                  <c:v>3700</c:v>
                </c:pt>
                <c:pt idx="2">
                  <c:v>5050</c:v>
                </c:pt>
                <c:pt idx="3">
                  <c:v>3500</c:v>
                </c:pt>
                <c:pt idx="4">
                  <c:v>4500</c:v>
                </c:pt>
                <c:pt idx="5">
                  <c:v>6700</c:v>
                </c:pt>
                <c:pt idx="6">
                  <c:v>3600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8E88-4E6B-8AC2-5C99CBE33F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19050">
              <a:solidFill>
                <a:schemeClr val="accent2"/>
              </a:solidFill>
            </a:ln>
          </c:spPr>
          <c:marker>
            <c:symbol val="circle"/>
            <c:size val="5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Item 1</c:v>
                </c:pt>
                <c:pt idx="1">
                  <c:v>Item 2</c:v>
                </c:pt>
                <c:pt idx="2">
                  <c:v>Item 3</c:v>
                </c:pt>
                <c:pt idx="3">
                  <c:v>Item 4</c:v>
                </c:pt>
                <c:pt idx="4">
                  <c:v>Item 5</c:v>
                </c:pt>
                <c:pt idx="5">
                  <c:v>Item 6</c:v>
                </c:pt>
                <c:pt idx="6">
                  <c:v>Item 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2400</c:v>
                </c:pt>
                <c:pt idx="1">
                  <c:v>4400</c:v>
                </c:pt>
                <c:pt idx="2">
                  <c:v>1800</c:v>
                </c:pt>
                <c:pt idx="3">
                  <c:v>2800</c:v>
                </c:pt>
                <c:pt idx="4">
                  <c:v>6700</c:v>
                </c:pt>
                <c:pt idx="5">
                  <c:v>5900</c:v>
                </c:pt>
                <c:pt idx="6">
                  <c:v>7700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8E88-4E6B-8AC2-5C99CBE33F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3843816"/>
        <c:axId val="743848520"/>
      </c:lineChart>
      <c:catAx>
        <c:axId val="7438438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 baseline="0">
                <a:solidFill>
                  <a:schemeClr val="tx1"/>
                </a:solidFill>
              </a:defRPr>
            </a:pPr>
            <a:endParaRPr lang="ko-KR"/>
          </a:p>
        </c:txPr>
        <c:crossAx val="743848520"/>
        <c:crosses val="autoZero"/>
        <c:auto val="1"/>
        <c:lblAlgn val="ctr"/>
        <c:lblOffset val="100"/>
        <c:noMultiLvlLbl val="0"/>
      </c:catAx>
      <c:valAx>
        <c:axId val="743848520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85000"/>
                </a:schemeClr>
              </a:solidFill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chemeClr val="tx1"/>
                </a:solidFill>
              </a:defRPr>
            </a:pPr>
            <a:endParaRPr lang="ko-KR"/>
          </a:p>
        </c:txPr>
        <c:crossAx val="7438438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</a:t>
            </a:r>
            <a:r>
              <a:rPr lang="en-US" alt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 </a:t>
            </a:r>
            <a:r>
              <a:rPr 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제목</a:t>
            </a:r>
            <a:endParaRPr lang="ko-KR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E19-4A7D-8A1E-925526FB230C}"/>
              </c:ext>
            </c:extLst>
          </c:dPt>
          <c:dPt>
            <c:idx val="1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E19-4A7D-8A1E-925526FB230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E19-4A7D-8A1E-925526FB230C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E19-4A7D-8A1E-925526FB230C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4E19-4A7D-8A1E-925526FB230C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  <c:pt idx="3">
                        <c:v>4분기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pPr>
            <a:r>
              <a:rPr 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</a:t>
            </a:r>
            <a:r>
              <a:rPr lang="en-US" alt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 </a:t>
            </a:r>
            <a:r>
              <a:rPr 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제목</a:t>
            </a:r>
            <a:endParaRPr lang="ko-KR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defRPr>
          </a:pPr>
          <a:endParaRPr lang="ko-KR"/>
        </a:p>
      </c:txPr>
    </c:title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B43-4A84-9645-86F29E1A8C44}"/>
              </c:ext>
            </c:extLst>
          </c:dPt>
          <c:dPt>
            <c:idx val="1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B43-4A84-9645-86F29E1A8C44}"/>
              </c:ext>
            </c:extLst>
          </c:dPt>
          <c:dPt>
            <c:idx val="2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B43-4A84-9645-86F29E1A8C44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8B43-4A84-9645-86F29E1A8C44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8B43-4A84-9645-86F29E1A8C44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  <c:pt idx="3">
                        <c:v>4분기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</a:t>
            </a:r>
            <a:r>
              <a:rPr lang="en-US" alt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 </a:t>
            </a:r>
            <a:r>
              <a:rPr lang="ko-KR" sz="1600" dirty="0" smtClean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제목</a:t>
            </a:r>
            <a:endParaRPr lang="ko-KR" sz="1600" dirty="0">
              <a:solidFill>
                <a:schemeClr val="tx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982-41AC-8977-37DB0EE8E6F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982-41AC-8977-37DB0EE8E6F9}"/>
              </c:ext>
            </c:extLst>
          </c:dPt>
          <c:dPt>
            <c:idx val="2"/>
            <c:bubble3D val="0"/>
            <c:spPr>
              <a:solidFill>
                <a:srgbClr val="8BA2BB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982-41AC-8977-37DB0EE8E6F9}"/>
              </c:ext>
            </c:extLst>
          </c:dPt>
          <c:dPt>
            <c:idx val="3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982-41AC-8977-37DB0EE8E6F9}"/>
              </c:ext>
            </c:extLst>
          </c:dP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C982-41AC-8977-37DB0EE8E6F9}"/>
            </c:ext>
            <c:ext xmlns:c15="http://schemas.microsoft.com/office/drawing/2012/chart" uri="{02D57815-91ED-43cb-92C2-25804820EDAC}">
              <c15:filteredSeriesTitle>
                <c15:tx>
                  <c:strRef>
                    <c:extLst xmlns:c16="http://schemas.microsoft.com/office/drawing/2014/chart" xmlns:c16r2="http://schemas.microsoft.com/office/drawing/2015/06/chart"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  <c:pt idx="3">
                        <c:v>4분기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sz="1600"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 제목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533-4AD1-8AD5-97C1A17D14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533-4AD1-8AD5-97C1A17D1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3849304"/>
        <c:axId val="743842640"/>
      </c:radarChart>
      <c:catAx>
        <c:axId val="74384930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3842640"/>
        <c:crosses val="autoZero"/>
        <c:auto val="1"/>
        <c:lblAlgn val="ctr"/>
        <c:lblOffset val="100"/>
        <c:noMultiLvlLbl val="0"/>
      </c:catAx>
      <c:valAx>
        <c:axId val="7438426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43849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ko-KR" sz="1600">
                <a:latin typeface="본고딕 Medium" panose="020B0600000000000000" pitchFamily="34" charset="-127"/>
                <a:ea typeface="본고딕 Medium" panose="020B0600000000000000" pitchFamily="34" charset="-127"/>
              </a:rPr>
              <a:t>차트 제목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533-4AD1-8AD5-97C1A17D14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533-4AD1-8AD5-97C1A17D1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3852440"/>
        <c:axId val="743841856"/>
      </c:radarChart>
      <c:catAx>
        <c:axId val="743852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43841856"/>
        <c:crosses val="autoZero"/>
        <c:auto val="1"/>
        <c:lblAlgn val="ctr"/>
        <c:lblOffset val="100"/>
        <c:noMultiLvlLbl val="0"/>
      </c:catAx>
      <c:valAx>
        <c:axId val="74384185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43852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5470990552706619E-2"/>
          <c:y val="1.0689468503937007E-2"/>
          <c:w val="0.9642522663173877"/>
          <c:h val="0.973851131889763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noFill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7E0-45C0-8759-20E5FD296521}"/>
              </c:ext>
            </c:extLst>
          </c:dPt>
          <c:dPt>
            <c:idx val="1"/>
            <c:bubble3D val="0"/>
            <c:spPr>
              <a:solidFill>
                <a:srgbClr val="4B6580">
                  <a:lumMod val="60000"/>
                  <a:lumOff val="40000"/>
                </a:srgb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7E0-45C0-8759-20E5FD296521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85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37E0-45C0-8759-20E5FD2965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7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5470990552706619E-2"/>
          <c:y val="1.0689468503937007E-2"/>
          <c:w val="0.9642522663173877"/>
          <c:h val="0.973851131889763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4B6580"/>
            </a:solidFill>
          </c:spPr>
          <c:dPt>
            <c:idx val="0"/>
            <c:bubble3D val="0"/>
            <c:spPr>
              <a:solidFill>
                <a:srgbClr val="FFFFFF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6DE-4D95-A2D0-183694C92F7C}"/>
              </c:ext>
            </c:extLst>
          </c:dPt>
          <c:dPt>
            <c:idx val="1"/>
            <c:bubble3D val="0"/>
            <c:spPr>
              <a:solidFill>
                <a:srgbClr val="00245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6DE-4D95-A2D0-183694C92F7C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6DE-4D95-A2D0-183694C92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5470990552706619E-2"/>
          <c:y val="1.0689468503937007E-2"/>
          <c:w val="0.9642522663173877"/>
          <c:h val="0.973851131889763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noFill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52D-4BFB-8396-B4E0C57FD100}"/>
              </c:ext>
            </c:extLst>
          </c:dPt>
          <c:dPt>
            <c:idx val="1"/>
            <c:bubble3D val="0"/>
            <c:spPr>
              <a:solidFill>
                <a:srgbClr val="B7D0D4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52D-4BFB-8396-B4E0C57FD100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52D-4BFB-8396-B4E0C57FD1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1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5470990552706619E-2"/>
          <c:y val="1.0689468503937007E-2"/>
          <c:w val="0.9642522663173877"/>
          <c:h val="0.973851131889763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noFill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DB3-4BFB-8A22-44CDDB494C46}"/>
              </c:ext>
            </c:extLst>
          </c:dPt>
          <c:dPt>
            <c:idx val="1"/>
            <c:bubble3D val="0"/>
            <c:spPr>
              <a:solidFill>
                <a:srgbClr val="262626">
                  <a:lumMod val="10000"/>
                  <a:lumOff val="90000"/>
                </a:srgb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DB3-4BFB-8A22-44CDDB494C46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DB3-4BFB-8A22-44CDDB494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3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2.4096705556699159E-2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rgbClr val="4B6580">
                  <a:lumMod val="60000"/>
                  <a:lumOff val="40000"/>
                </a:srgbClr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509C-4B71-BA4D-34A80458A6F8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509C-4B71-BA4D-34A80458A6F8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09C-4B71-BA4D-34A80458A6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2486444342411732E-2"/>
          <c:y val="3.4271544695395145E-2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rgbClr val="4B6580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848-44A7-AA4E-F8203247034D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848-44A7-AA4E-F8203247034D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848-44A7-AA4E-F82032470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3.614410972054765E-2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rgbClr val="B7D0D4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F46-4EA7-AF25-F86A4EF4B776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F46-4EA7-AF25-F86A4EF4B776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6F46-4EA7-AF25-F86A4EF4B7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3.614410972054765E-2"/>
          <c:w val="0.97594964195897427"/>
          <c:h val="0.9416349047996657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rgbClr val="B6B6B6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F46-4EA7-AF25-F86A4EF4B776}"/>
              </c:ext>
            </c:extLst>
          </c:dPt>
          <c:dPt>
            <c:idx val="1"/>
            <c:bubble3D val="0"/>
            <c:spPr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6F46-4EA7-AF25-F86A4EF4B776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6F46-4EA7-AF25-F86A4EF4B7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9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0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D13E36-383B-4407-A675-CE4F2011440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24FA4AE-A4CD-4C42-90F1-0192F66EB09D}">
      <dgm:prSet phldrT="[텍스트]" custT="1"/>
      <dgm:spPr>
        <a:xfrm>
          <a:off x="1151" y="327295"/>
          <a:ext cx="1402432" cy="560972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latinLnBrk="1"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en-US" altLang="ko-KR" sz="14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dirty="0">
            <a:solidFill>
              <a:schemeClr val="bg1"/>
            </a:solidFill>
            <a:latin typeface="본고딕 Medium" panose="020B0600000000000000" pitchFamily="34" charset="-127"/>
            <a:ea typeface="본고딕 Medium" panose="020B0600000000000000" pitchFamily="34" charset="-127"/>
            <a:cs typeface="+mn-cs"/>
          </a:endParaRPr>
        </a:p>
      </dgm:t>
    </dgm:pt>
    <dgm:pt modelId="{2323A198-CF8B-4FB1-9642-B7253E72734B}" type="parTrans" cxnId="{5B7F1771-675A-42EE-AFC3-9C6CE43F9EBA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56066C6E-C8EC-43DE-91A1-68C8C359450E}" type="sibTrans" cxnId="{5B7F1771-675A-42EE-AFC3-9C6CE43F9EBA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1DEFFF3C-B59C-4D3E-B61B-A93D5AFA58DA}">
      <dgm:prSet phldrT="[텍스트]" custT="1"/>
      <dgm:spPr>
        <a:xfrm>
          <a:off x="1153164" y="327295"/>
          <a:ext cx="1402432" cy="56097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latinLnBrk="1">
            <a:lnSpc>
              <a:spcPct val="80000"/>
            </a:lnSpc>
          </a:pPr>
          <a:r>
            <a:rPr lang="en-US" altLang="ko-KR" sz="14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gm:t>
    </dgm:pt>
    <dgm:pt modelId="{B243E125-BD51-4343-B23F-2B656B660520}" type="parTrans" cxnId="{F79E11C8-5544-4464-9D99-4B6B17EB5CBC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B88058A0-21C0-46E2-AC3B-16BF1918B2B4}" type="sibTrans" cxnId="{F79E11C8-5544-4464-9D99-4B6B17EB5CBC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077A9B17-CCC8-41B8-9A22-1E0D6F08F323}">
      <dgm:prSet phldrT="[텍스트]" custT="1"/>
      <dgm:spPr>
        <a:xfrm>
          <a:off x="2305136" y="327295"/>
          <a:ext cx="1402432" cy="56097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latinLnBrk="1">
            <a:lnSpc>
              <a:spcPct val="80000"/>
            </a:lnSpc>
          </a:pPr>
          <a:r>
            <a:rPr lang="en-US" altLang="ko-KR" sz="14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gm:t>
    </dgm:pt>
    <dgm:pt modelId="{1E6DF95F-B63C-442F-9F90-152668556C2E}" type="parTrans" cxnId="{76F4E334-92BB-4B1B-B3AE-C4415253F725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FEAC19FD-6457-481E-8070-C7FBF5C59DDB}" type="sibTrans" cxnId="{76F4E334-92BB-4B1B-B3AE-C4415253F725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A96DFD0F-4F82-445D-AE39-98F68FCC139E}" type="pres">
      <dgm:prSet presAssocID="{38D13E36-383B-4407-A675-CE4F20114402}" presName="Name0" presStyleCnt="0">
        <dgm:presLayoutVars>
          <dgm:dir/>
          <dgm:animLvl val="lvl"/>
          <dgm:resizeHandles val="exact"/>
        </dgm:presLayoutVars>
      </dgm:prSet>
      <dgm:spPr/>
    </dgm:pt>
    <dgm:pt modelId="{2613DCA4-6E49-46A3-ACBC-76B55D17B206}" type="pres">
      <dgm:prSet presAssocID="{024FA4AE-A4CD-4C42-90F1-0192F66EB0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C529ADC-AFCC-4271-813C-8215E64F3080}" type="pres">
      <dgm:prSet presAssocID="{56066C6E-C8EC-43DE-91A1-68C8C359450E}" presName="parTxOnlySpace" presStyleCnt="0"/>
      <dgm:spPr/>
    </dgm:pt>
    <dgm:pt modelId="{80AB94D2-50A2-42C6-BED1-E74DBE8FAD51}" type="pres">
      <dgm:prSet presAssocID="{1DEFFF3C-B59C-4D3E-B61B-A93D5AFA58DA}" presName="parTxOnly" presStyleLbl="node1" presStyleIdx="1" presStyleCnt="3" custLinFactNeighborX="-785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9FA95DC-F98A-409F-BAB6-FA28C67122C6}" type="pres">
      <dgm:prSet presAssocID="{B88058A0-21C0-46E2-AC3B-16BF1918B2B4}" presName="parTxOnlySpace" presStyleCnt="0"/>
      <dgm:spPr/>
    </dgm:pt>
    <dgm:pt modelId="{BB0E81CE-4499-444D-905B-64EC4746A00E}" type="pres">
      <dgm:prSet presAssocID="{077A9B17-CCC8-41B8-9A22-1E0D6F08F323}" presName="parTxOnly" presStyleLbl="node1" presStyleIdx="2" presStyleCnt="3" custLinFactX="-5715" custLinFactNeighborX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11011B0E-ACAC-4020-AF6B-D7BD1EC4716D}" type="presOf" srcId="{38D13E36-383B-4407-A675-CE4F20114402}" destId="{A96DFD0F-4F82-445D-AE39-98F68FCC139E}" srcOrd="0" destOrd="0" presId="urn:microsoft.com/office/officeart/2005/8/layout/chevron1"/>
    <dgm:cxn modelId="{3369CF92-92D6-4CAC-B8F2-48704CD63190}" type="presOf" srcId="{077A9B17-CCC8-41B8-9A22-1E0D6F08F323}" destId="{BB0E81CE-4499-444D-905B-64EC4746A00E}" srcOrd="0" destOrd="0" presId="urn:microsoft.com/office/officeart/2005/8/layout/chevron1"/>
    <dgm:cxn modelId="{5B7F1771-675A-42EE-AFC3-9C6CE43F9EBA}" srcId="{38D13E36-383B-4407-A675-CE4F20114402}" destId="{024FA4AE-A4CD-4C42-90F1-0192F66EB09D}" srcOrd="0" destOrd="0" parTransId="{2323A198-CF8B-4FB1-9642-B7253E72734B}" sibTransId="{56066C6E-C8EC-43DE-91A1-68C8C359450E}"/>
    <dgm:cxn modelId="{B9EC4F4A-2284-4076-9722-C34B88C87B86}" type="presOf" srcId="{1DEFFF3C-B59C-4D3E-B61B-A93D5AFA58DA}" destId="{80AB94D2-50A2-42C6-BED1-E74DBE8FAD51}" srcOrd="0" destOrd="0" presId="urn:microsoft.com/office/officeart/2005/8/layout/chevron1"/>
    <dgm:cxn modelId="{76F4E334-92BB-4B1B-B3AE-C4415253F725}" srcId="{38D13E36-383B-4407-A675-CE4F20114402}" destId="{077A9B17-CCC8-41B8-9A22-1E0D6F08F323}" srcOrd="2" destOrd="0" parTransId="{1E6DF95F-B63C-442F-9F90-152668556C2E}" sibTransId="{FEAC19FD-6457-481E-8070-C7FBF5C59DDB}"/>
    <dgm:cxn modelId="{F79E11C8-5544-4464-9D99-4B6B17EB5CBC}" srcId="{38D13E36-383B-4407-A675-CE4F20114402}" destId="{1DEFFF3C-B59C-4D3E-B61B-A93D5AFA58DA}" srcOrd="1" destOrd="0" parTransId="{B243E125-BD51-4343-B23F-2B656B660520}" sibTransId="{B88058A0-21C0-46E2-AC3B-16BF1918B2B4}"/>
    <dgm:cxn modelId="{8F4DED54-C5BB-49D1-8626-C55EAA186EA8}" type="presOf" srcId="{024FA4AE-A4CD-4C42-90F1-0192F66EB09D}" destId="{2613DCA4-6E49-46A3-ACBC-76B55D17B206}" srcOrd="0" destOrd="0" presId="urn:microsoft.com/office/officeart/2005/8/layout/chevron1"/>
    <dgm:cxn modelId="{42FED161-B781-4E91-B117-5386B38D3E3D}" type="presParOf" srcId="{A96DFD0F-4F82-445D-AE39-98F68FCC139E}" destId="{2613DCA4-6E49-46A3-ACBC-76B55D17B206}" srcOrd="0" destOrd="0" presId="urn:microsoft.com/office/officeart/2005/8/layout/chevron1"/>
    <dgm:cxn modelId="{40A4C96D-3443-4FFF-B89D-F43B5FEA7143}" type="presParOf" srcId="{A96DFD0F-4F82-445D-AE39-98F68FCC139E}" destId="{4C529ADC-AFCC-4271-813C-8215E64F3080}" srcOrd="1" destOrd="0" presId="urn:microsoft.com/office/officeart/2005/8/layout/chevron1"/>
    <dgm:cxn modelId="{81FC560F-566F-42CC-B28C-CF5182D6199A}" type="presParOf" srcId="{A96DFD0F-4F82-445D-AE39-98F68FCC139E}" destId="{80AB94D2-50A2-42C6-BED1-E74DBE8FAD51}" srcOrd="2" destOrd="0" presId="urn:microsoft.com/office/officeart/2005/8/layout/chevron1"/>
    <dgm:cxn modelId="{79B2A6D2-CD0E-4D5C-96EF-315CB785EBCA}" type="presParOf" srcId="{A96DFD0F-4F82-445D-AE39-98F68FCC139E}" destId="{89FA95DC-F98A-409F-BAB6-FA28C67122C6}" srcOrd="3" destOrd="0" presId="urn:microsoft.com/office/officeart/2005/8/layout/chevron1"/>
    <dgm:cxn modelId="{09D24CFD-9BE1-4810-9884-2401FC0030AE}" type="presParOf" srcId="{A96DFD0F-4F82-445D-AE39-98F68FCC139E}" destId="{BB0E81CE-4499-444D-905B-64EC4746A00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D13E36-383B-4407-A675-CE4F2011440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024FA4AE-A4CD-4C42-90F1-0192F66EB09D}">
      <dgm:prSet phldrT="[텍스트]" custT="1"/>
      <dgm:spPr>
        <a:xfrm>
          <a:off x="1151" y="327295"/>
          <a:ext cx="1402432" cy="56097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latinLnBrk="1">
            <a:lnSpc>
              <a:spcPct val="80000"/>
            </a:lnSpc>
            <a:spcAft>
              <a:spcPts val="0"/>
            </a:spcAft>
          </a:pPr>
          <a:r>
            <a:rPr lang="en-US" altLang="ko-KR" sz="14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gm:t>
    </dgm:pt>
    <dgm:pt modelId="{2323A198-CF8B-4FB1-9642-B7253E72734B}" type="parTrans" cxnId="{5B7F1771-675A-42EE-AFC3-9C6CE43F9EBA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56066C6E-C8EC-43DE-91A1-68C8C359450E}" type="sibTrans" cxnId="{5B7F1771-675A-42EE-AFC3-9C6CE43F9EBA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1DEFFF3C-B59C-4D3E-B61B-A93D5AFA58DA}">
      <dgm:prSet phldrT="[텍스트]" custT="1"/>
      <dgm:spPr>
        <a:xfrm>
          <a:off x="1153164" y="327295"/>
          <a:ext cx="1402432" cy="56097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latinLnBrk="1">
            <a:lnSpc>
              <a:spcPct val="80000"/>
            </a:lnSpc>
          </a:pPr>
          <a:r>
            <a:rPr lang="en-US" altLang="ko-KR" sz="14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gm:t>
    </dgm:pt>
    <dgm:pt modelId="{B243E125-BD51-4343-B23F-2B656B660520}" type="parTrans" cxnId="{F79E11C8-5544-4464-9D99-4B6B17EB5CBC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B88058A0-21C0-46E2-AC3B-16BF1918B2B4}" type="sibTrans" cxnId="{F79E11C8-5544-4464-9D99-4B6B17EB5CBC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077A9B17-CCC8-41B8-9A22-1E0D6F08F323}">
      <dgm:prSet phldrT="[텍스트]" custT="1"/>
      <dgm:spPr>
        <a:xfrm>
          <a:off x="2305136" y="327295"/>
          <a:ext cx="1402432" cy="56097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latinLnBrk="1">
            <a:lnSpc>
              <a:spcPct val="80000"/>
            </a:lnSpc>
          </a:pPr>
          <a:r>
            <a:rPr lang="en-US" altLang="ko-KR" sz="1400" spc="-20" dirty="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gm:t>
    </dgm:pt>
    <dgm:pt modelId="{1E6DF95F-B63C-442F-9F90-152668556C2E}" type="parTrans" cxnId="{76F4E334-92BB-4B1B-B3AE-C4415253F725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FEAC19FD-6457-481E-8070-C7FBF5C59DDB}" type="sibTrans" cxnId="{76F4E334-92BB-4B1B-B3AE-C4415253F725}">
      <dgm:prSet/>
      <dgm:spPr/>
      <dgm:t>
        <a:bodyPr/>
        <a:lstStyle/>
        <a:p>
          <a:pPr latinLnBrk="1"/>
          <a:endParaRPr lang="ko-KR" altLang="en-US" sz="1100">
            <a:latin typeface="본고딕 Medium" panose="020B0600000000000000" pitchFamily="34" charset="-127"/>
            <a:ea typeface="본고딕 Medium" panose="020B0600000000000000" pitchFamily="34" charset="-127"/>
          </a:endParaRPr>
        </a:p>
      </dgm:t>
    </dgm:pt>
    <dgm:pt modelId="{A96DFD0F-4F82-445D-AE39-98F68FCC139E}" type="pres">
      <dgm:prSet presAssocID="{38D13E36-383B-4407-A675-CE4F20114402}" presName="Name0" presStyleCnt="0">
        <dgm:presLayoutVars>
          <dgm:dir/>
          <dgm:animLvl val="lvl"/>
          <dgm:resizeHandles val="exact"/>
        </dgm:presLayoutVars>
      </dgm:prSet>
      <dgm:spPr/>
    </dgm:pt>
    <dgm:pt modelId="{2613DCA4-6E49-46A3-ACBC-76B55D17B206}" type="pres">
      <dgm:prSet presAssocID="{024FA4AE-A4CD-4C42-90F1-0192F66EB09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C529ADC-AFCC-4271-813C-8215E64F3080}" type="pres">
      <dgm:prSet presAssocID="{56066C6E-C8EC-43DE-91A1-68C8C359450E}" presName="parTxOnlySpace" presStyleCnt="0"/>
      <dgm:spPr/>
    </dgm:pt>
    <dgm:pt modelId="{80AB94D2-50A2-42C6-BED1-E74DBE8FAD51}" type="pres">
      <dgm:prSet presAssocID="{1DEFFF3C-B59C-4D3E-B61B-A93D5AFA58DA}" presName="parTxOnly" presStyleLbl="node1" presStyleIdx="1" presStyleCnt="3" custLinFactNeighborX="-785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9FA95DC-F98A-409F-BAB6-FA28C67122C6}" type="pres">
      <dgm:prSet presAssocID="{B88058A0-21C0-46E2-AC3B-16BF1918B2B4}" presName="parTxOnlySpace" presStyleCnt="0"/>
      <dgm:spPr/>
    </dgm:pt>
    <dgm:pt modelId="{BB0E81CE-4499-444D-905B-64EC4746A00E}" type="pres">
      <dgm:prSet presAssocID="{077A9B17-CCC8-41B8-9A22-1E0D6F08F323}" presName="parTxOnly" presStyleLbl="node1" presStyleIdx="2" presStyleCnt="3" custLinFactX="-5715" custLinFactNeighborX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9849E04A-E807-45EB-8AD9-0C75EF13461F}" type="presOf" srcId="{024FA4AE-A4CD-4C42-90F1-0192F66EB09D}" destId="{2613DCA4-6E49-46A3-ACBC-76B55D17B206}" srcOrd="0" destOrd="0" presId="urn:microsoft.com/office/officeart/2005/8/layout/chevron1"/>
    <dgm:cxn modelId="{D1FA8F2C-382B-4652-888A-98558A833906}" type="presOf" srcId="{077A9B17-CCC8-41B8-9A22-1E0D6F08F323}" destId="{BB0E81CE-4499-444D-905B-64EC4746A00E}" srcOrd="0" destOrd="0" presId="urn:microsoft.com/office/officeart/2005/8/layout/chevron1"/>
    <dgm:cxn modelId="{DDBB2BED-D761-41E8-B742-70337236CF35}" type="presOf" srcId="{38D13E36-383B-4407-A675-CE4F20114402}" destId="{A96DFD0F-4F82-445D-AE39-98F68FCC139E}" srcOrd="0" destOrd="0" presId="urn:microsoft.com/office/officeart/2005/8/layout/chevron1"/>
    <dgm:cxn modelId="{5B7F1771-675A-42EE-AFC3-9C6CE43F9EBA}" srcId="{38D13E36-383B-4407-A675-CE4F20114402}" destId="{024FA4AE-A4CD-4C42-90F1-0192F66EB09D}" srcOrd="0" destOrd="0" parTransId="{2323A198-CF8B-4FB1-9642-B7253E72734B}" sibTransId="{56066C6E-C8EC-43DE-91A1-68C8C359450E}"/>
    <dgm:cxn modelId="{76F4E334-92BB-4B1B-B3AE-C4415253F725}" srcId="{38D13E36-383B-4407-A675-CE4F20114402}" destId="{077A9B17-CCC8-41B8-9A22-1E0D6F08F323}" srcOrd="2" destOrd="0" parTransId="{1E6DF95F-B63C-442F-9F90-152668556C2E}" sibTransId="{FEAC19FD-6457-481E-8070-C7FBF5C59DDB}"/>
    <dgm:cxn modelId="{F79E11C8-5544-4464-9D99-4B6B17EB5CBC}" srcId="{38D13E36-383B-4407-A675-CE4F20114402}" destId="{1DEFFF3C-B59C-4D3E-B61B-A93D5AFA58DA}" srcOrd="1" destOrd="0" parTransId="{B243E125-BD51-4343-B23F-2B656B660520}" sibTransId="{B88058A0-21C0-46E2-AC3B-16BF1918B2B4}"/>
    <dgm:cxn modelId="{009EF918-1635-476D-9921-2A7782607E8F}" type="presOf" srcId="{1DEFFF3C-B59C-4D3E-B61B-A93D5AFA58DA}" destId="{80AB94D2-50A2-42C6-BED1-E74DBE8FAD51}" srcOrd="0" destOrd="0" presId="urn:microsoft.com/office/officeart/2005/8/layout/chevron1"/>
    <dgm:cxn modelId="{06206355-E2C1-429C-8AEC-8535A2678499}" type="presParOf" srcId="{A96DFD0F-4F82-445D-AE39-98F68FCC139E}" destId="{2613DCA4-6E49-46A3-ACBC-76B55D17B206}" srcOrd="0" destOrd="0" presId="urn:microsoft.com/office/officeart/2005/8/layout/chevron1"/>
    <dgm:cxn modelId="{79F3A4DB-DAF4-43DC-BEF1-9F3262280394}" type="presParOf" srcId="{A96DFD0F-4F82-445D-AE39-98F68FCC139E}" destId="{4C529ADC-AFCC-4271-813C-8215E64F3080}" srcOrd="1" destOrd="0" presId="urn:microsoft.com/office/officeart/2005/8/layout/chevron1"/>
    <dgm:cxn modelId="{6E2BA48E-C5CA-4E09-94B5-1CFFC33EB85D}" type="presParOf" srcId="{A96DFD0F-4F82-445D-AE39-98F68FCC139E}" destId="{80AB94D2-50A2-42C6-BED1-E74DBE8FAD51}" srcOrd="2" destOrd="0" presId="urn:microsoft.com/office/officeart/2005/8/layout/chevron1"/>
    <dgm:cxn modelId="{126C6C06-642C-4D85-8F2C-F71FE4E740B8}" type="presParOf" srcId="{A96DFD0F-4F82-445D-AE39-98F68FCC139E}" destId="{89FA95DC-F98A-409F-BAB6-FA28C67122C6}" srcOrd="3" destOrd="0" presId="urn:microsoft.com/office/officeart/2005/8/layout/chevron1"/>
    <dgm:cxn modelId="{070E4EDF-FCC8-4FF5-B4D6-37153D98C1E7}" type="presParOf" srcId="{A96DFD0F-4F82-445D-AE39-98F68FCC139E}" destId="{BB0E81CE-4499-444D-905B-64EC4746A00E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3DCA4-6E49-46A3-ACBC-76B55D17B206}">
      <dsp:nvSpPr>
        <dsp:cNvPr id="0" name=""/>
        <dsp:cNvSpPr/>
      </dsp:nvSpPr>
      <dsp:spPr>
        <a:xfrm>
          <a:off x="1299" y="291167"/>
          <a:ext cx="1583071" cy="633228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latinLnBrk="1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400" kern="12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kern="1200" dirty="0">
            <a:solidFill>
              <a:schemeClr val="bg1"/>
            </a:solidFill>
            <a:latin typeface="본고딕 Medium" panose="020B0600000000000000" pitchFamily="34" charset="-127"/>
            <a:ea typeface="본고딕 Medium" panose="020B0600000000000000" pitchFamily="34" charset="-127"/>
            <a:cs typeface="+mn-cs"/>
          </a:endParaRPr>
        </a:p>
      </dsp:txBody>
      <dsp:txXfrm>
        <a:off x="317913" y="291167"/>
        <a:ext cx="949843" cy="633228"/>
      </dsp:txXfrm>
    </dsp:sp>
    <dsp:sp modelId="{80AB94D2-50A2-42C6-BED1-E74DBE8FAD51}">
      <dsp:nvSpPr>
        <dsp:cNvPr id="0" name=""/>
        <dsp:cNvSpPr/>
      </dsp:nvSpPr>
      <dsp:spPr>
        <a:xfrm>
          <a:off x="1301697" y="291167"/>
          <a:ext cx="1583071" cy="633228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latinLnBrk="1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kern="120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sp:txBody>
      <dsp:txXfrm>
        <a:off x="1618311" y="291167"/>
        <a:ext cx="949843" cy="633228"/>
      </dsp:txXfrm>
    </dsp:sp>
    <dsp:sp modelId="{BB0E81CE-4499-444D-905B-64EC4746A00E}">
      <dsp:nvSpPr>
        <dsp:cNvPr id="0" name=""/>
        <dsp:cNvSpPr/>
      </dsp:nvSpPr>
      <dsp:spPr>
        <a:xfrm>
          <a:off x="2602049" y="291167"/>
          <a:ext cx="1583071" cy="633228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latinLnBrk="1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kern="120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sp:txBody>
      <dsp:txXfrm>
        <a:off x="2918663" y="291167"/>
        <a:ext cx="949843" cy="633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3DCA4-6E49-46A3-ACBC-76B55D17B206}">
      <dsp:nvSpPr>
        <dsp:cNvPr id="0" name=""/>
        <dsp:cNvSpPr/>
      </dsp:nvSpPr>
      <dsp:spPr>
        <a:xfrm>
          <a:off x="1299" y="369507"/>
          <a:ext cx="1583306" cy="63332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latinLnBrk="1">
            <a:lnSpc>
              <a:spcPct val="80000"/>
            </a:lnSpc>
            <a:spcBef>
              <a:spcPct val="0"/>
            </a:spcBef>
            <a:spcAft>
              <a:spcPts val="0"/>
            </a:spcAft>
          </a:pPr>
          <a:r>
            <a:rPr lang="en-US" altLang="ko-KR" sz="1400" kern="12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kern="120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sp:txBody>
      <dsp:txXfrm>
        <a:off x="317960" y="369507"/>
        <a:ext cx="949984" cy="633322"/>
      </dsp:txXfrm>
    </dsp:sp>
    <dsp:sp modelId="{80AB94D2-50A2-42C6-BED1-E74DBE8FAD51}">
      <dsp:nvSpPr>
        <dsp:cNvPr id="0" name=""/>
        <dsp:cNvSpPr/>
      </dsp:nvSpPr>
      <dsp:spPr>
        <a:xfrm>
          <a:off x="1301891" y="369507"/>
          <a:ext cx="1583306" cy="63332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latinLnBrk="1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spc="-2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kern="120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sp:txBody>
      <dsp:txXfrm>
        <a:off x="1618552" y="369507"/>
        <a:ext cx="949984" cy="633322"/>
      </dsp:txXfrm>
    </dsp:sp>
    <dsp:sp modelId="{BB0E81CE-4499-444D-905B-64EC4746A00E}">
      <dsp:nvSpPr>
        <dsp:cNvPr id="0" name=""/>
        <dsp:cNvSpPr/>
      </dsp:nvSpPr>
      <dsp:spPr>
        <a:xfrm>
          <a:off x="2602435" y="369507"/>
          <a:ext cx="1583306" cy="633322"/>
        </a:xfrm>
        <a:prstGeom prst="chevron">
          <a:avLst/>
        </a:prstGeom>
        <a:solidFill>
          <a:srgbClr val="8DA5BD"/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 latinLnBrk="1">
            <a:lnSpc>
              <a:spcPct val="8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kern="1200" spc="-20" dirty="0" smtClean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rPr>
            <a:t>M 14pt</a:t>
          </a:r>
          <a:endParaRPr lang="ko-KR" altLang="en-US" sz="1400" b="0" kern="1200" dirty="0">
            <a:solidFill>
              <a:sysClr val="window" lastClr="FFFFFF"/>
            </a:solidFill>
            <a:latin typeface="본고딕 Bold" panose="020B0800000000000000" pitchFamily="34" charset="-127"/>
            <a:ea typeface="본고딕 Bold" panose="020B0800000000000000" pitchFamily="34" charset="-127"/>
            <a:cs typeface="+mn-cs"/>
          </a:endParaRPr>
        </a:p>
      </dsp:txBody>
      <dsp:txXfrm>
        <a:off x="2919096" y="369507"/>
        <a:ext cx="949984" cy="6333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7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0.53621</cdr:x>
      <cdr:y>0.04845</cdr:y>
    </cdr:from>
    <cdr:to>
      <cdr:x>0.66832</cdr:x>
      <cdr:y>0.09911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4102777" y="220754"/>
          <a:ext cx="1010823" cy="2308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ko-KR" altLang="en-US" sz="1000" dirty="0" smtClean="0">
              <a:latin typeface="+mn-lt"/>
            </a:rPr>
            <a:t>단위</a:t>
          </a:r>
          <a:r>
            <a:rPr lang="en-US" altLang="ko-KR" sz="1000" dirty="0" smtClean="0">
              <a:latin typeface="+mn-lt"/>
            </a:rPr>
            <a:t>: </a:t>
          </a:r>
          <a:r>
            <a:rPr lang="ko-KR" altLang="en-US" sz="1000" dirty="0" err="1" smtClean="0">
              <a:latin typeface="+mn-lt"/>
            </a:rPr>
            <a:t>백만톤</a:t>
          </a:r>
          <a:endParaRPr lang="ko-KR" altLang="en-US" sz="1000" dirty="0">
            <a:latin typeface="+mn-lt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686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056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7807">
              <a:defRPr/>
            </a:pPr>
            <a:fld id="{AC3020D9-98B7-4E14-B3FC-1DA7B07C0A6A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477807">
                <a:defRPr/>
              </a:pPr>
              <a:t>18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423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7807">
              <a:defRPr/>
            </a:pPr>
            <a:fld id="{AC3020D9-98B7-4E14-B3FC-1DA7B07C0A6A}" type="slidenum">
              <a:rPr lang="ko-KR" altLang="en-US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pPr defTabSz="477807">
                <a:defRPr/>
              </a:pPr>
              <a:t>21</a:t>
            </a:fld>
            <a:endParaRPr lang="ko-KR" altLang="en-US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5846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77807">
              <a:defRPr/>
            </a:pPr>
            <a:fld id="{AC3020D9-98B7-4E14-B3FC-1DA7B07C0A6A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477807">
                <a:defRPr/>
              </a:pPr>
              <a:t>37</a:t>
            </a:fld>
            <a:endParaRPr lang="ko-KR" altLang="en-US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106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405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632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48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370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52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42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690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908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875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022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913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8712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32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1733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665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937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581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7889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960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04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8325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3817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034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51045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5670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7397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9985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9589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082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0147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6594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048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0787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468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9616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45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0782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441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5500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3217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2259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8094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89760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662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2254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9695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89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4492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13009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7673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6146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67411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82495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78180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2541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6649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63959-1759-4AF2-BCD1-A8244301673A}" type="slidenum">
              <a:rPr kumimoji="0" lang="ko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218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NULL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7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3.png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NULL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NULL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NULL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3.png"/><Relationship Id="rId2" Type="http://schemas.openxmlformats.org/officeDocument/2006/relationships/tags" Target="../tags/tag16.xml"/><Relationship Id="rId1" Type="http://schemas.openxmlformats.org/officeDocument/2006/relationships/vmlDrawing" Target="../drawings/vmlDrawing8.vml"/><Relationship Id="rId6" Type="http://schemas.openxmlformats.org/officeDocument/2006/relationships/image" Target="NULL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4.png"/><Relationship Id="rId2" Type="http://schemas.openxmlformats.org/officeDocument/2006/relationships/tags" Target="../tags/tag18.xml"/><Relationship Id="rId1" Type="http://schemas.openxmlformats.org/officeDocument/2006/relationships/vmlDrawing" Target="../drawings/vmlDrawing9.vml"/><Relationship Id="rId6" Type="http://schemas.openxmlformats.org/officeDocument/2006/relationships/image" Target="NULL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.png"/><Relationship Id="rId2" Type="http://schemas.openxmlformats.org/officeDocument/2006/relationships/tags" Target="../tags/tag20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.png"/><Relationship Id="rId2" Type="http://schemas.openxmlformats.org/officeDocument/2006/relationships/tags" Target="../tags/tag22.xml"/><Relationship Id="rId1" Type="http://schemas.openxmlformats.org/officeDocument/2006/relationships/vmlDrawing" Target="../drawings/vmlDrawing11.vml"/><Relationship Id="rId6" Type="http://schemas.openxmlformats.org/officeDocument/2006/relationships/image" Target="NULL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3.png"/><Relationship Id="rId2" Type="http://schemas.openxmlformats.org/officeDocument/2006/relationships/tags" Target="../tags/tag24.xml"/><Relationship Id="rId1" Type="http://schemas.openxmlformats.org/officeDocument/2006/relationships/vmlDrawing" Target="../drawings/vmlDrawing12.vml"/><Relationship Id="rId6" Type="http://schemas.openxmlformats.org/officeDocument/2006/relationships/image" Target="NULL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4.png"/><Relationship Id="rId2" Type="http://schemas.openxmlformats.org/officeDocument/2006/relationships/tags" Target="../tags/tag26.xml"/><Relationship Id="rId1" Type="http://schemas.openxmlformats.org/officeDocument/2006/relationships/vmlDrawing" Target="../drawings/vmlDrawing13.vml"/><Relationship Id="rId6" Type="http://schemas.openxmlformats.org/officeDocument/2006/relationships/image" Target="NULL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1.png"/><Relationship Id="rId2" Type="http://schemas.openxmlformats.org/officeDocument/2006/relationships/tags" Target="../tags/tag28.xml"/><Relationship Id="rId1" Type="http://schemas.openxmlformats.org/officeDocument/2006/relationships/vmlDrawing" Target="../drawings/vmlDrawing14.vml"/><Relationship Id="rId6" Type="http://schemas.openxmlformats.org/officeDocument/2006/relationships/image" Target="NULL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2.png"/><Relationship Id="rId2" Type="http://schemas.openxmlformats.org/officeDocument/2006/relationships/tags" Target="../tags/tag30.xml"/><Relationship Id="rId1" Type="http://schemas.openxmlformats.org/officeDocument/2006/relationships/vmlDrawing" Target="../drawings/vmlDrawing15.vml"/><Relationship Id="rId6" Type="http://schemas.openxmlformats.org/officeDocument/2006/relationships/image" Target="NULL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3.png"/><Relationship Id="rId2" Type="http://schemas.openxmlformats.org/officeDocument/2006/relationships/tags" Target="../tags/tag32.xml"/><Relationship Id="rId1" Type="http://schemas.openxmlformats.org/officeDocument/2006/relationships/vmlDrawing" Target="../drawings/vmlDrawing16.vml"/><Relationship Id="rId6" Type="http://schemas.openxmlformats.org/officeDocument/2006/relationships/image" Target="NULL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4.png"/><Relationship Id="rId2" Type="http://schemas.openxmlformats.org/officeDocument/2006/relationships/tags" Target="../tags/tag34.xml"/><Relationship Id="rId1" Type="http://schemas.openxmlformats.org/officeDocument/2006/relationships/vmlDrawing" Target="../drawings/vmlDrawing17.vml"/><Relationship Id="rId6" Type="http://schemas.openxmlformats.org/officeDocument/2006/relationships/image" Target="NULL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vmlDrawing" Target="../drawings/vmlDrawing18.vml"/><Relationship Id="rId6" Type="http://schemas.openxmlformats.org/officeDocument/2006/relationships/image" Target="NULL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5.png"/><Relationship Id="rId2" Type="http://schemas.openxmlformats.org/officeDocument/2006/relationships/tags" Target="../tags/tag38.xml"/><Relationship Id="rId1" Type="http://schemas.openxmlformats.org/officeDocument/2006/relationships/vmlDrawing" Target="../drawings/vmlDrawing19.vml"/><Relationship Id="rId6" Type="http://schemas.openxmlformats.org/officeDocument/2006/relationships/image" Target="NULL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5.png"/><Relationship Id="rId2" Type="http://schemas.openxmlformats.org/officeDocument/2006/relationships/tags" Target="../tags/tag40.xml"/><Relationship Id="rId1" Type="http://schemas.openxmlformats.org/officeDocument/2006/relationships/vmlDrawing" Target="../drawings/vmlDrawing20.vml"/><Relationship Id="rId6" Type="http://schemas.openxmlformats.org/officeDocument/2006/relationships/image" Target="NULL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5.png"/><Relationship Id="rId2" Type="http://schemas.openxmlformats.org/officeDocument/2006/relationships/tags" Target="../tags/tag42.xml"/><Relationship Id="rId1" Type="http://schemas.openxmlformats.org/officeDocument/2006/relationships/vmlDrawing" Target="../drawings/vmlDrawing21.vml"/><Relationship Id="rId6" Type="http://schemas.openxmlformats.org/officeDocument/2006/relationships/image" Target="NULL"/><Relationship Id="rId5" Type="http://schemas.openxmlformats.org/officeDocument/2006/relationships/oleObject" Target="../embeddings/oleObject21.bin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6.png"/><Relationship Id="rId2" Type="http://schemas.openxmlformats.org/officeDocument/2006/relationships/tags" Target="../tags/tag44.xml"/><Relationship Id="rId1" Type="http://schemas.openxmlformats.org/officeDocument/2006/relationships/vmlDrawing" Target="../drawings/vmlDrawing22.vml"/><Relationship Id="rId6" Type="http://schemas.openxmlformats.org/officeDocument/2006/relationships/image" Target="NULL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6.png"/><Relationship Id="rId2" Type="http://schemas.openxmlformats.org/officeDocument/2006/relationships/tags" Target="../tags/tag46.xml"/><Relationship Id="rId1" Type="http://schemas.openxmlformats.org/officeDocument/2006/relationships/vmlDrawing" Target="../drawings/vmlDrawing23.vml"/><Relationship Id="rId6" Type="http://schemas.openxmlformats.org/officeDocument/2006/relationships/image" Target="NULL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3.png"/><Relationship Id="rId2" Type="http://schemas.openxmlformats.org/officeDocument/2006/relationships/tags" Target="../tags/tag48.xml"/><Relationship Id="rId1" Type="http://schemas.openxmlformats.org/officeDocument/2006/relationships/vmlDrawing" Target="../drawings/vmlDrawing24.vml"/><Relationship Id="rId6" Type="http://schemas.openxmlformats.org/officeDocument/2006/relationships/image" Target="NULL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3.png"/><Relationship Id="rId2" Type="http://schemas.openxmlformats.org/officeDocument/2006/relationships/tags" Target="../tags/tag50.xml"/><Relationship Id="rId1" Type="http://schemas.openxmlformats.org/officeDocument/2006/relationships/vmlDrawing" Target="../drawings/vmlDrawing25.vml"/><Relationship Id="rId6" Type="http://schemas.openxmlformats.org/officeDocument/2006/relationships/image" Target="NULL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7" Type="http://schemas.openxmlformats.org/officeDocument/2006/relationships/image" Target="../media/image3.png"/><Relationship Id="rId2" Type="http://schemas.openxmlformats.org/officeDocument/2006/relationships/tags" Target="../tags/tag52.xml"/><Relationship Id="rId1" Type="http://schemas.openxmlformats.org/officeDocument/2006/relationships/vmlDrawing" Target="../drawings/vmlDrawing26.vml"/><Relationship Id="rId6" Type="http://schemas.openxmlformats.org/officeDocument/2006/relationships/image" Target="NULL"/><Relationship Id="rId5" Type="http://schemas.openxmlformats.org/officeDocument/2006/relationships/oleObject" Target="../embeddings/oleObject26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png"/><Relationship Id="rId2" Type="http://schemas.openxmlformats.org/officeDocument/2006/relationships/tags" Target="../tags/tag54.xml"/><Relationship Id="rId1" Type="http://schemas.openxmlformats.org/officeDocument/2006/relationships/vmlDrawing" Target="../drawings/vmlDrawing27.vml"/><Relationship Id="rId6" Type="http://schemas.openxmlformats.org/officeDocument/2006/relationships/image" Target="NULL"/><Relationship Id="rId5" Type="http://schemas.openxmlformats.org/officeDocument/2006/relationships/oleObject" Target="../embeddings/oleObject27.bin"/><Relationship Id="rId4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4.png"/><Relationship Id="rId2" Type="http://schemas.openxmlformats.org/officeDocument/2006/relationships/tags" Target="../tags/tag56.xml"/><Relationship Id="rId1" Type="http://schemas.openxmlformats.org/officeDocument/2006/relationships/vmlDrawing" Target="../drawings/vmlDrawing28.vml"/><Relationship Id="rId6" Type="http://schemas.openxmlformats.org/officeDocument/2006/relationships/image" Target="NULL"/><Relationship Id="rId5" Type="http://schemas.openxmlformats.org/officeDocument/2006/relationships/oleObject" Target="../embeddings/oleObject28.bin"/><Relationship Id="rId4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4.png"/><Relationship Id="rId2" Type="http://schemas.openxmlformats.org/officeDocument/2006/relationships/tags" Target="../tags/tag58.xml"/><Relationship Id="rId1" Type="http://schemas.openxmlformats.org/officeDocument/2006/relationships/vmlDrawing" Target="../drawings/vmlDrawing29.vml"/><Relationship Id="rId6" Type="http://schemas.openxmlformats.org/officeDocument/2006/relationships/image" Target="NULL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동국제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36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12" name="텍스트 개체 틀 1"/>
          <p:cNvSpPr txBox="1">
            <a:spLocks/>
          </p:cNvSpPr>
          <p:nvPr userDrawn="1"/>
        </p:nvSpPr>
        <p:spPr>
          <a:xfrm>
            <a:off x="7566736" y="6418708"/>
            <a:ext cx="2036113" cy="25255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738" kern="120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2202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4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4404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6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607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8809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10122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532147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54172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76196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7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0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DONGKUK STEEL GROUP</a:t>
            </a:r>
            <a:endParaRPr kumimoji="0" lang="ko-KR" altLang="en-US" sz="1000" b="0" i="0" u="none" strike="noStrike" kern="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bIns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 smtClean="0"/>
              <a:t>동국제강그룹 </a:t>
            </a:r>
            <a:br>
              <a:rPr lang="ko-KR" altLang="en-US" dirty="0" smtClean="0"/>
            </a:br>
            <a:r>
              <a:rPr lang="ko-KR" altLang="en-US" dirty="0" smtClean="0"/>
              <a:t>문서 템플릿 통합 계획안 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77015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err="1" smtClean="0"/>
              <a:t>전략실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경영전략팀</a:t>
            </a:r>
            <a:r>
              <a:rPr lang="en-US" altLang="ko-KR" dirty="0" smtClean="0"/>
              <a:t>Ⅰ2019.00</a:t>
            </a:r>
            <a:endParaRPr lang="ko-KR" alt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105" y="135958"/>
            <a:ext cx="146674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935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353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434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2047">
          <p15:clr>
            <a:srgbClr val="FBAE40"/>
          </p15:clr>
        </p15:guide>
        <p15:guide id="11" pos="17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1_동국제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631774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892948" y="1683187"/>
            <a:ext cx="3341001" cy="329059"/>
          </a:xfrm>
        </p:spPr>
        <p:txBody>
          <a:bodyPr bIns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 smtClean="0"/>
              <a:t>Contents</a:t>
            </a:r>
            <a:endParaRPr lang="ko-KR" altLang="en-US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892947" y="2537712"/>
            <a:ext cx="3341001" cy="3231363"/>
          </a:xfrm>
        </p:spPr>
        <p:txBody>
          <a:bodyPr>
            <a:noAutofit/>
          </a:bodyPr>
          <a:lstStyle>
            <a:lvl1pPr marL="342900" indent="-342900">
              <a:lnSpc>
                <a:spcPct val="200000"/>
              </a:lnSpc>
              <a:spcBef>
                <a:spcPts val="0"/>
              </a:spcBef>
              <a:buAutoNum type="arabicPeriod"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</a:p>
          <a:p>
            <a:pPr lvl="0"/>
            <a:r>
              <a:rPr lang="en-US" altLang="ko-KR" dirty="0" smtClean="0"/>
              <a:t>TABLE &amp; COLUMNS</a:t>
            </a:r>
          </a:p>
          <a:p>
            <a:pPr lvl="0"/>
            <a:r>
              <a:rPr lang="en-US" altLang="ko-KR" dirty="0" smtClean="0"/>
              <a:t>BOXES</a:t>
            </a:r>
          </a:p>
          <a:p>
            <a:pPr lvl="0"/>
            <a:r>
              <a:rPr lang="en-US" altLang="ko-KR" dirty="0" smtClean="0"/>
              <a:t>DIGRAM</a:t>
            </a:r>
          </a:p>
          <a:p>
            <a:pPr lvl="0"/>
            <a:r>
              <a:rPr lang="en-US" altLang="ko-KR" dirty="0" smtClean="0"/>
              <a:t>GRAPH</a:t>
            </a:r>
          </a:p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sp>
        <p:nvSpPr>
          <p:cNvPr id="56" name="텍스트 개체 틀 26"/>
          <p:cNvSpPr>
            <a:spLocks noGrp="1"/>
          </p:cNvSpPr>
          <p:nvPr>
            <p:ph type="body" sz="quarter" idx="21" hasCustomPrompt="1"/>
          </p:nvPr>
        </p:nvSpPr>
        <p:spPr>
          <a:xfrm>
            <a:off x="8072305" y="2537712"/>
            <a:ext cx="938691" cy="3231363"/>
          </a:xfrm>
        </p:spPr>
        <p:txBody>
          <a:bodyPr>
            <a:noAutofit/>
          </a:bodyPr>
          <a:lstStyle>
            <a:lvl1pPr marL="0" indent="0" algn="r">
              <a:lnSpc>
                <a:spcPct val="265000"/>
              </a:lnSpc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01 - 05</a:t>
            </a:r>
          </a:p>
          <a:p>
            <a:pPr lvl="0"/>
            <a:r>
              <a:rPr lang="en-US" altLang="ko-KR" dirty="0" smtClean="0"/>
              <a:t>05 - 15</a:t>
            </a:r>
          </a:p>
          <a:p>
            <a:pPr lvl="0"/>
            <a:r>
              <a:rPr lang="en-US" altLang="ko-KR" dirty="0" smtClean="0"/>
              <a:t>16 - 23</a:t>
            </a:r>
          </a:p>
          <a:p>
            <a:pPr lvl="0"/>
            <a:r>
              <a:rPr lang="en-US" altLang="ko-KR" dirty="0" smtClean="0"/>
              <a:t>22 - 55</a:t>
            </a:r>
          </a:p>
          <a:p>
            <a:pPr lvl="0"/>
            <a:r>
              <a:rPr lang="en-US" altLang="ko-KR" dirty="0" smtClean="0"/>
              <a:t>56 -66</a:t>
            </a:r>
          </a:p>
          <a:p>
            <a:pPr lvl="0"/>
            <a:r>
              <a:rPr lang="en-US" altLang="ko-KR" dirty="0" smtClean="0"/>
              <a:t>67 - 90 </a:t>
            </a:r>
          </a:p>
        </p:txBody>
      </p:sp>
      <p:sp>
        <p:nvSpPr>
          <p:cNvPr id="11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105" y="135958"/>
            <a:ext cx="146674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242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194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049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230">
          <p15:clr>
            <a:srgbClr val="FBAE40"/>
          </p15:clr>
        </p15:guide>
        <p15:guide id="11" pos="561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1_인터지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892948" y="1683187"/>
            <a:ext cx="3341001" cy="329059"/>
          </a:xfrm>
        </p:spPr>
        <p:txBody>
          <a:bodyPr bIns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 smtClean="0"/>
              <a:t>Contents</a:t>
            </a:r>
            <a:endParaRPr lang="ko-KR" altLang="en-US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892947" y="2537712"/>
            <a:ext cx="3341001" cy="3231363"/>
          </a:xfrm>
        </p:spPr>
        <p:txBody>
          <a:bodyPr>
            <a:noAutofit/>
          </a:bodyPr>
          <a:lstStyle>
            <a:lvl1pPr marL="342900" indent="-342900">
              <a:lnSpc>
                <a:spcPct val="200000"/>
              </a:lnSpc>
              <a:spcBef>
                <a:spcPts val="0"/>
              </a:spcBef>
              <a:buAutoNum type="arabicPeriod"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</a:p>
          <a:p>
            <a:pPr lvl="0"/>
            <a:r>
              <a:rPr lang="en-US" altLang="ko-KR" dirty="0" smtClean="0"/>
              <a:t>TABLE &amp; COLUMNS</a:t>
            </a:r>
          </a:p>
          <a:p>
            <a:pPr lvl="0"/>
            <a:r>
              <a:rPr lang="en-US" altLang="ko-KR" dirty="0" smtClean="0"/>
              <a:t>BOXES</a:t>
            </a:r>
          </a:p>
          <a:p>
            <a:pPr lvl="0"/>
            <a:r>
              <a:rPr lang="en-US" altLang="ko-KR" dirty="0" smtClean="0"/>
              <a:t>DIGRAM</a:t>
            </a:r>
          </a:p>
          <a:p>
            <a:pPr lvl="0"/>
            <a:r>
              <a:rPr lang="en-US" altLang="ko-KR" dirty="0" smtClean="0"/>
              <a:t>GRAPH</a:t>
            </a:r>
          </a:p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sp>
        <p:nvSpPr>
          <p:cNvPr id="56" name="텍스트 개체 틀 26"/>
          <p:cNvSpPr>
            <a:spLocks noGrp="1"/>
          </p:cNvSpPr>
          <p:nvPr>
            <p:ph type="body" sz="quarter" idx="21" hasCustomPrompt="1"/>
          </p:nvPr>
        </p:nvSpPr>
        <p:spPr>
          <a:xfrm>
            <a:off x="8072305" y="2537712"/>
            <a:ext cx="938691" cy="3231363"/>
          </a:xfrm>
        </p:spPr>
        <p:txBody>
          <a:bodyPr>
            <a:noAutofit/>
          </a:bodyPr>
          <a:lstStyle>
            <a:lvl1pPr marL="0" indent="0" algn="r">
              <a:lnSpc>
                <a:spcPct val="265000"/>
              </a:lnSpc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01 - 05</a:t>
            </a:r>
          </a:p>
          <a:p>
            <a:pPr lvl="0"/>
            <a:r>
              <a:rPr lang="en-US" altLang="ko-KR" dirty="0" smtClean="0"/>
              <a:t>05 - 15</a:t>
            </a:r>
          </a:p>
          <a:p>
            <a:pPr lvl="0"/>
            <a:r>
              <a:rPr lang="en-US" altLang="ko-KR" dirty="0" smtClean="0"/>
              <a:t>16 - 23</a:t>
            </a:r>
          </a:p>
          <a:p>
            <a:pPr lvl="0"/>
            <a:r>
              <a:rPr lang="en-US" altLang="ko-KR" dirty="0" smtClean="0"/>
              <a:t>22 - 55</a:t>
            </a:r>
          </a:p>
          <a:p>
            <a:pPr lvl="0"/>
            <a:r>
              <a:rPr lang="en-US" altLang="ko-KR" dirty="0" smtClean="0"/>
              <a:t>56 -66</a:t>
            </a:r>
          </a:p>
          <a:p>
            <a:pPr lvl="0"/>
            <a:r>
              <a:rPr lang="en-US" altLang="ko-KR" dirty="0" smtClean="0"/>
              <a:t>67 - 90 </a:t>
            </a:r>
          </a:p>
        </p:txBody>
      </p:sp>
      <p:sp>
        <p:nvSpPr>
          <p:cNvPr id="11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820" y="164856"/>
            <a:ext cx="966029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147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194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049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230">
          <p15:clr>
            <a:srgbClr val="FBAE40"/>
          </p15:clr>
        </p15:guide>
        <p15:guide id="11" pos="56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1_DK유엔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2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892948" y="1683187"/>
            <a:ext cx="3341001" cy="329059"/>
          </a:xfrm>
        </p:spPr>
        <p:txBody>
          <a:bodyPr bIns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spc="-50" baseline="0">
                <a:solidFill>
                  <a:srgbClr val="00245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 smtClean="0"/>
              <a:t>Contents</a:t>
            </a:r>
            <a:endParaRPr lang="ko-KR" altLang="en-US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892947" y="2537712"/>
            <a:ext cx="3341001" cy="3231363"/>
          </a:xfrm>
        </p:spPr>
        <p:txBody>
          <a:bodyPr>
            <a:noAutofit/>
          </a:bodyPr>
          <a:lstStyle>
            <a:lvl1pPr marL="342900" indent="-342900">
              <a:lnSpc>
                <a:spcPct val="200000"/>
              </a:lnSpc>
              <a:spcBef>
                <a:spcPts val="0"/>
              </a:spcBef>
              <a:buAutoNum type="arabicPeriod"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</a:p>
          <a:p>
            <a:pPr lvl="0"/>
            <a:r>
              <a:rPr lang="en-US" altLang="ko-KR" dirty="0" smtClean="0"/>
              <a:t>TABLE &amp; COLUMNS</a:t>
            </a:r>
          </a:p>
          <a:p>
            <a:pPr lvl="0"/>
            <a:r>
              <a:rPr lang="en-US" altLang="ko-KR" dirty="0" smtClean="0"/>
              <a:t>BOXES</a:t>
            </a:r>
          </a:p>
          <a:p>
            <a:pPr lvl="0"/>
            <a:r>
              <a:rPr lang="en-US" altLang="ko-KR" dirty="0" smtClean="0"/>
              <a:t>DIGRAM</a:t>
            </a:r>
          </a:p>
          <a:p>
            <a:pPr lvl="0"/>
            <a:r>
              <a:rPr lang="en-US" altLang="ko-KR" dirty="0" smtClean="0"/>
              <a:t>GRAPH</a:t>
            </a:r>
          </a:p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sp>
        <p:nvSpPr>
          <p:cNvPr id="56" name="텍스트 개체 틀 26"/>
          <p:cNvSpPr>
            <a:spLocks noGrp="1"/>
          </p:cNvSpPr>
          <p:nvPr>
            <p:ph type="body" sz="quarter" idx="21" hasCustomPrompt="1"/>
          </p:nvPr>
        </p:nvSpPr>
        <p:spPr>
          <a:xfrm>
            <a:off x="8072305" y="2537712"/>
            <a:ext cx="938691" cy="3231363"/>
          </a:xfrm>
        </p:spPr>
        <p:txBody>
          <a:bodyPr>
            <a:noAutofit/>
          </a:bodyPr>
          <a:lstStyle>
            <a:lvl1pPr marL="0" indent="0" algn="r">
              <a:lnSpc>
                <a:spcPct val="265000"/>
              </a:lnSpc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01 - 05</a:t>
            </a:r>
          </a:p>
          <a:p>
            <a:pPr lvl="0"/>
            <a:r>
              <a:rPr lang="en-US" altLang="ko-KR" dirty="0" smtClean="0"/>
              <a:t>05 - 15</a:t>
            </a:r>
          </a:p>
          <a:p>
            <a:pPr lvl="0"/>
            <a:r>
              <a:rPr lang="en-US" altLang="ko-KR" dirty="0" smtClean="0"/>
              <a:t>16 - 23</a:t>
            </a:r>
          </a:p>
          <a:p>
            <a:pPr lvl="0"/>
            <a:r>
              <a:rPr lang="en-US" altLang="ko-KR" dirty="0" smtClean="0"/>
              <a:t>22 - 55</a:t>
            </a:r>
          </a:p>
          <a:p>
            <a:pPr lvl="0"/>
            <a:r>
              <a:rPr lang="en-US" altLang="ko-KR" dirty="0" smtClean="0"/>
              <a:t>56 -66</a:t>
            </a:r>
          </a:p>
          <a:p>
            <a:pPr lvl="0"/>
            <a:r>
              <a:rPr lang="en-US" altLang="ko-KR" dirty="0" smtClean="0"/>
              <a:t>67 - 90 </a:t>
            </a:r>
          </a:p>
        </p:txBody>
      </p:sp>
      <p:sp>
        <p:nvSpPr>
          <p:cNvPr id="11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818" y="142122"/>
            <a:ext cx="747031" cy="2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8862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194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049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230">
          <p15:clr>
            <a:srgbClr val="FBAE40"/>
          </p15:clr>
        </p15:guide>
        <p15:guide id="11" pos="56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1_페럼인프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06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892948" y="1683187"/>
            <a:ext cx="3341001" cy="329059"/>
          </a:xfrm>
        </p:spPr>
        <p:txBody>
          <a:bodyPr bIns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 smtClean="0"/>
              <a:t>Contents</a:t>
            </a:r>
            <a:endParaRPr lang="ko-KR" altLang="en-US" dirty="0" smtClean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892947" y="2537712"/>
            <a:ext cx="3341001" cy="3231363"/>
          </a:xfrm>
        </p:spPr>
        <p:txBody>
          <a:bodyPr>
            <a:noAutofit/>
          </a:bodyPr>
          <a:lstStyle>
            <a:lvl1pPr marL="342900" indent="-342900">
              <a:lnSpc>
                <a:spcPct val="200000"/>
              </a:lnSpc>
              <a:spcBef>
                <a:spcPts val="0"/>
              </a:spcBef>
              <a:buAutoNum type="arabicPeriod"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</a:p>
          <a:p>
            <a:pPr lvl="0"/>
            <a:r>
              <a:rPr lang="en-US" altLang="ko-KR" dirty="0" smtClean="0"/>
              <a:t>TABLE &amp; COLUMNS</a:t>
            </a:r>
          </a:p>
          <a:p>
            <a:pPr lvl="0"/>
            <a:r>
              <a:rPr lang="en-US" altLang="ko-KR" dirty="0" smtClean="0"/>
              <a:t>BOXES</a:t>
            </a:r>
          </a:p>
          <a:p>
            <a:pPr lvl="0"/>
            <a:r>
              <a:rPr lang="en-US" altLang="ko-KR" dirty="0" smtClean="0"/>
              <a:t>DIGRAM</a:t>
            </a:r>
          </a:p>
          <a:p>
            <a:pPr lvl="0"/>
            <a:r>
              <a:rPr lang="en-US" altLang="ko-KR" dirty="0" smtClean="0"/>
              <a:t>GRAPH</a:t>
            </a:r>
          </a:p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sp>
        <p:nvSpPr>
          <p:cNvPr id="56" name="텍스트 개체 틀 26"/>
          <p:cNvSpPr>
            <a:spLocks noGrp="1"/>
          </p:cNvSpPr>
          <p:nvPr>
            <p:ph type="body" sz="quarter" idx="21" hasCustomPrompt="1"/>
          </p:nvPr>
        </p:nvSpPr>
        <p:spPr>
          <a:xfrm>
            <a:off x="8072305" y="2537712"/>
            <a:ext cx="938691" cy="3231363"/>
          </a:xfrm>
        </p:spPr>
        <p:txBody>
          <a:bodyPr>
            <a:noAutofit/>
          </a:bodyPr>
          <a:lstStyle>
            <a:lvl1pPr marL="0" indent="0" algn="r">
              <a:lnSpc>
                <a:spcPct val="265000"/>
              </a:lnSpc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01 - 05</a:t>
            </a:r>
          </a:p>
          <a:p>
            <a:pPr lvl="0"/>
            <a:r>
              <a:rPr lang="en-US" altLang="ko-KR" dirty="0" smtClean="0"/>
              <a:t>05 - 15</a:t>
            </a:r>
          </a:p>
          <a:p>
            <a:pPr lvl="0"/>
            <a:r>
              <a:rPr lang="en-US" altLang="ko-KR" dirty="0" smtClean="0"/>
              <a:t>16 - 23</a:t>
            </a:r>
          </a:p>
          <a:p>
            <a:pPr lvl="0"/>
            <a:r>
              <a:rPr lang="en-US" altLang="ko-KR" dirty="0" smtClean="0"/>
              <a:t>22 - 55</a:t>
            </a:r>
          </a:p>
          <a:p>
            <a:pPr lvl="0"/>
            <a:r>
              <a:rPr lang="en-US" altLang="ko-KR" dirty="0" smtClean="0"/>
              <a:t>56 -66</a:t>
            </a:r>
          </a:p>
          <a:p>
            <a:pPr lvl="0"/>
            <a:r>
              <a:rPr lang="en-US" altLang="ko-KR" dirty="0" smtClean="0"/>
              <a:t>67 - 90 </a:t>
            </a:r>
          </a:p>
        </p:txBody>
      </p:sp>
      <p:sp>
        <p:nvSpPr>
          <p:cNvPr id="11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90" y="151571"/>
            <a:ext cx="1228725" cy="18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425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194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049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230">
          <p15:clr>
            <a:srgbClr val="FBAE40"/>
          </p15:clr>
        </p15:guide>
        <p15:guide id="11" pos="56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2_동국제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81660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3578629" y="2717935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5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3578629" y="3665471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TABLE &amp; COLUMNS</a:t>
            </a:r>
            <a:endParaRPr lang="ko-KR" altLang="en-US" dirty="0"/>
          </a:p>
        </p:txBody>
      </p:sp>
      <p:sp>
        <p:nvSpPr>
          <p:cNvPr id="53" name="텍스트 개체 틀 26"/>
          <p:cNvSpPr>
            <a:spLocks noGrp="1"/>
          </p:cNvSpPr>
          <p:nvPr>
            <p:ph type="body" sz="quarter" idx="18" hasCustomPrompt="1"/>
          </p:nvPr>
        </p:nvSpPr>
        <p:spPr>
          <a:xfrm>
            <a:off x="3578629" y="4139239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54" name="텍스트 개체 틀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78629" y="4613007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GRAPH</a:t>
            </a:r>
            <a:endParaRPr lang="ko-KR" altLang="en-US" dirty="0"/>
          </a:p>
        </p:txBody>
      </p:sp>
      <p:sp>
        <p:nvSpPr>
          <p:cNvPr id="55" name="텍스트 개체 틀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78629" y="5086774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499367" y="1494322"/>
            <a:ext cx="0" cy="4034411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27" hasCustomPrompt="1"/>
          </p:nvPr>
        </p:nvSpPr>
        <p:spPr>
          <a:xfrm>
            <a:off x="884238" y="2137527"/>
            <a:ext cx="2608446" cy="313932"/>
          </a:xfrm>
        </p:spPr>
        <p:txBody>
          <a:bodyPr wrap="square">
            <a:spAutoFit/>
          </a:bodyPr>
          <a:lstStyle>
            <a:lvl1pPr marL="0" indent="0" algn="r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동국제강그룹 문서 템플릿 통합 계획안 </a:t>
            </a:r>
            <a:endParaRPr lang="ko-KR" altLang="en-US" dirty="0"/>
          </a:p>
        </p:txBody>
      </p:sp>
      <p:sp>
        <p:nvSpPr>
          <p:cNvPr id="37" name="자유형 36"/>
          <p:cNvSpPr/>
          <p:nvPr userDrawn="1"/>
        </p:nvSpPr>
        <p:spPr>
          <a:xfrm>
            <a:off x="3609985" y="1843528"/>
            <a:ext cx="632013" cy="500527"/>
          </a:xfrm>
          <a:custGeom>
            <a:avLst/>
            <a:gdLst>
              <a:gd name="connsiteX0" fmla="*/ 1211421 w 3098605"/>
              <a:gd name="connsiteY0" fmla="*/ 1911724 h 2788426"/>
              <a:gd name="connsiteX1" fmla="*/ 2857538 w 3098605"/>
              <a:gd name="connsiteY1" fmla="*/ 1911724 h 2788426"/>
              <a:gd name="connsiteX2" fmla="*/ 3098605 w 3098605"/>
              <a:gd name="connsiteY2" fmla="*/ 2152791 h 2788426"/>
              <a:gd name="connsiteX3" fmla="*/ 3098605 w 3098605"/>
              <a:gd name="connsiteY3" fmla="*/ 2547359 h 2788426"/>
              <a:gd name="connsiteX4" fmla="*/ 2857538 w 3098605"/>
              <a:gd name="connsiteY4" fmla="*/ 2788426 h 2788426"/>
              <a:gd name="connsiteX5" fmla="*/ 1211421 w 3098605"/>
              <a:gd name="connsiteY5" fmla="*/ 2788426 h 2788426"/>
              <a:gd name="connsiteX6" fmla="*/ 970354 w 3098605"/>
              <a:gd name="connsiteY6" fmla="*/ 2547359 h 2788426"/>
              <a:gd name="connsiteX7" fmla="*/ 970354 w 3098605"/>
              <a:gd name="connsiteY7" fmla="*/ 2152791 h 2788426"/>
              <a:gd name="connsiteX8" fmla="*/ 1211421 w 3098605"/>
              <a:gd name="connsiteY8" fmla="*/ 1911724 h 2788426"/>
              <a:gd name="connsiteX9" fmla="*/ 241067 w 3098605"/>
              <a:gd name="connsiteY9" fmla="*/ 1911724 h 2788426"/>
              <a:gd name="connsiteX10" fmla="*/ 635635 w 3098605"/>
              <a:gd name="connsiteY10" fmla="*/ 1911724 h 2788426"/>
              <a:gd name="connsiteX11" fmla="*/ 876702 w 3098605"/>
              <a:gd name="connsiteY11" fmla="*/ 2152791 h 2788426"/>
              <a:gd name="connsiteX12" fmla="*/ 876702 w 3098605"/>
              <a:gd name="connsiteY12" fmla="*/ 2547359 h 2788426"/>
              <a:gd name="connsiteX13" fmla="*/ 635635 w 3098605"/>
              <a:gd name="connsiteY13" fmla="*/ 2788426 h 2788426"/>
              <a:gd name="connsiteX14" fmla="*/ 241067 w 3098605"/>
              <a:gd name="connsiteY14" fmla="*/ 2788426 h 2788426"/>
              <a:gd name="connsiteX15" fmla="*/ 0 w 3098605"/>
              <a:gd name="connsiteY15" fmla="*/ 2547359 h 2788426"/>
              <a:gd name="connsiteX16" fmla="*/ 0 w 3098605"/>
              <a:gd name="connsiteY16" fmla="*/ 2152791 h 2788426"/>
              <a:gd name="connsiteX17" fmla="*/ 241067 w 3098605"/>
              <a:gd name="connsiteY17" fmla="*/ 1911724 h 2788426"/>
              <a:gd name="connsiteX18" fmla="*/ 1211421 w 3098605"/>
              <a:gd name="connsiteY18" fmla="*/ 959839 h 2788426"/>
              <a:gd name="connsiteX19" fmla="*/ 2857538 w 3098605"/>
              <a:gd name="connsiteY19" fmla="*/ 959839 h 2788426"/>
              <a:gd name="connsiteX20" fmla="*/ 3098605 w 3098605"/>
              <a:gd name="connsiteY20" fmla="*/ 1200906 h 2788426"/>
              <a:gd name="connsiteX21" fmla="*/ 3098605 w 3098605"/>
              <a:gd name="connsiteY21" fmla="*/ 1595474 h 2788426"/>
              <a:gd name="connsiteX22" fmla="*/ 2857538 w 3098605"/>
              <a:gd name="connsiteY22" fmla="*/ 1836541 h 2788426"/>
              <a:gd name="connsiteX23" fmla="*/ 1211421 w 3098605"/>
              <a:gd name="connsiteY23" fmla="*/ 1836541 h 2788426"/>
              <a:gd name="connsiteX24" fmla="*/ 970354 w 3098605"/>
              <a:gd name="connsiteY24" fmla="*/ 1595474 h 2788426"/>
              <a:gd name="connsiteX25" fmla="*/ 970354 w 3098605"/>
              <a:gd name="connsiteY25" fmla="*/ 1200906 h 2788426"/>
              <a:gd name="connsiteX26" fmla="*/ 1211421 w 3098605"/>
              <a:gd name="connsiteY26" fmla="*/ 959839 h 2788426"/>
              <a:gd name="connsiteX27" fmla="*/ 241067 w 3098605"/>
              <a:gd name="connsiteY27" fmla="*/ 959839 h 2788426"/>
              <a:gd name="connsiteX28" fmla="*/ 635635 w 3098605"/>
              <a:gd name="connsiteY28" fmla="*/ 959839 h 2788426"/>
              <a:gd name="connsiteX29" fmla="*/ 876702 w 3098605"/>
              <a:gd name="connsiteY29" fmla="*/ 1200906 h 2788426"/>
              <a:gd name="connsiteX30" fmla="*/ 876702 w 3098605"/>
              <a:gd name="connsiteY30" fmla="*/ 1595474 h 2788426"/>
              <a:gd name="connsiteX31" fmla="*/ 635635 w 3098605"/>
              <a:gd name="connsiteY31" fmla="*/ 1836541 h 2788426"/>
              <a:gd name="connsiteX32" fmla="*/ 241067 w 3098605"/>
              <a:gd name="connsiteY32" fmla="*/ 1836541 h 2788426"/>
              <a:gd name="connsiteX33" fmla="*/ 0 w 3098605"/>
              <a:gd name="connsiteY33" fmla="*/ 1595474 h 2788426"/>
              <a:gd name="connsiteX34" fmla="*/ 0 w 3098605"/>
              <a:gd name="connsiteY34" fmla="*/ 1200906 h 2788426"/>
              <a:gd name="connsiteX35" fmla="*/ 241067 w 3098605"/>
              <a:gd name="connsiteY35" fmla="*/ 959839 h 2788426"/>
              <a:gd name="connsiteX36" fmla="*/ 1211421 w 3098605"/>
              <a:gd name="connsiteY36" fmla="*/ 0 h 2788426"/>
              <a:gd name="connsiteX37" fmla="*/ 2857538 w 3098605"/>
              <a:gd name="connsiteY37" fmla="*/ 0 h 2788426"/>
              <a:gd name="connsiteX38" fmla="*/ 3098605 w 3098605"/>
              <a:gd name="connsiteY38" fmla="*/ 241067 h 2788426"/>
              <a:gd name="connsiteX39" fmla="*/ 3098605 w 3098605"/>
              <a:gd name="connsiteY39" fmla="*/ 635635 h 2788426"/>
              <a:gd name="connsiteX40" fmla="*/ 2857538 w 3098605"/>
              <a:gd name="connsiteY40" fmla="*/ 876702 h 2788426"/>
              <a:gd name="connsiteX41" fmla="*/ 1211421 w 3098605"/>
              <a:gd name="connsiteY41" fmla="*/ 876702 h 2788426"/>
              <a:gd name="connsiteX42" fmla="*/ 970354 w 3098605"/>
              <a:gd name="connsiteY42" fmla="*/ 635635 h 2788426"/>
              <a:gd name="connsiteX43" fmla="*/ 970354 w 3098605"/>
              <a:gd name="connsiteY43" fmla="*/ 241067 h 2788426"/>
              <a:gd name="connsiteX44" fmla="*/ 1211421 w 3098605"/>
              <a:gd name="connsiteY44" fmla="*/ 0 h 2788426"/>
              <a:gd name="connsiteX45" fmla="*/ 241067 w 3098605"/>
              <a:gd name="connsiteY45" fmla="*/ 0 h 2788426"/>
              <a:gd name="connsiteX46" fmla="*/ 635635 w 3098605"/>
              <a:gd name="connsiteY46" fmla="*/ 0 h 2788426"/>
              <a:gd name="connsiteX47" fmla="*/ 876702 w 3098605"/>
              <a:gd name="connsiteY47" fmla="*/ 241067 h 2788426"/>
              <a:gd name="connsiteX48" fmla="*/ 876702 w 3098605"/>
              <a:gd name="connsiteY48" fmla="*/ 635635 h 2788426"/>
              <a:gd name="connsiteX49" fmla="*/ 635635 w 3098605"/>
              <a:gd name="connsiteY49" fmla="*/ 876702 h 2788426"/>
              <a:gd name="connsiteX50" fmla="*/ 241067 w 3098605"/>
              <a:gd name="connsiteY50" fmla="*/ 876702 h 2788426"/>
              <a:gd name="connsiteX51" fmla="*/ 0 w 3098605"/>
              <a:gd name="connsiteY51" fmla="*/ 635635 h 2788426"/>
              <a:gd name="connsiteX52" fmla="*/ 0 w 3098605"/>
              <a:gd name="connsiteY52" fmla="*/ 241067 h 2788426"/>
              <a:gd name="connsiteX53" fmla="*/ 241067 w 3098605"/>
              <a:gd name="connsiteY53" fmla="*/ 0 h 2788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098605" h="2788426">
                <a:moveTo>
                  <a:pt x="1211421" y="1911724"/>
                </a:moveTo>
                <a:lnTo>
                  <a:pt x="2857538" y="1911724"/>
                </a:lnTo>
                <a:cubicBezTo>
                  <a:pt x="2990676" y="1911724"/>
                  <a:pt x="3098605" y="2019653"/>
                  <a:pt x="3098605" y="2152791"/>
                </a:cubicBezTo>
                <a:lnTo>
                  <a:pt x="3098605" y="2547359"/>
                </a:lnTo>
                <a:cubicBezTo>
                  <a:pt x="3098605" y="2680497"/>
                  <a:pt x="2990676" y="2788426"/>
                  <a:pt x="2857538" y="2788426"/>
                </a:cubicBezTo>
                <a:lnTo>
                  <a:pt x="1211421" y="2788426"/>
                </a:lnTo>
                <a:cubicBezTo>
                  <a:pt x="1078283" y="2788426"/>
                  <a:pt x="970354" y="2680497"/>
                  <a:pt x="970354" y="2547359"/>
                </a:cubicBezTo>
                <a:lnTo>
                  <a:pt x="970354" y="2152791"/>
                </a:lnTo>
                <a:cubicBezTo>
                  <a:pt x="970354" y="2019653"/>
                  <a:pt x="1078283" y="1911724"/>
                  <a:pt x="1211421" y="1911724"/>
                </a:cubicBezTo>
                <a:close/>
                <a:moveTo>
                  <a:pt x="241067" y="1911724"/>
                </a:moveTo>
                <a:lnTo>
                  <a:pt x="635635" y="1911724"/>
                </a:lnTo>
                <a:cubicBezTo>
                  <a:pt x="768773" y="1911724"/>
                  <a:pt x="876702" y="2019653"/>
                  <a:pt x="876702" y="2152791"/>
                </a:cubicBezTo>
                <a:lnTo>
                  <a:pt x="876702" y="2547359"/>
                </a:lnTo>
                <a:cubicBezTo>
                  <a:pt x="876702" y="2680497"/>
                  <a:pt x="768773" y="2788426"/>
                  <a:pt x="635635" y="2788426"/>
                </a:cubicBezTo>
                <a:lnTo>
                  <a:pt x="241067" y="2788426"/>
                </a:lnTo>
                <a:cubicBezTo>
                  <a:pt x="107929" y="2788426"/>
                  <a:pt x="0" y="2680497"/>
                  <a:pt x="0" y="2547359"/>
                </a:cubicBezTo>
                <a:lnTo>
                  <a:pt x="0" y="2152791"/>
                </a:lnTo>
                <a:cubicBezTo>
                  <a:pt x="0" y="2019653"/>
                  <a:pt x="107929" y="1911724"/>
                  <a:pt x="241067" y="1911724"/>
                </a:cubicBezTo>
                <a:close/>
                <a:moveTo>
                  <a:pt x="1211421" y="959839"/>
                </a:moveTo>
                <a:lnTo>
                  <a:pt x="2857538" y="959839"/>
                </a:lnTo>
                <a:cubicBezTo>
                  <a:pt x="2990676" y="959839"/>
                  <a:pt x="3098605" y="1067768"/>
                  <a:pt x="3098605" y="1200906"/>
                </a:cubicBezTo>
                <a:lnTo>
                  <a:pt x="3098605" y="1595474"/>
                </a:lnTo>
                <a:cubicBezTo>
                  <a:pt x="3098605" y="1728612"/>
                  <a:pt x="2990676" y="1836541"/>
                  <a:pt x="2857538" y="1836541"/>
                </a:cubicBezTo>
                <a:lnTo>
                  <a:pt x="1211421" y="1836541"/>
                </a:lnTo>
                <a:cubicBezTo>
                  <a:pt x="1078283" y="1836541"/>
                  <a:pt x="970354" y="1728612"/>
                  <a:pt x="970354" y="1595474"/>
                </a:cubicBezTo>
                <a:lnTo>
                  <a:pt x="970354" y="1200906"/>
                </a:lnTo>
                <a:cubicBezTo>
                  <a:pt x="970354" y="1067768"/>
                  <a:pt x="1078283" y="959839"/>
                  <a:pt x="1211421" y="959839"/>
                </a:cubicBezTo>
                <a:close/>
                <a:moveTo>
                  <a:pt x="241067" y="959839"/>
                </a:moveTo>
                <a:lnTo>
                  <a:pt x="635635" y="959839"/>
                </a:lnTo>
                <a:cubicBezTo>
                  <a:pt x="768773" y="959839"/>
                  <a:pt x="876702" y="1067768"/>
                  <a:pt x="876702" y="1200906"/>
                </a:cubicBezTo>
                <a:lnTo>
                  <a:pt x="876702" y="1595474"/>
                </a:lnTo>
                <a:cubicBezTo>
                  <a:pt x="876702" y="1728612"/>
                  <a:pt x="768773" y="1836541"/>
                  <a:pt x="635635" y="1836541"/>
                </a:cubicBezTo>
                <a:lnTo>
                  <a:pt x="241067" y="1836541"/>
                </a:lnTo>
                <a:cubicBezTo>
                  <a:pt x="107929" y="1836541"/>
                  <a:pt x="0" y="1728612"/>
                  <a:pt x="0" y="1595474"/>
                </a:cubicBezTo>
                <a:lnTo>
                  <a:pt x="0" y="1200906"/>
                </a:lnTo>
                <a:cubicBezTo>
                  <a:pt x="0" y="1067768"/>
                  <a:pt x="107929" y="959839"/>
                  <a:pt x="241067" y="959839"/>
                </a:cubicBezTo>
                <a:close/>
                <a:moveTo>
                  <a:pt x="1211421" y="0"/>
                </a:moveTo>
                <a:lnTo>
                  <a:pt x="2857538" y="0"/>
                </a:lnTo>
                <a:cubicBezTo>
                  <a:pt x="2990676" y="0"/>
                  <a:pt x="3098605" y="107929"/>
                  <a:pt x="3098605" y="241067"/>
                </a:cubicBezTo>
                <a:lnTo>
                  <a:pt x="3098605" y="635635"/>
                </a:lnTo>
                <a:cubicBezTo>
                  <a:pt x="3098605" y="768773"/>
                  <a:pt x="2990676" y="876702"/>
                  <a:pt x="2857538" y="876702"/>
                </a:cubicBezTo>
                <a:lnTo>
                  <a:pt x="1211421" y="876702"/>
                </a:lnTo>
                <a:cubicBezTo>
                  <a:pt x="1078283" y="876702"/>
                  <a:pt x="970354" y="768773"/>
                  <a:pt x="970354" y="635635"/>
                </a:cubicBezTo>
                <a:lnTo>
                  <a:pt x="970354" y="241067"/>
                </a:lnTo>
                <a:cubicBezTo>
                  <a:pt x="970354" y="107929"/>
                  <a:pt x="1078283" y="0"/>
                  <a:pt x="1211421" y="0"/>
                </a:cubicBezTo>
                <a:close/>
                <a:moveTo>
                  <a:pt x="241067" y="0"/>
                </a:moveTo>
                <a:lnTo>
                  <a:pt x="635635" y="0"/>
                </a:lnTo>
                <a:cubicBezTo>
                  <a:pt x="768773" y="0"/>
                  <a:pt x="876702" y="107929"/>
                  <a:pt x="876702" y="241067"/>
                </a:cubicBezTo>
                <a:lnTo>
                  <a:pt x="876702" y="635635"/>
                </a:lnTo>
                <a:cubicBezTo>
                  <a:pt x="876702" y="768773"/>
                  <a:pt x="768773" y="876702"/>
                  <a:pt x="635635" y="876702"/>
                </a:cubicBezTo>
                <a:lnTo>
                  <a:pt x="241067" y="876702"/>
                </a:lnTo>
                <a:cubicBezTo>
                  <a:pt x="107929" y="876702"/>
                  <a:pt x="0" y="768773"/>
                  <a:pt x="0" y="635635"/>
                </a:cubicBezTo>
                <a:lnTo>
                  <a:pt x="0" y="241067"/>
                </a:lnTo>
                <a:cubicBezTo>
                  <a:pt x="0" y="107929"/>
                  <a:pt x="107929" y="0"/>
                  <a:pt x="24106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56"/>
              </a:solidFill>
            </a:endParaRPr>
          </a:p>
        </p:txBody>
      </p:sp>
      <p:sp>
        <p:nvSpPr>
          <p:cNvPr id="11" name="타원 10"/>
          <p:cNvSpPr/>
          <p:nvPr userDrawn="1"/>
        </p:nvSpPr>
        <p:spPr>
          <a:xfrm>
            <a:off x="3461567" y="280449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 userDrawn="1"/>
        </p:nvSpPr>
        <p:spPr>
          <a:xfrm>
            <a:off x="3461567" y="3745250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 userDrawn="1"/>
        </p:nvSpPr>
        <p:spPr>
          <a:xfrm>
            <a:off x="3461567" y="4215626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 userDrawn="1"/>
        </p:nvSpPr>
        <p:spPr>
          <a:xfrm>
            <a:off x="3461567" y="4686002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 userDrawn="1"/>
        </p:nvSpPr>
        <p:spPr>
          <a:xfrm>
            <a:off x="3461567" y="515637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26"/>
          <p:cNvSpPr>
            <a:spLocks noGrp="1"/>
          </p:cNvSpPr>
          <p:nvPr>
            <p:ph type="body" sz="quarter" idx="28" hasCustomPrompt="1"/>
          </p:nvPr>
        </p:nvSpPr>
        <p:spPr>
          <a:xfrm>
            <a:off x="3578629" y="3191703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smtClean="0"/>
              <a:t>BOXES</a:t>
            </a:r>
            <a:endParaRPr lang="ko-KR" altLang="en-US" dirty="0"/>
          </a:p>
        </p:txBody>
      </p:sp>
      <p:sp>
        <p:nvSpPr>
          <p:cNvPr id="33" name="타원 32"/>
          <p:cNvSpPr/>
          <p:nvPr userDrawn="1"/>
        </p:nvSpPr>
        <p:spPr>
          <a:xfrm>
            <a:off x="3461567" y="3274874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77554" y="1708375"/>
            <a:ext cx="2621813" cy="478609"/>
          </a:xfrm>
        </p:spPr>
        <p:txBody>
          <a:bodyPr>
            <a:normAutofit/>
          </a:bodyPr>
          <a:lstStyle>
            <a:lvl1pPr algn="r">
              <a:defRPr sz="280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28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105" y="135958"/>
            <a:ext cx="146674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775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84">
          <p15:clr>
            <a:srgbClr val="FBAE40"/>
          </p15:clr>
        </p15:guide>
        <p15:guide id="2" pos="3120">
          <p15:clr>
            <a:srgbClr val="FBAE40"/>
          </p15:clr>
        </p15:guide>
        <p15:guide id="3" pos="557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117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5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2_인터지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3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3578629" y="2717935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5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3578629" y="3665471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TABLE &amp; COLUMNS</a:t>
            </a:r>
            <a:endParaRPr lang="ko-KR" altLang="en-US" dirty="0"/>
          </a:p>
        </p:txBody>
      </p:sp>
      <p:sp>
        <p:nvSpPr>
          <p:cNvPr id="53" name="텍스트 개체 틀 26"/>
          <p:cNvSpPr>
            <a:spLocks noGrp="1"/>
          </p:cNvSpPr>
          <p:nvPr>
            <p:ph type="body" sz="quarter" idx="18" hasCustomPrompt="1"/>
          </p:nvPr>
        </p:nvSpPr>
        <p:spPr>
          <a:xfrm>
            <a:off x="3578629" y="4139239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54" name="텍스트 개체 틀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78629" y="4613007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GRAPH</a:t>
            </a:r>
            <a:endParaRPr lang="ko-KR" altLang="en-US" dirty="0"/>
          </a:p>
        </p:txBody>
      </p:sp>
      <p:sp>
        <p:nvSpPr>
          <p:cNvPr id="55" name="텍스트 개체 틀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78629" y="5086774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499367" y="1494322"/>
            <a:ext cx="0" cy="4034411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27" hasCustomPrompt="1"/>
          </p:nvPr>
        </p:nvSpPr>
        <p:spPr>
          <a:xfrm>
            <a:off x="884238" y="2137527"/>
            <a:ext cx="2608446" cy="313932"/>
          </a:xfrm>
        </p:spPr>
        <p:txBody>
          <a:bodyPr wrap="square">
            <a:spAutoFit/>
          </a:bodyPr>
          <a:lstStyle>
            <a:lvl1pPr marL="0" indent="0" algn="r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동국제강그룹 문서 템플릿 통합 계획안 </a:t>
            </a:r>
            <a:endParaRPr lang="ko-KR" altLang="en-US" dirty="0"/>
          </a:p>
        </p:txBody>
      </p:sp>
      <p:sp>
        <p:nvSpPr>
          <p:cNvPr id="37" name="자유형 36"/>
          <p:cNvSpPr/>
          <p:nvPr userDrawn="1"/>
        </p:nvSpPr>
        <p:spPr>
          <a:xfrm>
            <a:off x="3609985" y="1843528"/>
            <a:ext cx="632013" cy="500527"/>
          </a:xfrm>
          <a:custGeom>
            <a:avLst/>
            <a:gdLst>
              <a:gd name="connsiteX0" fmla="*/ 1211421 w 3098605"/>
              <a:gd name="connsiteY0" fmla="*/ 1911724 h 2788426"/>
              <a:gd name="connsiteX1" fmla="*/ 2857538 w 3098605"/>
              <a:gd name="connsiteY1" fmla="*/ 1911724 h 2788426"/>
              <a:gd name="connsiteX2" fmla="*/ 3098605 w 3098605"/>
              <a:gd name="connsiteY2" fmla="*/ 2152791 h 2788426"/>
              <a:gd name="connsiteX3" fmla="*/ 3098605 w 3098605"/>
              <a:gd name="connsiteY3" fmla="*/ 2547359 h 2788426"/>
              <a:gd name="connsiteX4" fmla="*/ 2857538 w 3098605"/>
              <a:gd name="connsiteY4" fmla="*/ 2788426 h 2788426"/>
              <a:gd name="connsiteX5" fmla="*/ 1211421 w 3098605"/>
              <a:gd name="connsiteY5" fmla="*/ 2788426 h 2788426"/>
              <a:gd name="connsiteX6" fmla="*/ 970354 w 3098605"/>
              <a:gd name="connsiteY6" fmla="*/ 2547359 h 2788426"/>
              <a:gd name="connsiteX7" fmla="*/ 970354 w 3098605"/>
              <a:gd name="connsiteY7" fmla="*/ 2152791 h 2788426"/>
              <a:gd name="connsiteX8" fmla="*/ 1211421 w 3098605"/>
              <a:gd name="connsiteY8" fmla="*/ 1911724 h 2788426"/>
              <a:gd name="connsiteX9" fmla="*/ 241067 w 3098605"/>
              <a:gd name="connsiteY9" fmla="*/ 1911724 h 2788426"/>
              <a:gd name="connsiteX10" fmla="*/ 635635 w 3098605"/>
              <a:gd name="connsiteY10" fmla="*/ 1911724 h 2788426"/>
              <a:gd name="connsiteX11" fmla="*/ 876702 w 3098605"/>
              <a:gd name="connsiteY11" fmla="*/ 2152791 h 2788426"/>
              <a:gd name="connsiteX12" fmla="*/ 876702 w 3098605"/>
              <a:gd name="connsiteY12" fmla="*/ 2547359 h 2788426"/>
              <a:gd name="connsiteX13" fmla="*/ 635635 w 3098605"/>
              <a:gd name="connsiteY13" fmla="*/ 2788426 h 2788426"/>
              <a:gd name="connsiteX14" fmla="*/ 241067 w 3098605"/>
              <a:gd name="connsiteY14" fmla="*/ 2788426 h 2788426"/>
              <a:gd name="connsiteX15" fmla="*/ 0 w 3098605"/>
              <a:gd name="connsiteY15" fmla="*/ 2547359 h 2788426"/>
              <a:gd name="connsiteX16" fmla="*/ 0 w 3098605"/>
              <a:gd name="connsiteY16" fmla="*/ 2152791 h 2788426"/>
              <a:gd name="connsiteX17" fmla="*/ 241067 w 3098605"/>
              <a:gd name="connsiteY17" fmla="*/ 1911724 h 2788426"/>
              <a:gd name="connsiteX18" fmla="*/ 1211421 w 3098605"/>
              <a:gd name="connsiteY18" fmla="*/ 959839 h 2788426"/>
              <a:gd name="connsiteX19" fmla="*/ 2857538 w 3098605"/>
              <a:gd name="connsiteY19" fmla="*/ 959839 h 2788426"/>
              <a:gd name="connsiteX20" fmla="*/ 3098605 w 3098605"/>
              <a:gd name="connsiteY20" fmla="*/ 1200906 h 2788426"/>
              <a:gd name="connsiteX21" fmla="*/ 3098605 w 3098605"/>
              <a:gd name="connsiteY21" fmla="*/ 1595474 h 2788426"/>
              <a:gd name="connsiteX22" fmla="*/ 2857538 w 3098605"/>
              <a:gd name="connsiteY22" fmla="*/ 1836541 h 2788426"/>
              <a:gd name="connsiteX23" fmla="*/ 1211421 w 3098605"/>
              <a:gd name="connsiteY23" fmla="*/ 1836541 h 2788426"/>
              <a:gd name="connsiteX24" fmla="*/ 970354 w 3098605"/>
              <a:gd name="connsiteY24" fmla="*/ 1595474 h 2788426"/>
              <a:gd name="connsiteX25" fmla="*/ 970354 w 3098605"/>
              <a:gd name="connsiteY25" fmla="*/ 1200906 h 2788426"/>
              <a:gd name="connsiteX26" fmla="*/ 1211421 w 3098605"/>
              <a:gd name="connsiteY26" fmla="*/ 959839 h 2788426"/>
              <a:gd name="connsiteX27" fmla="*/ 241067 w 3098605"/>
              <a:gd name="connsiteY27" fmla="*/ 959839 h 2788426"/>
              <a:gd name="connsiteX28" fmla="*/ 635635 w 3098605"/>
              <a:gd name="connsiteY28" fmla="*/ 959839 h 2788426"/>
              <a:gd name="connsiteX29" fmla="*/ 876702 w 3098605"/>
              <a:gd name="connsiteY29" fmla="*/ 1200906 h 2788426"/>
              <a:gd name="connsiteX30" fmla="*/ 876702 w 3098605"/>
              <a:gd name="connsiteY30" fmla="*/ 1595474 h 2788426"/>
              <a:gd name="connsiteX31" fmla="*/ 635635 w 3098605"/>
              <a:gd name="connsiteY31" fmla="*/ 1836541 h 2788426"/>
              <a:gd name="connsiteX32" fmla="*/ 241067 w 3098605"/>
              <a:gd name="connsiteY32" fmla="*/ 1836541 h 2788426"/>
              <a:gd name="connsiteX33" fmla="*/ 0 w 3098605"/>
              <a:gd name="connsiteY33" fmla="*/ 1595474 h 2788426"/>
              <a:gd name="connsiteX34" fmla="*/ 0 w 3098605"/>
              <a:gd name="connsiteY34" fmla="*/ 1200906 h 2788426"/>
              <a:gd name="connsiteX35" fmla="*/ 241067 w 3098605"/>
              <a:gd name="connsiteY35" fmla="*/ 959839 h 2788426"/>
              <a:gd name="connsiteX36" fmla="*/ 1211421 w 3098605"/>
              <a:gd name="connsiteY36" fmla="*/ 0 h 2788426"/>
              <a:gd name="connsiteX37" fmla="*/ 2857538 w 3098605"/>
              <a:gd name="connsiteY37" fmla="*/ 0 h 2788426"/>
              <a:gd name="connsiteX38" fmla="*/ 3098605 w 3098605"/>
              <a:gd name="connsiteY38" fmla="*/ 241067 h 2788426"/>
              <a:gd name="connsiteX39" fmla="*/ 3098605 w 3098605"/>
              <a:gd name="connsiteY39" fmla="*/ 635635 h 2788426"/>
              <a:gd name="connsiteX40" fmla="*/ 2857538 w 3098605"/>
              <a:gd name="connsiteY40" fmla="*/ 876702 h 2788426"/>
              <a:gd name="connsiteX41" fmla="*/ 1211421 w 3098605"/>
              <a:gd name="connsiteY41" fmla="*/ 876702 h 2788426"/>
              <a:gd name="connsiteX42" fmla="*/ 970354 w 3098605"/>
              <a:gd name="connsiteY42" fmla="*/ 635635 h 2788426"/>
              <a:gd name="connsiteX43" fmla="*/ 970354 w 3098605"/>
              <a:gd name="connsiteY43" fmla="*/ 241067 h 2788426"/>
              <a:gd name="connsiteX44" fmla="*/ 1211421 w 3098605"/>
              <a:gd name="connsiteY44" fmla="*/ 0 h 2788426"/>
              <a:gd name="connsiteX45" fmla="*/ 241067 w 3098605"/>
              <a:gd name="connsiteY45" fmla="*/ 0 h 2788426"/>
              <a:gd name="connsiteX46" fmla="*/ 635635 w 3098605"/>
              <a:gd name="connsiteY46" fmla="*/ 0 h 2788426"/>
              <a:gd name="connsiteX47" fmla="*/ 876702 w 3098605"/>
              <a:gd name="connsiteY47" fmla="*/ 241067 h 2788426"/>
              <a:gd name="connsiteX48" fmla="*/ 876702 w 3098605"/>
              <a:gd name="connsiteY48" fmla="*/ 635635 h 2788426"/>
              <a:gd name="connsiteX49" fmla="*/ 635635 w 3098605"/>
              <a:gd name="connsiteY49" fmla="*/ 876702 h 2788426"/>
              <a:gd name="connsiteX50" fmla="*/ 241067 w 3098605"/>
              <a:gd name="connsiteY50" fmla="*/ 876702 h 2788426"/>
              <a:gd name="connsiteX51" fmla="*/ 0 w 3098605"/>
              <a:gd name="connsiteY51" fmla="*/ 635635 h 2788426"/>
              <a:gd name="connsiteX52" fmla="*/ 0 w 3098605"/>
              <a:gd name="connsiteY52" fmla="*/ 241067 h 2788426"/>
              <a:gd name="connsiteX53" fmla="*/ 241067 w 3098605"/>
              <a:gd name="connsiteY53" fmla="*/ 0 h 2788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098605" h="2788426">
                <a:moveTo>
                  <a:pt x="1211421" y="1911724"/>
                </a:moveTo>
                <a:lnTo>
                  <a:pt x="2857538" y="1911724"/>
                </a:lnTo>
                <a:cubicBezTo>
                  <a:pt x="2990676" y="1911724"/>
                  <a:pt x="3098605" y="2019653"/>
                  <a:pt x="3098605" y="2152791"/>
                </a:cubicBezTo>
                <a:lnTo>
                  <a:pt x="3098605" y="2547359"/>
                </a:lnTo>
                <a:cubicBezTo>
                  <a:pt x="3098605" y="2680497"/>
                  <a:pt x="2990676" y="2788426"/>
                  <a:pt x="2857538" y="2788426"/>
                </a:cubicBezTo>
                <a:lnTo>
                  <a:pt x="1211421" y="2788426"/>
                </a:lnTo>
                <a:cubicBezTo>
                  <a:pt x="1078283" y="2788426"/>
                  <a:pt x="970354" y="2680497"/>
                  <a:pt x="970354" y="2547359"/>
                </a:cubicBezTo>
                <a:lnTo>
                  <a:pt x="970354" y="2152791"/>
                </a:lnTo>
                <a:cubicBezTo>
                  <a:pt x="970354" y="2019653"/>
                  <a:pt x="1078283" y="1911724"/>
                  <a:pt x="1211421" y="1911724"/>
                </a:cubicBezTo>
                <a:close/>
                <a:moveTo>
                  <a:pt x="241067" y="1911724"/>
                </a:moveTo>
                <a:lnTo>
                  <a:pt x="635635" y="1911724"/>
                </a:lnTo>
                <a:cubicBezTo>
                  <a:pt x="768773" y="1911724"/>
                  <a:pt x="876702" y="2019653"/>
                  <a:pt x="876702" y="2152791"/>
                </a:cubicBezTo>
                <a:lnTo>
                  <a:pt x="876702" y="2547359"/>
                </a:lnTo>
                <a:cubicBezTo>
                  <a:pt x="876702" y="2680497"/>
                  <a:pt x="768773" y="2788426"/>
                  <a:pt x="635635" y="2788426"/>
                </a:cubicBezTo>
                <a:lnTo>
                  <a:pt x="241067" y="2788426"/>
                </a:lnTo>
                <a:cubicBezTo>
                  <a:pt x="107929" y="2788426"/>
                  <a:pt x="0" y="2680497"/>
                  <a:pt x="0" y="2547359"/>
                </a:cubicBezTo>
                <a:lnTo>
                  <a:pt x="0" y="2152791"/>
                </a:lnTo>
                <a:cubicBezTo>
                  <a:pt x="0" y="2019653"/>
                  <a:pt x="107929" y="1911724"/>
                  <a:pt x="241067" y="1911724"/>
                </a:cubicBezTo>
                <a:close/>
                <a:moveTo>
                  <a:pt x="1211421" y="959839"/>
                </a:moveTo>
                <a:lnTo>
                  <a:pt x="2857538" y="959839"/>
                </a:lnTo>
                <a:cubicBezTo>
                  <a:pt x="2990676" y="959839"/>
                  <a:pt x="3098605" y="1067768"/>
                  <a:pt x="3098605" y="1200906"/>
                </a:cubicBezTo>
                <a:lnTo>
                  <a:pt x="3098605" y="1595474"/>
                </a:lnTo>
                <a:cubicBezTo>
                  <a:pt x="3098605" y="1728612"/>
                  <a:pt x="2990676" y="1836541"/>
                  <a:pt x="2857538" y="1836541"/>
                </a:cubicBezTo>
                <a:lnTo>
                  <a:pt x="1211421" y="1836541"/>
                </a:lnTo>
                <a:cubicBezTo>
                  <a:pt x="1078283" y="1836541"/>
                  <a:pt x="970354" y="1728612"/>
                  <a:pt x="970354" y="1595474"/>
                </a:cubicBezTo>
                <a:lnTo>
                  <a:pt x="970354" y="1200906"/>
                </a:lnTo>
                <a:cubicBezTo>
                  <a:pt x="970354" y="1067768"/>
                  <a:pt x="1078283" y="959839"/>
                  <a:pt x="1211421" y="959839"/>
                </a:cubicBezTo>
                <a:close/>
                <a:moveTo>
                  <a:pt x="241067" y="959839"/>
                </a:moveTo>
                <a:lnTo>
                  <a:pt x="635635" y="959839"/>
                </a:lnTo>
                <a:cubicBezTo>
                  <a:pt x="768773" y="959839"/>
                  <a:pt x="876702" y="1067768"/>
                  <a:pt x="876702" y="1200906"/>
                </a:cubicBezTo>
                <a:lnTo>
                  <a:pt x="876702" y="1595474"/>
                </a:lnTo>
                <a:cubicBezTo>
                  <a:pt x="876702" y="1728612"/>
                  <a:pt x="768773" y="1836541"/>
                  <a:pt x="635635" y="1836541"/>
                </a:cubicBezTo>
                <a:lnTo>
                  <a:pt x="241067" y="1836541"/>
                </a:lnTo>
                <a:cubicBezTo>
                  <a:pt x="107929" y="1836541"/>
                  <a:pt x="0" y="1728612"/>
                  <a:pt x="0" y="1595474"/>
                </a:cubicBezTo>
                <a:lnTo>
                  <a:pt x="0" y="1200906"/>
                </a:lnTo>
                <a:cubicBezTo>
                  <a:pt x="0" y="1067768"/>
                  <a:pt x="107929" y="959839"/>
                  <a:pt x="241067" y="959839"/>
                </a:cubicBezTo>
                <a:close/>
                <a:moveTo>
                  <a:pt x="1211421" y="0"/>
                </a:moveTo>
                <a:lnTo>
                  <a:pt x="2857538" y="0"/>
                </a:lnTo>
                <a:cubicBezTo>
                  <a:pt x="2990676" y="0"/>
                  <a:pt x="3098605" y="107929"/>
                  <a:pt x="3098605" y="241067"/>
                </a:cubicBezTo>
                <a:lnTo>
                  <a:pt x="3098605" y="635635"/>
                </a:lnTo>
                <a:cubicBezTo>
                  <a:pt x="3098605" y="768773"/>
                  <a:pt x="2990676" y="876702"/>
                  <a:pt x="2857538" y="876702"/>
                </a:cubicBezTo>
                <a:lnTo>
                  <a:pt x="1211421" y="876702"/>
                </a:lnTo>
                <a:cubicBezTo>
                  <a:pt x="1078283" y="876702"/>
                  <a:pt x="970354" y="768773"/>
                  <a:pt x="970354" y="635635"/>
                </a:cubicBezTo>
                <a:lnTo>
                  <a:pt x="970354" y="241067"/>
                </a:lnTo>
                <a:cubicBezTo>
                  <a:pt x="970354" y="107929"/>
                  <a:pt x="1078283" y="0"/>
                  <a:pt x="1211421" y="0"/>
                </a:cubicBezTo>
                <a:close/>
                <a:moveTo>
                  <a:pt x="241067" y="0"/>
                </a:moveTo>
                <a:lnTo>
                  <a:pt x="635635" y="0"/>
                </a:lnTo>
                <a:cubicBezTo>
                  <a:pt x="768773" y="0"/>
                  <a:pt x="876702" y="107929"/>
                  <a:pt x="876702" y="241067"/>
                </a:cubicBezTo>
                <a:lnTo>
                  <a:pt x="876702" y="635635"/>
                </a:lnTo>
                <a:cubicBezTo>
                  <a:pt x="876702" y="768773"/>
                  <a:pt x="768773" y="876702"/>
                  <a:pt x="635635" y="876702"/>
                </a:cubicBezTo>
                <a:lnTo>
                  <a:pt x="241067" y="876702"/>
                </a:lnTo>
                <a:cubicBezTo>
                  <a:pt x="107929" y="876702"/>
                  <a:pt x="0" y="768773"/>
                  <a:pt x="0" y="635635"/>
                </a:cubicBezTo>
                <a:lnTo>
                  <a:pt x="0" y="241067"/>
                </a:lnTo>
                <a:cubicBezTo>
                  <a:pt x="0" y="107929"/>
                  <a:pt x="107929" y="0"/>
                  <a:pt x="24106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56"/>
              </a:solidFill>
            </a:endParaRPr>
          </a:p>
        </p:txBody>
      </p:sp>
      <p:sp>
        <p:nvSpPr>
          <p:cNvPr id="11" name="타원 10"/>
          <p:cNvSpPr/>
          <p:nvPr userDrawn="1"/>
        </p:nvSpPr>
        <p:spPr>
          <a:xfrm>
            <a:off x="3461567" y="280449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 userDrawn="1"/>
        </p:nvSpPr>
        <p:spPr>
          <a:xfrm>
            <a:off x="3461567" y="3745250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 userDrawn="1"/>
        </p:nvSpPr>
        <p:spPr>
          <a:xfrm>
            <a:off x="3461567" y="4215626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 userDrawn="1"/>
        </p:nvSpPr>
        <p:spPr>
          <a:xfrm>
            <a:off x="3461567" y="4686002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 userDrawn="1"/>
        </p:nvSpPr>
        <p:spPr>
          <a:xfrm>
            <a:off x="3461567" y="515637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26"/>
          <p:cNvSpPr>
            <a:spLocks noGrp="1"/>
          </p:cNvSpPr>
          <p:nvPr>
            <p:ph type="body" sz="quarter" idx="28" hasCustomPrompt="1"/>
          </p:nvPr>
        </p:nvSpPr>
        <p:spPr>
          <a:xfrm>
            <a:off x="3578629" y="3191703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smtClean="0"/>
              <a:t>BOXES</a:t>
            </a:r>
            <a:endParaRPr lang="ko-KR" altLang="en-US" dirty="0"/>
          </a:p>
        </p:txBody>
      </p:sp>
      <p:sp>
        <p:nvSpPr>
          <p:cNvPr id="33" name="타원 32"/>
          <p:cNvSpPr/>
          <p:nvPr userDrawn="1"/>
        </p:nvSpPr>
        <p:spPr>
          <a:xfrm>
            <a:off x="3461567" y="3274874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77554" y="1708375"/>
            <a:ext cx="2621813" cy="478609"/>
          </a:xfrm>
        </p:spPr>
        <p:txBody>
          <a:bodyPr>
            <a:normAutofit/>
          </a:bodyPr>
          <a:lstStyle>
            <a:lvl1pPr algn="r">
              <a:defRPr sz="280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28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820" y="164856"/>
            <a:ext cx="966029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501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84">
          <p15:clr>
            <a:srgbClr val="FBAE40"/>
          </p15:clr>
        </p15:guide>
        <p15:guide id="2" pos="3120">
          <p15:clr>
            <a:srgbClr val="FBAE40"/>
          </p15:clr>
        </p15:guide>
        <p15:guide id="3" pos="557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117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5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2_DK유엔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5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3578629" y="2717935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5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3578629" y="3665471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TABLE &amp; COLUMNS</a:t>
            </a:r>
            <a:endParaRPr lang="ko-KR" altLang="en-US" dirty="0"/>
          </a:p>
        </p:txBody>
      </p:sp>
      <p:sp>
        <p:nvSpPr>
          <p:cNvPr id="53" name="텍스트 개체 틀 26"/>
          <p:cNvSpPr>
            <a:spLocks noGrp="1"/>
          </p:cNvSpPr>
          <p:nvPr>
            <p:ph type="body" sz="quarter" idx="18" hasCustomPrompt="1"/>
          </p:nvPr>
        </p:nvSpPr>
        <p:spPr>
          <a:xfrm>
            <a:off x="3578629" y="4139239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54" name="텍스트 개체 틀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78629" y="4613007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GRAPH</a:t>
            </a:r>
            <a:endParaRPr lang="ko-KR" altLang="en-US" dirty="0"/>
          </a:p>
        </p:txBody>
      </p:sp>
      <p:sp>
        <p:nvSpPr>
          <p:cNvPr id="55" name="텍스트 개체 틀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78629" y="5086774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499367" y="1494322"/>
            <a:ext cx="0" cy="4034411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27" hasCustomPrompt="1"/>
          </p:nvPr>
        </p:nvSpPr>
        <p:spPr>
          <a:xfrm>
            <a:off x="884238" y="2137527"/>
            <a:ext cx="2608446" cy="313932"/>
          </a:xfrm>
        </p:spPr>
        <p:txBody>
          <a:bodyPr wrap="square">
            <a:spAutoFit/>
          </a:bodyPr>
          <a:lstStyle>
            <a:lvl1pPr marL="0" indent="0" algn="r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동국제강그룹 문서 템플릿 통합 계획안 </a:t>
            </a:r>
            <a:endParaRPr lang="ko-KR" altLang="en-US" dirty="0"/>
          </a:p>
        </p:txBody>
      </p:sp>
      <p:sp>
        <p:nvSpPr>
          <p:cNvPr id="37" name="자유형 36"/>
          <p:cNvSpPr/>
          <p:nvPr userDrawn="1"/>
        </p:nvSpPr>
        <p:spPr>
          <a:xfrm>
            <a:off x="3609985" y="1843528"/>
            <a:ext cx="632013" cy="500527"/>
          </a:xfrm>
          <a:custGeom>
            <a:avLst/>
            <a:gdLst>
              <a:gd name="connsiteX0" fmla="*/ 1211421 w 3098605"/>
              <a:gd name="connsiteY0" fmla="*/ 1911724 h 2788426"/>
              <a:gd name="connsiteX1" fmla="*/ 2857538 w 3098605"/>
              <a:gd name="connsiteY1" fmla="*/ 1911724 h 2788426"/>
              <a:gd name="connsiteX2" fmla="*/ 3098605 w 3098605"/>
              <a:gd name="connsiteY2" fmla="*/ 2152791 h 2788426"/>
              <a:gd name="connsiteX3" fmla="*/ 3098605 w 3098605"/>
              <a:gd name="connsiteY3" fmla="*/ 2547359 h 2788426"/>
              <a:gd name="connsiteX4" fmla="*/ 2857538 w 3098605"/>
              <a:gd name="connsiteY4" fmla="*/ 2788426 h 2788426"/>
              <a:gd name="connsiteX5" fmla="*/ 1211421 w 3098605"/>
              <a:gd name="connsiteY5" fmla="*/ 2788426 h 2788426"/>
              <a:gd name="connsiteX6" fmla="*/ 970354 w 3098605"/>
              <a:gd name="connsiteY6" fmla="*/ 2547359 h 2788426"/>
              <a:gd name="connsiteX7" fmla="*/ 970354 w 3098605"/>
              <a:gd name="connsiteY7" fmla="*/ 2152791 h 2788426"/>
              <a:gd name="connsiteX8" fmla="*/ 1211421 w 3098605"/>
              <a:gd name="connsiteY8" fmla="*/ 1911724 h 2788426"/>
              <a:gd name="connsiteX9" fmla="*/ 241067 w 3098605"/>
              <a:gd name="connsiteY9" fmla="*/ 1911724 h 2788426"/>
              <a:gd name="connsiteX10" fmla="*/ 635635 w 3098605"/>
              <a:gd name="connsiteY10" fmla="*/ 1911724 h 2788426"/>
              <a:gd name="connsiteX11" fmla="*/ 876702 w 3098605"/>
              <a:gd name="connsiteY11" fmla="*/ 2152791 h 2788426"/>
              <a:gd name="connsiteX12" fmla="*/ 876702 w 3098605"/>
              <a:gd name="connsiteY12" fmla="*/ 2547359 h 2788426"/>
              <a:gd name="connsiteX13" fmla="*/ 635635 w 3098605"/>
              <a:gd name="connsiteY13" fmla="*/ 2788426 h 2788426"/>
              <a:gd name="connsiteX14" fmla="*/ 241067 w 3098605"/>
              <a:gd name="connsiteY14" fmla="*/ 2788426 h 2788426"/>
              <a:gd name="connsiteX15" fmla="*/ 0 w 3098605"/>
              <a:gd name="connsiteY15" fmla="*/ 2547359 h 2788426"/>
              <a:gd name="connsiteX16" fmla="*/ 0 w 3098605"/>
              <a:gd name="connsiteY16" fmla="*/ 2152791 h 2788426"/>
              <a:gd name="connsiteX17" fmla="*/ 241067 w 3098605"/>
              <a:gd name="connsiteY17" fmla="*/ 1911724 h 2788426"/>
              <a:gd name="connsiteX18" fmla="*/ 1211421 w 3098605"/>
              <a:gd name="connsiteY18" fmla="*/ 959839 h 2788426"/>
              <a:gd name="connsiteX19" fmla="*/ 2857538 w 3098605"/>
              <a:gd name="connsiteY19" fmla="*/ 959839 h 2788426"/>
              <a:gd name="connsiteX20" fmla="*/ 3098605 w 3098605"/>
              <a:gd name="connsiteY20" fmla="*/ 1200906 h 2788426"/>
              <a:gd name="connsiteX21" fmla="*/ 3098605 w 3098605"/>
              <a:gd name="connsiteY21" fmla="*/ 1595474 h 2788426"/>
              <a:gd name="connsiteX22" fmla="*/ 2857538 w 3098605"/>
              <a:gd name="connsiteY22" fmla="*/ 1836541 h 2788426"/>
              <a:gd name="connsiteX23" fmla="*/ 1211421 w 3098605"/>
              <a:gd name="connsiteY23" fmla="*/ 1836541 h 2788426"/>
              <a:gd name="connsiteX24" fmla="*/ 970354 w 3098605"/>
              <a:gd name="connsiteY24" fmla="*/ 1595474 h 2788426"/>
              <a:gd name="connsiteX25" fmla="*/ 970354 w 3098605"/>
              <a:gd name="connsiteY25" fmla="*/ 1200906 h 2788426"/>
              <a:gd name="connsiteX26" fmla="*/ 1211421 w 3098605"/>
              <a:gd name="connsiteY26" fmla="*/ 959839 h 2788426"/>
              <a:gd name="connsiteX27" fmla="*/ 241067 w 3098605"/>
              <a:gd name="connsiteY27" fmla="*/ 959839 h 2788426"/>
              <a:gd name="connsiteX28" fmla="*/ 635635 w 3098605"/>
              <a:gd name="connsiteY28" fmla="*/ 959839 h 2788426"/>
              <a:gd name="connsiteX29" fmla="*/ 876702 w 3098605"/>
              <a:gd name="connsiteY29" fmla="*/ 1200906 h 2788426"/>
              <a:gd name="connsiteX30" fmla="*/ 876702 w 3098605"/>
              <a:gd name="connsiteY30" fmla="*/ 1595474 h 2788426"/>
              <a:gd name="connsiteX31" fmla="*/ 635635 w 3098605"/>
              <a:gd name="connsiteY31" fmla="*/ 1836541 h 2788426"/>
              <a:gd name="connsiteX32" fmla="*/ 241067 w 3098605"/>
              <a:gd name="connsiteY32" fmla="*/ 1836541 h 2788426"/>
              <a:gd name="connsiteX33" fmla="*/ 0 w 3098605"/>
              <a:gd name="connsiteY33" fmla="*/ 1595474 h 2788426"/>
              <a:gd name="connsiteX34" fmla="*/ 0 w 3098605"/>
              <a:gd name="connsiteY34" fmla="*/ 1200906 h 2788426"/>
              <a:gd name="connsiteX35" fmla="*/ 241067 w 3098605"/>
              <a:gd name="connsiteY35" fmla="*/ 959839 h 2788426"/>
              <a:gd name="connsiteX36" fmla="*/ 1211421 w 3098605"/>
              <a:gd name="connsiteY36" fmla="*/ 0 h 2788426"/>
              <a:gd name="connsiteX37" fmla="*/ 2857538 w 3098605"/>
              <a:gd name="connsiteY37" fmla="*/ 0 h 2788426"/>
              <a:gd name="connsiteX38" fmla="*/ 3098605 w 3098605"/>
              <a:gd name="connsiteY38" fmla="*/ 241067 h 2788426"/>
              <a:gd name="connsiteX39" fmla="*/ 3098605 w 3098605"/>
              <a:gd name="connsiteY39" fmla="*/ 635635 h 2788426"/>
              <a:gd name="connsiteX40" fmla="*/ 2857538 w 3098605"/>
              <a:gd name="connsiteY40" fmla="*/ 876702 h 2788426"/>
              <a:gd name="connsiteX41" fmla="*/ 1211421 w 3098605"/>
              <a:gd name="connsiteY41" fmla="*/ 876702 h 2788426"/>
              <a:gd name="connsiteX42" fmla="*/ 970354 w 3098605"/>
              <a:gd name="connsiteY42" fmla="*/ 635635 h 2788426"/>
              <a:gd name="connsiteX43" fmla="*/ 970354 w 3098605"/>
              <a:gd name="connsiteY43" fmla="*/ 241067 h 2788426"/>
              <a:gd name="connsiteX44" fmla="*/ 1211421 w 3098605"/>
              <a:gd name="connsiteY44" fmla="*/ 0 h 2788426"/>
              <a:gd name="connsiteX45" fmla="*/ 241067 w 3098605"/>
              <a:gd name="connsiteY45" fmla="*/ 0 h 2788426"/>
              <a:gd name="connsiteX46" fmla="*/ 635635 w 3098605"/>
              <a:gd name="connsiteY46" fmla="*/ 0 h 2788426"/>
              <a:gd name="connsiteX47" fmla="*/ 876702 w 3098605"/>
              <a:gd name="connsiteY47" fmla="*/ 241067 h 2788426"/>
              <a:gd name="connsiteX48" fmla="*/ 876702 w 3098605"/>
              <a:gd name="connsiteY48" fmla="*/ 635635 h 2788426"/>
              <a:gd name="connsiteX49" fmla="*/ 635635 w 3098605"/>
              <a:gd name="connsiteY49" fmla="*/ 876702 h 2788426"/>
              <a:gd name="connsiteX50" fmla="*/ 241067 w 3098605"/>
              <a:gd name="connsiteY50" fmla="*/ 876702 h 2788426"/>
              <a:gd name="connsiteX51" fmla="*/ 0 w 3098605"/>
              <a:gd name="connsiteY51" fmla="*/ 635635 h 2788426"/>
              <a:gd name="connsiteX52" fmla="*/ 0 w 3098605"/>
              <a:gd name="connsiteY52" fmla="*/ 241067 h 2788426"/>
              <a:gd name="connsiteX53" fmla="*/ 241067 w 3098605"/>
              <a:gd name="connsiteY53" fmla="*/ 0 h 2788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098605" h="2788426">
                <a:moveTo>
                  <a:pt x="1211421" y="1911724"/>
                </a:moveTo>
                <a:lnTo>
                  <a:pt x="2857538" y="1911724"/>
                </a:lnTo>
                <a:cubicBezTo>
                  <a:pt x="2990676" y="1911724"/>
                  <a:pt x="3098605" y="2019653"/>
                  <a:pt x="3098605" y="2152791"/>
                </a:cubicBezTo>
                <a:lnTo>
                  <a:pt x="3098605" y="2547359"/>
                </a:lnTo>
                <a:cubicBezTo>
                  <a:pt x="3098605" y="2680497"/>
                  <a:pt x="2990676" y="2788426"/>
                  <a:pt x="2857538" y="2788426"/>
                </a:cubicBezTo>
                <a:lnTo>
                  <a:pt x="1211421" y="2788426"/>
                </a:lnTo>
                <a:cubicBezTo>
                  <a:pt x="1078283" y="2788426"/>
                  <a:pt x="970354" y="2680497"/>
                  <a:pt x="970354" y="2547359"/>
                </a:cubicBezTo>
                <a:lnTo>
                  <a:pt x="970354" y="2152791"/>
                </a:lnTo>
                <a:cubicBezTo>
                  <a:pt x="970354" y="2019653"/>
                  <a:pt x="1078283" y="1911724"/>
                  <a:pt x="1211421" y="1911724"/>
                </a:cubicBezTo>
                <a:close/>
                <a:moveTo>
                  <a:pt x="241067" y="1911724"/>
                </a:moveTo>
                <a:lnTo>
                  <a:pt x="635635" y="1911724"/>
                </a:lnTo>
                <a:cubicBezTo>
                  <a:pt x="768773" y="1911724"/>
                  <a:pt x="876702" y="2019653"/>
                  <a:pt x="876702" y="2152791"/>
                </a:cubicBezTo>
                <a:lnTo>
                  <a:pt x="876702" y="2547359"/>
                </a:lnTo>
                <a:cubicBezTo>
                  <a:pt x="876702" y="2680497"/>
                  <a:pt x="768773" y="2788426"/>
                  <a:pt x="635635" y="2788426"/>
                </a:cubicBezTo>
                <a:lnTo>
                  <a:pt x="241067" y="2788426"/>
                </a:lnTo>
                <a:cubicBezTo>
                  <a:pt x="107929" y="2788426"/>
                  <a:pt x="0" y="2680497"/>
                  <a:pt x="0" y="2547359"/>
                </a:cubicBezTo>
                <a:lnTo>
                  <a:pt x="0" y="2152791"/>
                </a:lnTo>
                <a:cubicBezTo>
                  <a:pt x="0" y="2019653"/>
                  <a:pt x="107929" y="1911724"/>
                  <a:pt x="241067" y="1911724"/>
                </a:cubicBezTo>
                <a:close/>
                <a:moveTo>
                  <a:pt x="1211421" y="959839"/>
                </a:moveTo>
                <a:lnTo>
                  <a:pt x="2857538" y="959839"/>
                </a:lnTo>
                <a:cubicBezTo>
                  <a:pt x="2990676" y="959839"/>
                  <a:pt x="3098605" y="1067768"/>
                  <a:pt x="3098605" y="1200906"/>
                </a:cubicBezTo>
                <a:lnTo>
                  <a:pt x="3098605" y="1595474"/>
                </a:lnTo>
                <a:cubicBezTo>
                  <a:pt x="3098605" y="1728612"/>
                  <a:pt x="2990676" y="1836541"/>
                  <a:pt x="2857538" y="1836541"/>
                </a:cubicBezTo>
                <a:lnTo>
                  <a:pt x="1211421" y="1836541"/>
                </a:lnTo>
                <a:cubicBezTo>
                  <a:pt x="1078283" y="1836541"/>
                  <a:pt x="970354" y="1728612"/>
                  <a:pt x="970354" y="1595474"/>
                </a:cubicBezTo>
                <a:lnTo>
                  <a:pt x="970354" y="1200906"/>
                </a:lnTo>
                <a:cubicBezTo>
                  <a:pt x="970354" y="1067768"/>
                  <a:pt x="1078283" y="959839"/>
                  <a:pt x="1211421" y="959839"/>
                </a:cubicBezTo>
                <a:close/>
                <a:moveTo>
                  <a:pt x="241067" y="959839"/>
                </a:moveTo>
                <a:lnTo>
                  <a:pt x="635635" y="959839"/>
                </a:lnTo>
                <a:cubicBezTo>
                  <a:pt x="768773" y="959839"/>
                  <a:pt x="876702" y="1067768"/>
                  <a:pt x="876702" y="1200906"/>
                </a:cubicBezTo>
                <a:lnTo>
                  <a:pt x="876702" y="1595474"/>
                </a:lnTo>
                <a:cubicBezTo>
                  <a:pt x="876702" y="1728612"/>
                  <a:pt x="768773" y="1836541"/>
                  <a:pt x="635635" y="1836541"/>
                </a:cubicBezTo>
                <a:lnTo>
                  <a:pt x="241067" y="1836541"/>
                </a:lnTo>
                <a:cubicBezTo>
                  <a:pt x="107929" y="1836541"/>
                  <a:pt x="0" y="1728612"/>
                  <a:pt x="0" y="1595474"/>
                </a:cubicBezTo>
                <a:lnTo>
                  <a:pt x="0" y="1200906"/>
                </a:lnTo>
                <a:cubicBezTo>
                  <a:pt x="0" y="1067768"/>
                  <a:pt x="107929" y="959839"/>
                  <a:pt x="241067" y="959839"/>
                </a:cubicBezTo>
                <a:close/>
                <a:moveTo>
                  <a:pt x="1211421" y="0"/>
                </a:moveTo>
                <a:lnTo>
                  <a:pt x="2857538" y="0"/>
                </a:lnTo>
                <a:cubicBezTo>
                  <a:pt x="2990676" y="0"/>
                  <a:pt x="3098605" y="107929"/>
                  <a:pt x="3098605" y="241067"/>
                </a:cubicBezTo>
                <a:lnTo>
                  <a:pt x="3098605" y="635635"/>
                </a:lnTo>
                <a:cubicBezTo>
                  <a:pt x="3098605" y="768773"/>
                  <a:pt x="2990676" y="876702"/>
                  <a:pt x="2857538" y="876702"/>
                </a:cubicBezTo>
                <a:lnTo>
                  <a:pt x="1211421" y="876702"/>
                </a:lnTo>
                <a:cubicBezTo>
                  <a:pt x="1078283" y="876702"/>
                  <a:pt x="970354" y="768773"/>
                  <a:pt x="970354" y="635635"/>
                </a:cubicBezTo>
                <a:lnTo>
                  <a:pt x="970354" y="241067"/>
                </a:lnTo>
                <a:cubicBezTo>
                  <a:pt x="970354" y="107929"/>
                  <a:pt x="1078283" y="0"/>
                  <a:pt x="1211421" y="0"/>
                </a:cubicBezTo>
                <a:close/>
                <a:moveTo>
                  <a:pt x="241067" y="0"/>
                </a:moveTo>
                <a:lnTo>
                  <a:pt x="635635" y="0"/>
                </a:lnTo>
                <a:cubicBezTo>
                  <a:pt x="768773" y="0"/>
                  <a:pt x="876702" y="107929"/>
                  <a:pt x="876702" y="241067"/>
                </a:cubicBezTo>
                <a:lnTo>
                  <a:pt x="876702" y="635635"/>
                </a:lnTo>
                <a:cubicBezTo>
                  <a:pt x="876702" y="768773"/>
                  <a:pt x="768773" y="876702"/>
                  <a:pt x="635635" y="876702"/>
                </a:cubicBezTo>
                <a:lnTo>
                  <a:pt x="241067" y="876702"/>
                </a:lnTo>
                <a:cubicBezTo>
                  <a:pt x="107929" y="876702"/>
                  <a:pt x="0" y="768773"/>
                  <a:pt x="0" y="635635"/>
                </a:cubicBezTo>
                <a:lnTo>
                  <a:pt x="0" y="241067"/>
                </a:lnTo>
                <a:cubicBezTo>
                  <a:pt x="0" y="107929"/>
                  <a:pt x="107929" y="0"/>
                  <a:pt x="24106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56"/>
              </a:solidFill>
            </a:endParaRPr>
          </a:p>
        </p:txBody>
      </p:sp>
      <p:sp>
        <p:nvSpPr>
          <p:cNvPr id="11" name="타원 10"/>
          <p:cNvSpPr/>
          <p:nvPr userDrawn="1"/>
        </p:nvSpPr>
        <p:spPr>
          <a:xfrm>
            <a:off x="3461567" y="280449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 userDrawn="1"/>
        </p:nvSpPr>
        <p:spPr>
          <a:xfrm>
            <a:off x="3461567" y="3745250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 userDrawn="1"/>
        </p:nvSpPr>
        <p:spPr>
          <a:xfrm>
            <a:off x="3461567" y="4215626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 userDrawn="1"/>
        </p:nvSpPr>
        <p:spPr>
          <a:xfrm>
            <a:off x="3461567" y="4686002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 userDrawn="1"/>
        </p:nvSpPr>
        <p:spPr>
          <a:xfrm>
            <a:off x="3461567" y="515637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26"/>
          <p:cNvSpPr>
            <a:spLocks noGrp="1"/>
          </p:cNvSpPr>
          <p:nvPr>
            <p:ph type="body" sz="quarter" idx="28" hasCustomPrompt="1"/>
          </p:nvPr>
        </p:nvSpPr>
        <p:spPr>
          <a:xfrm>
            <a:off x="3578629" y="3191703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smtClean="0"/>
              <a:t>BOXES</a:t>
            </a:r>
            <a:endParaRPr lang="ko-KR" altLang="en-US" dirty="0"/>
          </a:p>
        </p:txBody>
      </p:sp>
      <p:sp>
        <p:nvSpPr>
          <p:cNvPr id="33" name="타원 32"/>
          <p:cNvSpPr/>
          <p:nvPr userDrawn="1"/>
        </p:nvSpPr>
        <p:spPr>
          <a:xfrm>
            <a:off x="3461567" y="3274874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77554" y="1708375"/>
            <a:ext cx="2621813" cy="478609"/>
          </a:xfrm>
        </p:spPr>
        <p:txBody>
          <a:bodyPr>
            <a:normAutofit/>
          </a:bodyPr>
          <a:lstStyle>
            <a:lvl1pPr algn="r">
              <a:defRPr sz="280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28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818" y="142122"/>
            <a:ext cx="747031" cy="2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2198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84">
          <p15:clr>
            <a:srgbClr val="FBAE40"/>
          </p15:clr>
        </p15:guide>
        <p15:guide id="2" pos="3120">
          <p15:clr>
            <a:srgbClr val="FBAE40"/>
          </p15:clr>
        </p15:guide>
        <p15:guide id="3" pos="557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117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5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2_페럼인프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7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 flipV="1">
            <a:off x="275385" y="629454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3578629" y="2717935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5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3578629" y="3665471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TABLE &amp; COLUMNS</a:t>
            </a:r>
            <a:endParaRPr lang="ko-KR" altLang="en-US" dirty="0"/>
          </a:p>
        </p:txBody>
      </p:sp>
      <p:sp>
        <p:nvSpPr>
          <p:cNvPr id="53" name="텍스트 개체 틀 26"/>
          <p:cNvSpPr>
            <a:spLocks noGrp="1"/>
          </p:cNvSpPr>
          <p:nvPr>
            <p:ph type="body" sz="quarter" idx="18" hasCustomPrompt="1"/>
          </p:nvPr>
        </p:nvSpPr>
        <p:spPr>
          <a:xfrm>
            <a:off x="3578629" y="4139239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54" name="텍스트 개체 틀 26"/>
          <p:cNvSpPr>
            <a:spLocks noGrp="1"/>
          </p:cNvSpPr>
          <p:nvPr>
            <p:ph type="body" sz="quarter" idx="19" hasCustomPrompt="1"/>
          </p:nvPr>
        </p:nvSpPr>
        <p:spPr>
          <a:xfrm>
            <a:off x="3578629" y="4613007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GRAPH</a:t>
            </a:r>
            <a:endParaRPr lang="ko-KR" altLang="en-US" dirty="0"/>
          </a:p>
        </p:txBody>
      </p:sp>
      <p:sp>
        <p:nvSpPr>
          <p:cNvPr id="55" name="텍스트 개체 틀 26"/>
          <p:cNvSpPr>
            <a:spLocks noGrp="1"/>
          </p:cNvSpPr>
          <p:nvPr>
            <p:ph type="body" sz="quarter" idx="20" hasCustomPrompt="1"/>
          </p:nvPr>
        </p:nvSpPr>
        <p:spPr>
          <a:xfrm>
            <a:off x="3578629" y="5086774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ETC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3499367" y="1494322"/>
            <a:ext cx="0" cy="4034411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27" hasCustomPrompt="1"/>
          </p:nvPr>
        </p:nvSpPr>
        <p:spPr>
          <a:xfrm>
            <a:off x="884238" y="2137527"/>
            <a:ext cx="2608446" cy="313932"/>
          </a:xfrm>
        </p:spPr>
        <p:txBody>
          <a:bodyPr wrap="square">
            <a:spAutoFit/>
          </a:bodyPr>
          <a:lstStyle>
            <a:lvl1pPr marL="0" indent="0" algn="r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동국제강그룹 문서 템플릿 통합 계획안 </a:t>
            </a:r>
            <a:endParaRPr lang="ko-KR" altLang="en-US" dirty="0"/>
          </a:p>
        </p:txBody>
      </p:sp>
      <p:sp>
        <p:nvSpPr>
          <p:cNvPr id="37" name="자유형 36"/>
          <p:cNvSpPr/>
          <p:nvPr userDrawn="1"/>
        </p:nvSpPr>
        <p:spPr>
          <a:xfrm>
            <a:off x="3609985" y="1843528"/>
            <a:ext cx="632013" cy="500527"/>
          </a:xfrm>
          <a:custGeom>
            <a:avLst/>
            <a:gdLst>
              <a:gd name="connsiteX0" fmla="*/ 1211421 w 3098605"/>
              <a:gd name="connsiteY0" fmla="*/ 1911724 h 2788426"/>
              <a:gd name="connsiteX1" fmla="*/ 2857538 w 3098605"/>
              <a:gd name="connsiteY1" fmla="*/ 1911724 h 2788426"/>
              <a:gd name="connsiteX2" fmla="*/ 3098605 w 3098605"/>
              <a:gd name="connsiteY2" fmla="*/ 2152791 h 2788426"/>
              <a:gd name="connsiteX3" fmla="*/ 3098605 w 3098605"/>
              <a:gd name="connsiteY3" fmla="*/ 2547359 h 2788426"/>
              <a:gd name="connsiteX4" fmla="*/ 2857538 w 3098605"/>
              <a:gd name="connsiteY4" fmla="*/ 2788426 h 2788426"/>
              <a:gd name="connsiteX5" fmla="*/ 1211421 w 3098605"/>
              <a:gd name="connsiteY5" fmla="*/ 2788426 h 2788426"/>
              <a:gd name="connsiteX6" fmla="*/ 970354 w 3098605"/>
              <a:gd name="connsiteY6" fmla="*/ 2547359 h 2788426"/>
              <a:gd name="connsiteX7" fmla="*/ 970354 w 3098605"/>
              <a:gd name="connsiteY7" fmla="*/ 2152791 h 2788426"/>
              <a:gd name="connsiteX8" fmla="*/ 1211421 w 3098605"/>
              <a:gd name="connsiteY8" fmla="*/ 1911724 h 2788426"/>
              <a:gd name="connsiteX9" fmla="*/ 241067 w 3098605"/>
              <a:gd name="connsiteY9" fmla="*/ 1911724 h 2788426"/>
              <a:gd name="connsiteX10" fmla="*/ 635635 w 3098605"/>
              <a:gd name="connsiteY10" fmla="*/ 1911724 h 2788426"/>
              <a:gd name="connsiteX11" fmla="*/ 876702 w 3098605"/>
              <a:gd name="connsiteY11" fmla="*/ 2152791 h 2788426"/>
              <a:gd name="connsiteX12" fmla="*/ 876702 w 3098605"/>
              <a:gd name="connsiteY12" fmla="*/ 2547359 h 2788426"/>
              <a:gd name="connsiteX13" fmla="*/ 635635 w 3098605"/>
              <a:gd name="connsiteY13" fmla="*/ 2788426 h 2788426"/>
              <a:gd name="connsiteX14" fmla="*/ 241067 w 3098605"/>
              <a:gd name="connsiteY14" fmla="*/ 2788426 h 2788426"/>
              <a:gd name="connsiteX15" fmla="*/ 0 w 3098605"/>
              <a:gd name="connsiteY15" fmla="*/ 2547359 h 2788426"/>
              <a:gd name="connsiteX16" fmla="*/ 0 w 3098605"/>
              <a:gd name="connsiteY16" fmla="*/ 2152791 h 2788426"/>
              <a:gd name="connsiteX17" fmla="*/ 241067 w 3098605"/>
              <a:gd name="connsiteY17" fmla="*/ 1911724 h 2788426"/>
              <a:gd name="connsiteX18" fmla="*/ 1211421 w 3098605"/>
              <a:gd name="connsiteY18" fmla="*/ 959839 h 2788426"/>
              <a:gd name="connsiteX19" fmla="*/ 2857538 w 3098605"/>
              <a:gd name="connsiteY19" fmla="*/ 959839 h 2788426"/>
              <a:gd name="connsiteX20" fmla="*/ 3098605 w 3098605"/>
              <a:gd name="connsiteY20" fmla="*/ 1200906 h 2788426"/>
              <a:gd name="connsiteX21" fmla="*/ 3098605 w 3098605"/>
              <a:gd name="connsiteY21" fmla="*/ 1595474 h 2788426"/>
              <a:gd name="connsiteX22" fmla="*/ 2857538 w 3098605"/>
              <a:gd name="connsiteY22" fmla="*/ 1836541 h 2788426"/>
              <a:gd name="connsiteX23" fmla="*/ 1211421 w 3098605"/>
              <a:gd name="connsiteY23" fmla="*/ 1836541 h 2788426"/>
              <a:gd name="connsiteX24" fmla="*/ 970354 w 3098605"/>
              <a:gd name="connsiteY24" fmla="*/ 1595474 h 2788426"/>
              <a:gd name="connsiteX25" fmla="*/ 970354 w 3098605"/>
              <a:gd name="connsiteY25" fmla="*/ 1200906 h 2788426"/>
              <a:gd name="connsiteX26" fmla="*/ 1211421 w 3098605"/>
              <a:gd name="connsiteY26" fmla="*/ 959839 h 2788426"/>
              <a:gd name="connsiteX27" fmla="*/ 241067 w 3098605"/>
              <a:gd name="connsiteY27" fmla="*/ 959839 h 2788426"/>
              <a:gd name="connsiteX28" fmla="*/ 635635 w 3098605"/>
              <a:gd name="connsiteY28" fmla="*/ 959839 h 2788426"/>
              <a:gd name="connsiteX29" fmla="*/ 876702 w 3098605"/>
              <a:gd name="connsiteY29" fmla="*/ 1200906 h 2788426"/>
              <a:gd name="connsiteX30" fmla="*/ 876702 w 3098605"/>
              <a:gd name="connsiteY30" fmla="*/ 1595474 h 2788426"/>
              <a:gd name="connsiteX31" fmla="*/ 635635 w 3098605"/>
              <a:gd name="connsiteY31" fmla="*/ 1836541 h 2788426"/>
              <a:gd name="connsiteX32" fmla="*/ 241067 w 3098605"/>
              <a:gd name="connsiteY32" fmla="*/ 1836541 h 2788426"/>
              <a:gd name="connsiteX33" fmla="*/ 0 w 3098605"/>
              <a:gd name="connsiteY33" fmla="*/ 1595474 h 2788426"/>
              <a:gd name="connsiteX34" fmla="*/ 0 w 3098605"/>
              <a:gd name="connsiteY34" fmla="*/ 1200906 h 2788426"/>
              <a:gd name="connsiteX35" fmla="*/ 241067 w 3098605"/>
              <a:gd name="connsiteY35" fmla="*/ 959839 h 2788426"/>
              <a:gd name="connsiteX36" fmla="*/ 1211421 w 3098605"/>
              <a:gd name="connsiteY36" fmla="*/ 0 h 2788426"/>
              <a:gd name="connsiteX37" fmla="*/ 2857538 w 3098605"/>
              <a:gd name="connsiteY37" fmla="*/ 0 h 2788426"/>
              <a:gd name="connsiteX38" fmla="*/ 3098605 w 3098605"/>
              <a:gd name="connsiteY38" fmla="*/ 241067 h 2788426"/>
              <a:gd name="connsiteX39" fmla="*/ 3098605 w 3098605"/>
              <a:gd name="connsiteY39" fmla="*/ 635635 h 2788426"/>
              <a:gd name="connsiteX40" fmla="*/ 2857538 w 3098605"/>
              <a:gd name="connsiteY40" fmla="*/ 876702 h 2788426"/>
              <a:gd name="connsiteX41" fmla="*/ 1211421 w 3098605"/>
              <a:gd name="connsiteY41" fmla="*/ 876702 h 2788426"/>
              <a:gd name="connsiteX42" fmla="*/ 970354 w 3098605"/>
              <a:gd name="connsiteY42" fmla="*/ 635635 h 2788426"/>
              <a:gd name="connsiteX43" fmla="*/ 970354 w 3098605"/>
              <a:gd name="connsiteY43" fmla="*/ 241067 h 2788426"/>
              <a:gd name="connsiteX44" fmla="*/ 1211421 w 3098605"/>
              <a:gd name="connsiteY44" fmla="*/ 0 h 2788426"/>
              <a:gd name="connsiteX45" fmla="*/ 241067 w 3098605"/>
              <a:gd name="connsiteY45" fmla="*/ 0 h 2788426"/>
              <a:gd name="connsiteX46" fmla="*/ 635635 w 3098605"/>
              <a:gd name="connsiteY46" fmla="*/ 0 h 2788426"/>
              <a:gd name="connsiteX47" fmla="*/ 876702 w 3098605"/>
              <a:gd name="connsiteY47" fmla="*/ 241067 h 2788426"/>
              <a:gd name="connsiteX48" fmla="*/ 876702 w 3098605"/>
              <a:gd name="connsiteY48" fmla="*/ 635635 h 2788426"/>
              <a:gd name="connsiteX49" fmla="*/ 635635 w 3098605"/>
              <a:gd name="connsiteY49" fmla="*/ 876702 h 2788426"/>
              <a:gd name="connsiteX50" fmla="*/ 241067 w 3098605"/>
              <a:gd name="connsiteY50" fmla="*/ 876702 h 2788426"/>
              <a:gd name="connsiteX51" fmla="*/ 0 w 3098605"/>
              <a:gd name="connsiteY51" fmla="*/ 635635 h 2788426"/>
              <a:gd name="connsiteX52" fmla="*/ 0 w 3098605"/>
              <a:gd name="connsiteY52" fmla="*/ 241067 h 2788426"/>
              <a:gd name="connsiteX53" fmla="*/ 241067 w 3098605"/>
              <a:gd name="connsiteY53" fmla="*/ 0 h 2788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098605" h="2788426">
                <a:moveTo>
                  <a:pt x="1211421" y="1911724"/>
                </a:moveTo>
                <a:lnTo>
                  <a:pt x="2857538" y="1911724"/>
                </a:lnTo>
                <a:cubicBezTo>
                  <a:pt x="2990676" y="1911724"/>
                  <a:pt x="3098605" y="2019653"/>
                  <a:pt x="3098605" y="2152791"/>
                </a:cubicBezTo>
                <a:lnTo>
                  <a:pt x="3098605" y="2547359"/>
                </a:lnTo>
                <a:cubicBezTo>
                  <a:pt x="3098605" y="2680497"/>
                  <a:pt x="2990676" y="2788426"/>
                  <a:pt x="2857538" y="2788426"/>
                </a:cubicBezTo>
                <a:lnTo>
                  <a:pt x="1211421" y="2788426"/>
                </a:lnTo>
                <a:cubicBezTo>
                  <a:pt x="1078283" y="2788426"/>
                  <a:pt x="970354" y="2680497"/>
                  <a:pt x="970354" y="2547359"/>
                </a:cubicBezTo>
                <a:lnTo>
                  <a:pt x="970354" y="2152791"/>
                </a:lnTo>
                <a:cubicBezTo>
                  <a:pt x="970354" y="2019653"/>
                  <a:pt x="1078283" y="1911724"/>
                  <a:pt x="1211421" y="1911724"/>
                </a:cubicBezTo>
                <a:close/>
                <a:moveTo>
                  <a:pt x="241067" y="1911724"/>
                </a:moveTo>
                <a:lnTo>
                  <a:pt x="635635" y="1911724"/>
                </a:lnTo>
                <a:cubicBezTo>
                  <a:pt x="768773" y="1911724"/>
                  <a:pt x="876702" y="2019653"/>
                  <a:pt x="876702" y="2152791"/>
                </a:cubicBezTo>
                <a:lnTo>
                  <a:pt x="876702" y="2547359"/>
                </a:lnTo>
                <a:cubicBezTo>
                  <a:pt x="876702" y="2680497"/>
                  <a:pt x="768773" y="2788426"/>
                  <a:pt x="635635" y="2788426"/>
                </a:cubicBezTo>
                <a:lnTo>
                  <a:pt x="241067" y="2788426"/>
                </a:lnTo>
                <a:cubicBezTo>
                  <a:pt x="107929" y="2788426"/>
                  <a:pt x="0" y="2680497"/>
                  <a:pt x="0" y="2547359"/>
                </a:cubicBezTo>
                <a:lnTo>
                  <a:pt x="0" y="2152791"/>
                </a:lnTo>
                <a:cubicBezTo>
                  <a:pt x="0" y="2019653"/>
                  <a:pt x="107929" y="1911724"/>
                  <a:pt x="241067" y="1911724"/>
                </a:cubicBezTo>
                <a:close/>
                <a:moveTo>
                  <a:pt x="1211421" y="959839"/>
                </a:moveTo>
                <a:lnTo>
                  <a:pt x="2857538" y="959839"/>
                </a:lnTo>
                <a:cubicBezTo>
                  <a:pt x="2990676" y="959839"/>
                  <a:pt x="3098605" y="1067768"/>
                  <a:pt x="3098605" y="1200906"/>
                </a:cubicBezTo>
                <a:lnTo>
                  <a:pt x="3098605" y="1595474"/>
                </a:lnTo>
                <a:cubicBezTo>
                  <a:pt x="3098605" y="1728612"/>
                  <a:pt x="2990676" y="1836541"/>
                  <a:pt x="2857538" y="1836541"/>
                </a:cubicBezTo>
                <a:lnTo>
                  <a:pt x="1211421" y="1836541"/>
                </a:lnTo>
                <a:cubicBezTo>
                  <a:pt x="1078283" y="1836541"/>
                  <a:pt x="970354" y="1728612"/>
                  <a:pt x="970354" y="1595474"/>
                </a:cubicBezTo>
                <a:lnTo>
                  <a:pt x="970354" y="1200906"/>
                </a:lnTo>
                <a:cubicBezTo>
                  <a:pt x="970354" y="1067768"/>
                  <a:pt x="1078283" y="959839"/>
                  <a:pt x="1211421" y="959839"/>
                </a:cubicBezTo>
                <a:close/>
                <a:moveTo>
                  <a:pt x="241067" y="959839"/>
                </a:moveTo>
                <a:lnTo>
                  <a:pt x="635635" y="959839"/>
                </a:lnTo>
                <a:cubicBezTo>
                  <a:pt x="768773" y="959839"/>
                  <a:pt x="876702" y="1067768"/>
                  <a:pt x="876702" y="1200906"/>
                </a:cubicBezTo>
                <a:lnTo>
                  <a:pt x="876702" y="1595474"/>
                </a:lnTo>
                <a:cubicBezTo>
                  <a:pt x="876702" y="1728612"/>
                  <a:pt x="768773" y="1836541"/>
                  <a:pt x="635635" y="1836541"/>
                </a:cubicBezTo>
                <a:lnTo>
                  <a:pt x="241067" y="1836541"/>
                </a:lnTo>
                <a:cubicBezTo>
                  <a:pt x="107929" y="1836541"/>
                  <a:pt x="0" y="1728612"/>
                  <a:pt x="0" y="1595474"/>
                </a:cubicBezTo>
                <a:lnTo>
                  <a:pt x="0" y="1200906"/>
                </a:lnTo>
                <a:cubicBezTo>
                  <a:pt x="0" y="1067768"/>
                  <a:pt x="107929" y="959839"/>
                  <a:pt x="241067" y="959839"/>
                </a:cubicBezTo>
                <a:close/>
                <a:moveTo>
                  <a:pt x="1211421" y="0"/>
                </a:moveTo>
                <a:lnTo>
                  <a:pt x="2857538" y="0"/>
                </a:lnTo>
                <a:cubicBezTo>
                  <a:pt x="2990676" y="0"/>
                  <a:pt x="3098605" y="107929"/>
                  <a:pt x="3098605" y="241067"/>
                </a:cubicBezTo>
                <a:lnTo>
                  <a:pt x="3098605" y="635635"/>
                </a:lnTo>
                <a:cubicBezTo>
                  <a:pt x="3098605" y="768773"/>
                  <a:pt x="2990676" y="876702"/>
                  <a:pt x="2857538" y="876702"/>
                </a:cubicBezTo>
                <a:lnTo>
                  <a:pt x="1211421" y="876702"/>
                </a:lnTo>
                <a:cubicBezTo>
                  <a:pt x="1078283" y="876702"/>
                  <a:pt x="970354" y="768773"/>
                  <a:pt x="970354" y="635635"/>
                </a:cubicBezTo>
                <a:lnTo>
                  <a:pt x="970354" y="241067"/>
                </a:lnTo>
                <a:cubicBezTo>
                  <a:pt x="970354" y="107929"/>
                  <a:pt x="1078283" y="0"/>
                  <a:pt x="1211421" y="0"/>
                </a:cubicBezTo>
                <a:close/>
                <a:moveTo>
                  <a:pt x="241067" y="0"/>
                </a:moveTo>
                <a:lnTo>
                  <a:pt x="635635" y="0"/>
                </a:lnTo>
                <a:cubicBezTo>
                  <a:pt x="768773" y="0"/>
                  <a:pt x="876702" y="107929"/>
                  <a:pt x="876702" y="241067"/>
                </a:cubicBezTo>
                <a:lnTo>
                  <a:pt x="876702" y="635635"/>
                </a:lnTo>
                <a:cubicBezTo>
                  <a:pt x="876702" y="768773"/>
                  <a:pt x="768773" y="876702"/>
                  <a:pt x="635635" y="876702"/>
                </a:cubicBezTo>
                <a:lnTo>
                  <a:pt x="241067" y="876702"/>
                </a:lnTo>
                <a:cubicBezTo>
                  <a:pt x="107929" y="876702"/>
                  <a:pt x="0" y="768773"/>
                  <a:pt x="0" y="635635"/>
                </a:cubicBezTo>
                <a:lnTo>
                  <a:pt x="0" y="241067"/>
                </a:lnTo>
                <a:cubicBezTo>
                  <a:pt x="0" y="107929"/>
                  <a:pt x="107929" y="0"/>
                  <a:pt x="24106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2056"/>
              </a:solidFill>
            </a:endParaRPr>
          </a:p>
        </p:txBody>
      </p:sp>
      <p:sp>
        <p:nvSpPr>
          <p:cNvPr id="11" name="타원 10"/>
          <p:cNvSpPr/>
          <p:nvPr userDrawn="1"/>
        </p:nvSpPr>
        <p:spPr>
          <a:xfrm>
            <a:off x="3461567" y="280449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 userDrawn="1"/>
        </p:nvSpPr>
        <p:spPr>
          <a:xfrm>
            <a:off x="3461567" y="3745250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 userDrawn="1"/>
        </p:nvSpPr>
        <p:spPr>
          <a:xfrm>
            <a:off x="3461567" y="4215626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 userDrawn="1"/>
        </p:nvSpPr>
        <p:spPr>
          <a:xfrm>
            <a:off x="3461567" y="4686002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 userDrawn="1"/>
        </p:nvSpPr>
        <p:spPr>
          <a:xfrm>
            <a:off x="3461567" y="5156378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텍스트 개체 틀 26"/>
          <p:cNvSpPr>
            <a:spLocks noGrp="1"/>
          </p:cNvSpPr>
          <p:nvPr>
            <p:ph type="body" sz="quarter" idx="28" hasCustomPrompt="1"/>
          </p:nvPr>
        </p:nvSpPr>
        <p:spPr>
          <a:xfrm>
            <a:off x="3578629" y="3191703"/>
            <a:ext cx="2775736" cy="248727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smtClean="0"/>
              <a:t>BOXES</a:t>
            </a:r>
            <a:endParaRPr lang="ko-KR" altLang="en-US" dirty="0"/>
          </a:p>
        </p:txBody>
      </p:sp>
      <p:sp>
        <p:nvSpPr>
          <p:cNvPr id="33" name="타원 32"/>
          <p:cNvSpPr/>
          <p:nvPr userDrawn="1"/>
        </p:nvSpPr>
        <p:spPr>
          <a:xfrm>
            <a:off x="3461567" y="3274874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77554" y="1708375"/>
            <a:ext cx="2621813" cy="478609"/>
          </a:xfrm>
        </p:spPr>
        <p:txBody>
          <a:bodyPr>
            <a:normAutofit/>
          </a:bodyPr>
          <a:lstStyle>
            <a:lvl1pPr algn="r">
              <a:defRPr sz="280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Contents</a:t>
            </a:r>
            <a:endParaRPr lang="ko-KR" altLang="en-US" dirty="0"/>
          </a:p>
        </p:txBody>
      </p:sp>
      <p:sp>
        <p:nvSpPr>
          <p:cNvPr id="28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90" y="151571"/>
            <a:ext cx="1228725" cy="18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2419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84">
          <p15:clr>
            <a:srgbClr val="FBAE40"/>
          </p15:clr>
        </p15:guide>
        <p15:guide id="2" pos="3120">
          <p15:clr>
            <a:srgbClr val="FBAE40"/>
          </p15:clr>
        </p15:guide>
        <p15:guide id="3" pos="557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7" orient="horz" pos="1117">
          <p15:clr>
            <a:srgbClr val="FBAE40"/>
          </p15:clr>
        </p15:guide>
        <p15:guide id="8" orient="horz" pos="255">
          <p15:clr>
            <a:srgbClr val="FBAE40"/>
          </p15:clr>
        </p15:guide>
        <p15:guide id="9" orient="horz" pos="4247">
          <p15:clr>
            <a:srgbClr val="FBAE40"/>
          </p15:clr>
        </p15:guide>
        <p15:guide id="10" orient="horz" pos="15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커버_동국제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291749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rgbClr val="B6B6B6"/>
                </a:solidFill>
              </a:rPr>
              <a:t>Ⓒ DONGKUK STEEL GROUP. 2019. All Rights Reserved.  </a:t>
            </a:r>
            <a:endParaRPr lang="ko-KR" altLang="en-US" sz="750" dirty="0">
              <a:solidFill>
                <a:srgbClr val="B6B6B6"/>
              </a:solidFill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1097630" y="1944543"/>
            <a:ext cx="5471507" cy="903288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본고딕 Normal" panose="020B0400000000000000" pitchFamily="34" charset="-127"/>
              <a:buNone/>
              <a:defRPr sz="36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  <a:lvl2pPr marL="358775" indent="-88900">
              <a:buClr>
                <a:schemeClr val="tx2"/>
              </a:buClr>
              <a:defRPr sz="1400"/>
            </a:lvl2pPr>
            <a:lvl3pPr marL="446088" indent="-87313">
              <a:buClr>
                <a:srgbClr val="003760"/>
              </a:buClr>
              <a:buFont typeface="본고딕 Normal" panose="020B0400000000000000" pitchFamily="34" charset="-127"/>
              <a:buChar char="‒"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경영이념 낭독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978646" y="2879308"/>
            <a:ext cx="1803187" cy="17937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spc="-2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Rectangle 57">
            <a:extLst>
              <a:ext uri="{FF2B5EF4-FFF2-40B4-BE49-F238E27FC236}">
                <a16:creationId xmlns="" xmlns:a16="http://schemas.microsoft.com/office/drawing/2014/main" id="{371DE9A8-AF3A-4833-8F8B-A0C7C0948657}"/>
              </a:ext>
            </a:extLst>
          </p:cNvPr>
          <p:cNvSpPr/>
          <p:nvPr/>
        </p:nvSpPr>
        <p:spPr>
          <a:xfrm>
            <a:off x="1111757" y="2500053"/>
            <a:ext cx="706778" cy="144016"/>
          </a:xfrm>
          <a:prstGeom prst="rect">
            <a:avLst/>
          </a:prstGeom>
          <a:solidFill>
            <a:schemeClr val="accent4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8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/>
        </p:nvSpPr>
        <p:spPr>
          <a:xfrm>
            <a:off x="1836637" y="2500053"/>
            <a:ext cx="6907099" cy="14401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936305" y="4907613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김동국 과장</a:t>
            </a: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36" name="텍스트 개체 틀 9"/>
          <p:cNvSpPr>
            <a:spLocks noGrp="1"/>
          </p:cNvSpPr>
          <p:nvPr>
            <p:ph type="body" sz="quarter" idx="21" hasCustomPrompt="1"/>
          </p:nvPr>
        </p:nvSpPr>
        <p:spPr>
          <a:xfrm>
            <a:off x="6936305" y="5259786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spc="-20" baseline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34B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경영전략팀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234B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5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 userDrawn="1"/>
        </p:nvSpPr>
        <p:spPr>
          <a:xfrm>
            <a:off x="7033015" y="4729360"/>
            <a:ext cx="1692000" cy="5000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105" y="135958"/>
            <a:ext cx="146674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427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39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커버_인터지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70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rgbClr val="B6B6B6"/>
                </a:solidFill>
              </a:rPr>
              <a:t>Ⓒ DONGKUK STEEL GROUP. 2019. All Rights Reserved.  </a:t>
            </a:r>
            <a:endParaRPr lang="ko-KR" altLang="en-US" sz="750" dirty="0">
              <a:solidFill>
                <a:srgbClr val="B6B6B6"/>
              </a:solidFill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1097630" y="1944543"/>
            <a:ext cx="5471507" cy="903288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본고딕 Normal" panose="020B0400000000000000" pitchFamily="34" charset="-127"/>
              <a:buNone/>
              <a:defRPr sz="36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  <a:lvl2pPr marL="358775" indent="-88900">
              <a:buClr>
                <a:schemeClr val="tx2"/>
              </a:buClr>
              <a:defRPr sz="1400"/>
            </a:lvl2pPr>
            <a:lvl3pPr marL="446088" indent="-87313">
              <a:buClr>
                <a:srgbClr val="003760"/>
              </a:buClr>
              <a:buFont typeface="본고딕 Normal" panose="020B0400000000000000" pitchFamily="34" charset="-127"/>
              <a:buChar char="‒"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경영이념 낭독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978646" y="2879308"/>
            <a:ext cx="1803187" cy="17937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spc="-2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Rectangle 57">
            <a:extLst>
              <a:ext uri="{FF2B5EF4-FFF2-40B4-BE49-F238E27FC236}">
                <a16:creationId xmlns="" xmlns:a16="http://schemas.microsoft.com/office/drawing/2014/main" id="{371DE9A8-AF3A-4833-8F8B-A0C7C0948657}"/>
              </a:ext>
            </a:extLst>
          </p:cNvPr>
          <p:cNvSpPr/>
          <p:nvPr userDrawn="1"/>
        </p:nvSpPr>
        <p:spPr>
          <a:xfrm>
            <a:off x="1111757" y="2500053"/>
            <a:ext cx="706778" cy="144016"/>
          </a:xfrm>
          <a:prstGeom prst="rect">
            <a:avLst/>
          </a:prstGeom>
          <a:solidFill>
            <a:schemeClr val="accent4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8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 userDrawn="1"/>
        </p:nvSpPr>
        <p:spPr>
          <a:xfrm>
            <a:off x="1836637" y="2500053"/>
            <a:ext cx="6907099" cy="14401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936305" y="4907613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김동국 과장</a:t>
            </a: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36" name="텍스트 개체 틀 9"/>
          <p:cNvSpPr>
            <a:spLocks noGrp="1"/>
          </p:cNvSpPr>
          <p:nvPr>
            <p:ph type="body" sz="quarter" idx="21" hasCustomPrompt="1"/>
          </p:nvPr>
        </p:nvSpPr>
        <p:spPr>
          <a:xfrm>
            <a:off x="6936305" y="5259786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spc="-20" baseline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34B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경영전략팀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234B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5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 userDrawn="1"/>
        </p:nvSpPr>
        <p:spPr>
          <a:xfrm>
            <a:off x="7033015" y="4729360"/>
            <a:ext cx="1692000" cy="5000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820" y="164856"/>
            <a:ext cx="966029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5709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397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커버_DK유엔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rgbClr val="B6B6B6"/>
                </a:solidFill>
              </a:rPr>
              <a:t>Ⓒ DONGKUK STEEL GROUP. 2019. All Rights Reserved.  </a:t>
            </a:r>
            <a:endParaRPr lang="ko-KR" altLang="en-US" sz="750" dirty="0">
              <a:solidFill>
                <a:srgbClr val="B6B6B6"/>
              </a:solidFill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1097630" y="1944543"/>
            <a:ext cx="5471507" cy="903288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본고딕 Normal" panose="020B0400000000000000" pitchFamily="34" charset="-127"/>
              <a:buNone/>
              <a:defRPr sz="36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  <a:lvl2pPr marL="358775" indent="-88900">
              <a:buClr>
                <a:schemeClr val="tx2"/>
              </a:buClr>
              <a:defRPr sz="1400"/>
            </a:lvl2pPr>
            <a:lvl3pPr marL="446088" indent="-87313">
              <a:buClr>
                <a:srgbClr val="003760"/>
              </a:buClr>
              <a:buFont typeface="본고딕 Normal" panose="020B0400000000000000" pitchFamily="34" charset="-127"/>
              <a:buChar char="‒"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경영이념 낭독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978646" y="2879308"/>
            <a:ext cx="1803187" cy="17937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spc="-2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Rectangle 57">
            <a:extLst>
              <a:ext uri="{FF2B5EF4-FFF2-40B4-BE49-F238E27FC236}">
                <a16:creationId xmlns="" xmlns:a16="http://schemas.microsoft.com/office/drawing/2014/main" id="{371DE9A8-AF3A-4833-8F8B-A0C7C0948657}"/>
              </a:ext>
            </a:extLst>
          </p:cNvPr>
          <p:cNvSpPr/>
          <p:nvPr/>
        </p:nvSpPr>
        <p:spPr>
          <a:xfrm>
            <a:off x="1111757" y="2500053"/>
            <a:ext cx="706778" cy="144016"/>
          </a:xfrm>
          <a:prstGeom prst="rect">
            <a:avLst/>
          </a:prstGeom>
          <a:solidFill>
            <a:schemeClr val="accent4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8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/>
        </p:nvSpPr>
        <p:spPr>
          <a:xfrm>
            <a:off x="1836637" y="2500053"/>
            <a:ext cx="6907099" cy="14401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936305" y="4907613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김동국 과장</a:t>
            </a: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36" name="텍스트 개체 틀 9"/>
          <p:cNvSpPr>
            <a:spLocks noGrp="1"/>
          </p:cNvSpPr>
          <p:nvPr>
            <p:ph type="body" sz="quarter" idx="21" hasCustomPrompt="1"/>
          </p:nvPr>
        </p:nvSpPr>
        <p:spPr>
          <a:xfrm>
            <a:off x="6936305" y="5259786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spc="-20" baseline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34B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경영전략팀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234B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5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 userDrawn="1"/>
        </p:nvSpPr>
        <p:spPr>
          <a:xfrm>
            <a:off x="7033015" y="4729360"/>
            <a:ext cx="1692000" cy="5000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818" y="142122"/>
            <a:ext cx="747031" cy="2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2199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397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커버_페럼인프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5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rgbClr val="B6B6B6"/>
                </a:solidFill>
              </a:rPr>
              <a:t>Ⓒ DONGKUK STEEL GROUP. 2019. All Rights Reserved.  </a:t>
            </a:r>
            <a:endParaRPr lang="ko-KR" altLang="en-US" sz="750" dirty="0">
              <a:solidFill>
                <a:srgbClr val="B6B6B6"/>
              </a:solidFill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1097630" y="1944543"/>
            <a:ext cx="5471507" cy="903288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본고딕 Normal" panose="020B0400000000000000" pitchFamily="34" charset="-127"/>
              <a:buNone/>
              <a:defRPr sz="36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  <a:lvl2pPr marL="358775" indent="-88900">
              <a:buClr>
                <a:schemeClr val="tx2"/>
              </a:buClr>
              <a:defRPr sz="1400"/>
            </a:lvl2pPr>
            <a:lvl3pPr marL="446088" indent="-87313">
              <a:buClr>
                <a:srgbClr val="003760"/>
              </a:buClr>
              <a:buFont typeface="본고딕 Normal" panose="020B0400000000000000" pitchFamily="34" charset="-127"/>
              <a:buChar char="‒"/>
              <a:defRPr sz="12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경영이념 낭독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6978646" y="2879308"/>
            <a:ext cx="1803187" cy="179375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spc="-20" baseline="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Rectangle 57">
            <a:extLst>
              <a:ext uri="{FF2B5EF4-FFF2-40B4-BE49-F238E27FC236}">
                <a16:creationId xmlns="" xmlns:a16="http://schemas.microsoft.com/office/drawing/2014/main" id="{371DE9A8-AF3A-4833-8F8B-A0C7C0948657}"/>
              </a:ext>
            </a:extLst>
          </p:cNvPr>
          <p:cNvSpPr/>
          <p:nvPr/>
        </p:nvSpPr>
        <p:spPr>
          <a:xfrm>
            <a:off x="1111757" y="2500053"/>
            <a:ext cx="706778" cy="144016"/>
          </a:xfrm>
          <a:prstGeom prst="rect">
            <a:avLst/>
          </a:prstGeom>
          <a:solidFill>
            <a:schemeClr val="accent4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28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/>
        </p:nvSpPr>
        <p:spPr>
          <a:xfrm>
            <a:off x="1836637" y="2500053"/>
            <a:ext cx="6907099" cy="14401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-8467" y="0"/>
            <a:ext cx="9918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9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6936305" y="4907613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김동국 과장</a:t>
            </a: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36" name="텍스트 개체 틀 9"/>
          <p:cNvSpPr>
            <a:spLocks noGrp="1"/>
          </p:cNvSpPr>
          <p:nvPr>
            <p:ph type="body" sz="quarter" idx="21" hasCustomPrompt="1"/>
          </p:nvPr>
        </p:nvSpPr>
        <p:spPr>
          <a:xfrm>
            <a:off x="6936305" y="5259786"/>
            <a:ext cx="1788710" cy="405154"/>
          </a:xfrm>
        </p:spPr>
        <p:txBody>
          <a:bodyPr anchor="ctr" anchorCtr="0">
            <a:noAutofit/>
          </a:bodyPr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600" spc="-20" baseline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34B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경영전략팀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00234B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5" name="Rectangle 58">
            <a:extLst>
              <a:ext uri="{FF2B5EF4-FFF2-40B4-BE49-F238E27FC236}">
                <a16:creationId xmlns="" xmlns:a16="http://schemas.microsoft.com/office/drawing/2014/main" id="{6318697D-7BEF-4392-ACF1-9C56364267FC}"/>
              </a:ext>
            </a:extLst>
          </p:cNvPr>
          <p:cNvSpPr/>
          <p:nvPr userDrawn="1"/>
        </p:nvSpPr>
        <p:spPr>
          <a:xfrm>
            <a:off x="7033015" y="4729360"/>
            <a:ext cx="1692000" cy="50006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90" y="151571"/>
            <a:ext cx="1228725" cy="18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7944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397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경영이념 본문_동국제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32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28650" y="501650"/>
            <a:ext cx="3200651" cy="472078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32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r>
              <a:rPr lang="ko-KR" altLang="en-US" dirty="0" smtClean="0"/>
              <a:t>경영이념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26" name="Rectangle 3"/>
          <p:cNvSpPr/>
          <p:nvPr userDrawn="1"/>
        </p:nvSpPr>
        <p:spPr>
          <a:xfrm>
            <a:off x="628650" y="1174796"/>
            <a:ext cx="8623300" cy="4927553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bg2"/>
              </a:solidFill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2647949" y="1762638"/>
            <a:ext cx="6324601" cy="72021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31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933450" y="2166734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47" name="텍스트 개체 틀 5"/>
          <p:cNvSpPr>
            <a:spLocks noGrp="1"/>
          </p:cNvSpPr>
          <p:nvPr>
            <p:ph type="body" sz="quarter" idx="16" hasCustomPrompt="1"/>
          </p:nvPr>
        </p:nvSpPr>
        <p:spPr>
          <a:xfrm>
            <a:off x="933450" y="1676388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105" y="135958"/>
            <a:ext cx="1466744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3680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본문_인터지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7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32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28650" y="501650"/>
            <a:ext cx="3200651" cy="472078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32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r>
              <a:rPr lang="ko-KR" altLang="en-US" dirty="0" smtClean="0"/>
              <a:t>경영이념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26" name="Rectangle 3"/>
          <p:cNvSpPr/>
          <p:nvPr userDrawn="1"/>
        </p:nvSpPr>
        <p:spPr>
          <a:xfrm>
            <a:off x="628650" y="1174796"/>
            <a:ext cx="8623300" cy="4927553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2647949" y="1762638"/>
            <a:ext cx="6324601" cy="72021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31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933450" y="2166734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47" name="텍스트 개체 틀 5"/>
          <p:cNvSpPr>
            <a:spLocks noGrp="1"/>
          </p:cNvSpPr>
          <p:nvPr>
            <p:ph type="body" sz="quarter" idx="16" hasCustomPrompt="1"/>
          </p:nvPr>
        </p:nvSpPr>
        <p:spPr>
          <a:xfrm>
            <a:off x="933450" y="1676388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820" y="164856"/>
            <a:ext cx="966029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142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본문_DK유엔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9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32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28650" y="501650"/>
            <a:ext cx="3200651" cy="472078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32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r>
              <a:rPr lang="ko-KR" altLang="en-US" dirty="0" smtClean="0"/>
              <a:t>경영이념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26" name="Rectangle 3"/>
          <p:cNvSpPr/>
          <p:nvPr userDrawn="1"/>
        </p:nvSpPr>
        <p:spPr>
          <a:xfrm>
            <a:off x="628650" y="1174796"/>
            <a:ext cx="8623300" cy="4927553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2647949" y="1762638"/>
            <a:ext cx="6324601" cy="72021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31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933450" y="2166734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47" name="텍스트 개체 틀 5"/>
          <p:cNvSpPr>
            <a:spLocks noGrp="1"/>
          </p:cNvSpPr>
          <p:nvPr>
            <p:ph type="body" sz="quarter" idx="16" hasCustomPrompt="1"/>
          </p:nvPr>
        </p:nvSpPr>
        <p:spPr>
          <a:xfrm>
            <a:off x="933450" y="1676388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5818" y="142122"/>
            <a:ext cx="747031" cy="20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5735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경영이념 본문_페럼인프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82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32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628650" y="501650"/>
            <a:ext cx="3200651" cy="472078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3200" spc="-2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r>
              <a:rPr lang="ko-KR" altLang="en-US" dirty="0" smtClean="0"/>
              <a:t>경영이념</a:t>
            </a:r>
            <a:endParaRPr lang="ko-KR" alt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26" name="Rectangle 3"/>
          <p:cNvSpPr/>
          <p:nvPr userDrawn="1"/>
        </p:nvSpPr>
        <p:spPr>
          <a:xfrm>
            <a:off x="628650" y="1174796"/>
            <a:ext cx="8623300" cy="4927553"/>
          </a:xfrm>
          <a:prstGeom prst="rect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 hasCustomPrompt="1"/>
          </p:nvPr>
        </p:nvSpPr>
        <p:spPr>
          <a:xfrm>
            <a:off x="2647949" y="1762638"/>
            <a:ext cx="6324601" cy="720212"/>
          </a:xfrm>
        </p:spPr>
        <p:txBody>
          <a:bodyPr anchor="t" anchorCtr="0">
            <a:noAutofit/>
          </a:bodyPr>
          <a:lstStyle>
            <a:lvl1pPr marL="0" indent="0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31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933450" y="2166734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120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sp>
        <p:nvSpPr>
          <p:cNvPr id="47" name="텍스트 개체 틀 5"/>
          <p:cNvSpPr>
            <a:spLocks noGrp="1"/>
          </p:cNvSpPr>
          <p:nvPr>
            <p:ph type="body" sz="quarter" idx="16" hasCustomPrompt="1"/>
          </p:nvPr>
        </p:nvSpPr>
        <p:spPr>
          <a:xfrm>
            <a:off x="933450" y="1676388"/>
            <a:ext cx="1371600" cy="410603"/>
          </a:xfrm>
        </p:spPr>
        <p:txBody>
          <a:bodyPr anchor="ctr" anchorCtr="0">
            <a:noAutofit/>
          </a:bodyPr>
          <a:lstStyle>
            <a:lvl1pPr marL="0" indent="0" algn="dist">
              <a:lnSpc>
                <a:spcPct val="120000"/>
              </a:lnSpc>
              <a:buNone/>
              <a:defRPr sz="2000" spc="-20" baseline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내용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890" y="151571"/>
            <a:ext cx="1228725" cy="18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948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_공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21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20460" y="2647953"/>
            <a:ext cx="1130820" cy="717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0" name="텍스트 개체 틀 20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" y="2643091"/>
            <a:ext cx="1439660" cy="969496"/>
          </a:xfrm>
        </p:spPr>
        <p:txBody>
          <a:bodyPr wrap="square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6600" b="0" spc="-100" baseline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1505700" y="2647952"/>
            <a:ext cx="8400300" cy="9694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51680" y="2807265"/>
            <a:ext cx="7619470" cy="650871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 spc="-50" baseline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220460" y="3458135"/>
            <a:ext cx="1130820" cy="1544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14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131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동국제강(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6795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425856" y="112945"/>
            <a:ext cx="1128835" cy="286232"/>
          </a:xfrm>
          <a:solidFill>
            <a:schemeClr val="tx2"/>
          </a:solidFill>
        </p:spPr>
        <p:txBody>
          <a:bodyPr wrap="none" anchor="ctr" anchorCtr="0">
            <a:spAutoFit/>
          </a:bodyPr>
          <a:lstStyle>
            <a:lvl1pPr marL="0" indent="0">
              <a:buNone/>
              <a:defRPr sz="1400" spc="-2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endParaRPr lang="ko-KR" altLang="en-US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567" y="158959"/>
            <a:ext cx="1137697" cy="1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14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동국제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45389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60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680" y="164975"/>
            <a:ext cx="1137697" cy="16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382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동국제강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90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2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3" y="6562270"/>
            <a:ext cx="3172217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8" y="6601746"/>
            <a:ext cx="1534560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681" y="164976"/>
            <a:ext cx="1137696" cy="167543"/>
          </a:xfrm>
          <a:prstGeom prst="rect">
            <a:avLst/>
          </a:prstGeom>
        </p:spPr>
      </p:pic>
      <p:sp>
        <p:nvSpPr>
          <p:cNvPr id="13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8099" y="441325"/>
            <a:ext cx="9360550" cy="877888"/>
          </a:xfrm>
        </p:spPr>
        <p:txBody>
          <a:bodyPr>
            <a:noAutofit/>
          </a:bodyPr>
          <a:lstStyle>
            <a:lvl1pPr marL="266688" indent="-266688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44" indent="-182555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55" algn="l"/>
              </a:tabLst>
              <a:defRPr sz="1400" spc="-20" baseline="0"/>
            </a:lvl2pPr>
            <a:lvl3pPr marL="625449" indent="-176206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16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202833409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인터지스(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9354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46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425856" y="112945"/>
            <a:ext cx="1128835" cy="286232"/>
          </a:xfrm>
          <a:solidFill>
            <a:schemeClr val="tx2"/>
          </a:solidFill>
        </p:spPr>
        <p:txBody>
          <a:bodyPr wrap="none" anchor="ctr" anchorCtr="0">
            <a:spAutoFit/>
          </a:bodyPr>
          <a:lstStyle>
            <a:lvl1pPr marL="0" indent="0">
              <a:buNone/>
              <a:defRPr sz="1400" spc="-2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endParaRPr lang="ko-KR" altLang="en-US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rgbClr val="00245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rgbClr val="00245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350" y="190444"/>
            <a:ext cx="691201" cy="11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4728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인터지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0338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2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rgbClr val="B6B6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rgbClr val="00245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rgbClr val="00245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6350" y="190444"/>
            <a:ext cx="691201" cy="11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216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K유엔씨(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496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7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425856" y="112945"/>
            <a:ext cx="1128835" cy="286232"/>
          </a:xfrm>
          <a:solidFill>
            <a:schemeClr val="tx2"/>
          </a:solidFill>
        </p:spPr>
        <p:txBody>
          <a:bodyPr wrap="none" anchor="ctr" anchorCtr="0">
            <a:spAutoFit/>
          </a:bodyPr>
          <a:lstStyle>
            <a:lvl1pPr marL="0" indent="0">
              <a:buNone/>
              <a:defRPr sz="1400" spc="-2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endParaRPr lang="ko-KR" altLang="en-US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039" y="173936"/>
            <a:ext cx="531303" cy="1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782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K유엔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93521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4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039" y="173936"/>
            <a:ext cx="531303" cy="1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61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K유엔씨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0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441325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경영전략팀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039" y="173936"/>
            <a:ext cx="531303" cy="1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2531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페럼인프라(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161608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9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425856" y="112945"/>
            <a:ext cx="1128835" cy="286232"/>
          </a:xfrm>
          <a:solidFill>
            <a:schemeClr val="tx2"/>
          </a:solidFill>
        </p:spPr>
        <p:txBody>
          <a:bodyPr wrap="none" anchor="ctr" anchorCtr="0">
            <a:spAutoFit/>
          </a:bodyPr>
          <a:lstStyle>
            <a:lvl1pPr marL="0" indent="0">
              <a:buNone/>
              <a:defRPr sz="1400" spc="-20" baseline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endParaRPr lang="ko-KR" altLang="en-US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307" y="192471"/>
            <a:ext cx="908958" cy="1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5164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페럼인프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33783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72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5035" y="433827"/>
            <a:ext cx="9355229" cy="708943"/>
          </a:xfrm>
        </p:spPr>
        <p:txBody>
          <a:bodyPr bIns="0" anchor="b" anchorCtr="0">
            <a:noAutofit/>
          </a:bodyPr>
          <a:lstStyle>
            <a:lvl1pPr>
              <a:lnSpc>
                <a:spcPct val="110000"/>
              </a:lnSpc>
              <a:defRPr sz="2000" spc="-50" baseline="0">
                <a:solidFill>
                  <a:schemeClr val="tx2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20pt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이상의 내용은 자제해주세요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-8400" y="1223043"/>
            <a:ext cx="9914400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-8400" y="1185409"/>
            <a:ext cx="991440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307" y="192471"/>
            <a:ext cx="908958" cy="1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9327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페럼인프라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82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 flipV="1">
            <a:off x="275385" y="6557421"/>
            <a:ext cx="9355230" cy="1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바닥글 개체 틀 13"/>
          <p:cNvSpPr txBox="1">
            <a:spLocks/>
          </p:cNvSpPr>
          <p:nvPr userDrawn="1"/>
        </p:nvSpPr>
        <p:spPr>
          <a:xfrm>
            <a:off x="270064" y="6562270"/>
            <a:ext cx="3172216" cy="2077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750" dirty="0" smtClean="0">
                <a:solidFill>
                  <a:schemeClr val="bg2"/>
                </a:solidFill>
              </a:rPr>
              <a:t>Ⓒ DONGKUK STEEL GROUP. 2019. All Rights Reserved.  </a:t>
            </a:r>
            <a:endParaRPr lang="ko-KR" altLang="en-US" sz="750" dirty="0">
              <a:solidFill>
                <a:schemeClr val="bg2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>
          <a:xfrm>
            <a:off x="270064" y="441325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4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경영전략팀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307" y="192471"/>
            <a:ext cx="908958" cy="1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484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3" pos="6068">
          <p15:clr>
            <a:srgbClr val="FBAE40"/>
          </p15:clr>
        </p15:guide>
        <p15:guide id="4" pos="172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890">
          <p15:clr>
            <a:srgbClr val="FBAE40"/>
          </p15:clr>
        </p15:guide>
        <p15:guide id="7" orient="horz" pos="27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74" r:id="rId2"/>
    <p:sldLayoutId id="2147483690" r:id="rId3"/>
    <p:sldLayoutId id="2147483691" r:id="rId4"/>
    <p:sldLayoutId id="2147483692" r:id="rId5"/>
    <p:sldLayoutId id="2147483675" r:id="rId6"/>
    <p:sldLayoutId id="2147483693" r:id="rId7"/>
    <p:sldLayoutId id="2147483694" r:id="rId8"/>
    <p:sldLayoutId id="2147483695" r:id="rId9"/>
    <p:sldLayoutId id="2147483676" r:id="rId10"/>
    <p:sldLayoutId id="2147483696" r:id="rId11"/>
    <p:sldLayoutId id="2147483697" r:id="rId12"/>
    <p:sldLayoutId id="2147483698" r:id="rId13"/>
    <p:sldLayoutId id="2147483677" r:id="rId14"/>
    <p:sldLayoutId id="2147483699" r:id="rId15"/>
    <p:sldLayoutId id="2147483700" r:id="rId16"/>
    <p:sldLayoutId id="2147483701" r:id="rId17"/>
    <p:sldLayoutId id="2147483689" r:id="rId18"/>
    <p:sldLayoutId id="2147483681" r:id="rId19"/>
    <p:sldLayoutId id="2147483712" r:id="rId20"/>
    <p:sldLayoutId id="2147483714" r:id="rId21"/>
    <p:sldLayoutId id="2147483702" r:id="rId22"/>
    <p:sldLayoutId id="2147483713" r:id="rId23"/>
    <p:sldLayoutId id="2147483703" r:id="rId24"/>
    <p:sldLayoutId id="2147483711" r:id="rId25"/>
    <p:sldLayoutId id="2147483716" r:id="rId26"/>
    <p:sldLayoutId id="2147483704" r:id="rId27"/>
    <p:sldLayoutId id="2147483710" r:id="rId28"/>
    <p:sldLayoutId id="2147483717" r:id="rId29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0.xml"/><Relationship Id="rId1" Type="http://schemas.openxmlformats.org/officeDocument/2006/relationships/vmlDrawing" Target="../drawings/vmlDrawing30.vml"/><Relationship Id="rId6" Type="http://schemas.openxmlformats.org/officeDocument/2006/relationships/image" Target="NULL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vmlDrawing" Target="../drawings/vmlDrawing31.vml"/><Relationship Id="rId6" Type="http://schemas.openxmlformats.org/officeDocument/2006/relationships/image" Target="NULL"/><Relationship Id="rId5" Type="http://schemas.openxmlformats.org/officeDocument/2006/relationships/oleObject" Target="../embeddings/oleObject31.bin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vmlDrawing" Target="../drawings/vmlDrawing32.vml"/><Relationship Id="rId5" Type="http://schemas.openxmlformats.org/officeDocument/2006/relationships/image" Target="NULL"/><Relationship Id="rId4" Type="http://schemas.openxmlformats.org/officeDocument/2006/relationships/oleObject" Target="../embeddings/oleObject3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3.vml"/><Relationship Id="rId5" Type="http://schemas.openxmlformats.org/officeDocument/2006/relationships/image" Target="NULL"/><Relationship Id="rId4" Type="http://schemas.openxmlformats.org/officeDocument/2006/relationships/oleObject" Target="../embeddings/oleObject3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4.vml"/><Relationship Id="rId5" Type="http://schemas.openxmlformats.org/officeDocument/2006/relationships/image" Target="NULL"/><Relationship Id="rId4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5.vml"/><Relationship Id="rId5" Type="http://schemas.openxmlformats.org/officeDocument/2006/relationships/image" Target="NULL"/><Relationship Id="rId4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7.xml"/><Relationship Id="rId1" Type="http://schemas.openxmlformats.org/officeDocument/2006/relationships/vmlDrawing" Target="../drawings/vmlDrawing36.vml"/><Relationship Id="rId5" Type="http://schemas.openxmlformats.org/officeDocument/2006/relationships/image" Target="NULL"/><Relationship Id="rId4" Type="http://schemas.openxmlformats.org/officeDocument/2006/relationships/oleObject" Target="../embeddings/oleObject3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68.xml"/><Relationship Id="rId1" Type="http://schemas.openxmlformats.org/officeDocument/2006/relationships/vmlDrawing" Target="../drawings/vmlDrawing37.vml"/><Relationship Id="rId5" Type="http://schemas.openxmlformats.org/officeDocument/2006/relationships/image" Target="NULL"/><Relationship Id="rId4" Type="http://schemas.openxmlformats.org/officeDocument/2006/relationships/oleObject" Target="../embeddings/oleObject3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69.xml"/><Relationship Id="rId1" Type="http://schemas.openxmlformats.org/officeDocument/2006/relationships/vmlDrawing" Target="../drawings/vmlDrawing38.vml"/><Relationship Id="rId5" Type="http://schemas.openxmlformats.org/officeDocument/2006/relationships/image" Target="NULL"/><Relationship Id="rId4" Type="http://schemas.openxmlformats.org/officeDocument/2006/relationships/oleObject" Target="../embeddings/oleObject3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NULL"/><Relationship Id="rId2" Type="http://schemas.openxmlformats.org/officeDocument/2006/relationships/tags" Target="../tags/tag70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9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2.xml"/><Relationship Id="rId1" Type="http://schemas.openxmlformats.org/officeDocument/2006/relationships/vmlDrawing" Target="../drawings/vmlDrawing40.vml"/><Relationship Id="rId5" Type="http://schemas.openxmlformats.org/officeDocument/2006/relationships/image" Target="NULL"/><Relationship Id="rId4" Type="http://schemas.openxmlformats.org/officeDocument/2006/relationships/oleObject" Target="../embeddings/oleObject4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3.xml"/><Relationship Id="rId1" Type="http://schemas.openxmlformats.org/officeDocument/2006/relationships/vmlDrawing" Target="../drawings/vmlDrawing41.vml"/><Relationship Id="rId5" Type="http://schemas.openxmlformats.org/officeDocument/2006/relationships/image" Target="NULL"/><Relationship Id="rId4" Type="http://schemas.openxmlformats.org/officeDocument/2006/relationships/oleObject" Target="../embeddings/oleObject4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4.xml"/><Relationship Id="rId1" Type="http://schemas.openxmlformats.org/officeDocument/2006/relationships/vmlDrawing" Target="../drawings/vmlDrawing42.vml"/><Relationship Id="rId5" Type="http://schemas.openxmlformats.org/officeDocument/2006/relationships/image" Target="NULL"/><Relationship Id="rId4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8.jpeg"/><Relationship Id="rId2" Type="http://schemas.openxmlformats.org/officeDocument/2006/relationships/tags" Target="../tags/tag75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7.jpeg"/><Relationship Id="rId5" Type="http://schemas.openxmlformats.org/officeDocument/2006/relationships/image" Target="NULL"/><Relationship Id="rId4" Type="http://schemas.openxmlformats.org/officeDocument/2006/relationships/oleObject" Target="../embeddings/oleObject4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6.xml"/><Relationship Id="rId1" Type="http://schemas.openxmlformats.org/officeDocument/2006/relationships/vmlDrawing" Target="../drawings/vmlDrawing44.vml"/><Relationship Id="rId5" Type="http://schemas.openxmlformats.org/officeDocument/2006/relationships/image" Target="NULL"/><Relationship Id="rId4" Type="http://schemas.openxmlformats.org/officeDocument/2006/relationships/oleObject" Target="../embeddings/oleObject4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7.xml"/><Relationship Id="rId1" Type="http://schemas.openxmlformats.org/officeDocument/2006/relationships/vmlDrawing" Target="../drawings/vmlDrawing45.vml"/><Relationship Id="rId5" Type="http://schemas.openxmlformats.org/officeDocument/2006/relationships/image" Target="NULL"/><Relationship Id="rId4" Type="http://schemas.openxmlformats.org/officeDocument/2006/relationships/oleObject" Target="../embeddings/oleObject45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8.xml"/><Relationship Id="rId1" Type="http://schemas.openxmlformats.org/officeDocument/2006/relationships/vmlDrawing" Target="../drawings/vmlDrawing46.vml"/><Relationship Id="rId6" Type="http://schemas.openxmlformats.org/officeDocument/2006/relationships/image" Target="NULL"/><Relationship Id="rId5" Type="http://schemas.openxmlformats.org/officeDocument/2006/relationships/oleObject" Target="../embeddings/oleObject46.bin"/><Relationship Id="rId4" Type="http://schemas.openxmlformats.org/officeDocument/2006/relationships/notesSlide" Target="../notesSlides/notesSlid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79.xml"/><Relationship Id="rId1" Type="http://schemas.openxmlformats.org/officeDocument/2006/relationships/vmlDrawing" Target="../drawings/vmlDrawing47.vml"/><Relationship Id="rId5" Type="http://schemas.openxmlformats.org/officeDocument/2006/relationships/image" Target="NULL"/><Relationship Id="rId4" Type="http://schemas.openxmlformats.org/officeDocument/2006/relationships/oleObject" Target="../embeddings/oleObject4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80.xml"/><Relationship Id="rId1" Type="http://schemas.openxmlformats.org/officeDocument/2006/relationships/vmlDrawing" Target="../drawings/vmlDrawing48.vml"/><Relationship Id="rId5" Type="http://schemas.openxmlformats.org/officeDocument/2006/relationships/image" Target="NULL"/><Relationship Id="rId4" Type="http://schemas.openxmlformats.org/officeDocument/2006/relationships/oleObject" Target="../embeddings/oleObject4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1.xml"/><Relationship Id="rId1" Type="http://schemas.openxmlformats.org/officeDocument/2006/relationships/vmlDrawing" Target="../drawings/vmlDrawing49.vml"/><Relationship Id="rId6" Type="http://schemas.openxmlformats.org/officeDocument/2006/relationships/image" Target="NULL"/><Relationship Id="rId5" Type="http://schemas.openxmlformats.org/officeDocument/2006/relationships/oleObject" Target="../embeddings/oleObject49.bin"/><Relationship Id="rId4" Type="http://schemas.openxmlformats.org/officeDocument/2006/relationships/notesSlide" Target="../notesSlides/notesSlid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2.xml"/><Relationship Id="rId1" Type="http://schemas.openxmlformats.org/officeDocument/2006/relationships/vmlDrawing" Target="../drawings/vmlDrawing50.vml"/><Relationship Id="rId5" Type="http://schemas.openxmlformats.org/officeDocument/2006/relationships/image" Target="NULL"/><Relationship Id="rId4" Type="http://schemas.openxmlformats.org/officeDocument/2006/relationships/oleObject" Target="../embeddings/oleObject5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3.xml"/><Relationship Id="rId1" Type="http://schemas.openxmlformats.org/officeDocument/2006/relationships/vmlDrawing" Target="../drawings/vmlDrawing51.vml"/><Relationship Id="rId5" Type="http://schemas.openxmlformats.org/officeDocument/2006/relationships/image" Target="NULL"/><Relationship Id="rId4" Type="http://schemas.openxmlformats.org/officeDocument/2006/relationships/oleObject" Target="../embeddings/oleObject5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4.xml"/><Relationship Id="rId1" Type="http://schemas.openxmlformats.org/officeDocument/2006/relationships/vmlDrawing" Target="../drawings/vmlDrawing52.vml"/><Relationship Id="rId5" Type="http://schemas.openxmlformats.org/officeDocument/2006/relationships/image" Target="NULL"/><Relationship Id="rId4" Type="http://schemas.openxmlformats.org/officeDocument/2006/relationships/oleObject" Target="../embeddings/oleObject5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5.xml"/><Relationship Id="rId1" Type="http://schemas.openxmlformats.org/officeDocument/2006/relationships/vmlDrawing" Target="../drawings/vmlDrawing53.vml"/><Relationship Id="rId5" Type="http://schemas.openxmlformats.org/officeDocument/2006/relationships/image" Target="NULL"/><Relationship Id="rId4" Type="http://schemas.openxmlformats.org/officeDocument/2006/relationships/oleObject" Target="../embeddings/oleObject5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86.xml"/><Relationship Id="rId1" Type="http://schemas.openxmlformats.org/officeDocument/2006/relationships/vmlDrawing" Target="../drawings/vmlDrawing54.vml"/><Relationship Id="rId5" Type="http://schemas.openxmlformats.org/officeDocument/2006/relationships/image" Target="NULL"/><Relationship Id="rId4" Type="http://schemas.openxmlformats.org/officeDocument/2006/relationships/oleObject" Target="../embeddings/oleObject5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87.xml"/><Relationship Id="rId1" Type="http://schemas.openxmlformats.org/officeDocument/2006/relationships/vmlDrawing" Target="../drawings/vmlDrawing55.vml"/><Relationship Id="rId5" Type="http://schemas.openxmlformats.org/officeDocument/2006/relationships/image" Target="NULL"/><Relationship Id="rId4" Type="http://schemas.openxmlformats.org/officeDocument/2006/relationships/oleObject" Target="../embeddings/oleObject5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vmlDrawing" Target="../drawings/vmlDrawing56.vml"/><Relationship Id="rId6" Type="http://schemas.openxmlformats.org/officeDocument/2006/relationships/image" Target="NULL"/><Relationship Id="rId5" Type="http://schemas.openxmlformats.org/officeDocument/2006/relationships/oleObject" Target="../embeddings/oleObject56.bin"/><Relationship Id="rId4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0.xml"/><Relationship Id="rId1" Type="http://schemas.openxmlformats.org/officeDocument/2006/relationships/vmlDrawing" Target="../drawings/vmlDrawing57.vml"/><Relationship Id="rId5" Type="http://schemas.openxmlformats.org/officeDocument/2006/relationships/image" Target="NULL"/><Relationship Id="rId4" Type="http://schemas.openxmlformats.org/officeDocument/2006/relationships/oleObject" Target="../embeddings/oleObject57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1.xml"/><Relationship Id="rId1" Type="http://schemas.openxmlformats.org/officeDocument/2006/relationships/vmlDrawing" Target="../drawings/vmlDrawing58.vml"/><Relationship Id="rId5" Type="http://schemas.openxmlformats.org/officeDocument/2006/relationships/image" Target="NULL"/><Relationship Id="rId4" Type="http://schemas.openxmlformats.org/officeDocument/2006/relationships/oleObject" Target="../embeddings/oleObject5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1.png"/><Relationship Id="rId2" Type="http://schemas.openxmlformats.org/officeDocument/2006/relationships/tags" Target="../tags/tag9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0.png"/><Relationship Id="rId5" Type="http://schemas.openxmlformats.org/officeDocument/2006/relationships/image" Target="NULL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59.bin"/><Relationship Id="rId9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3.xml"/><Relationship Id="rId1" Type="http://schemas.openxmlformats.org/officeDocument/2006/relationships/vmlDrawing" Target="../drawings/vmlDrawing60.vml"/><Relationship Id="rId5" Type="http://schemas.openxmlformats.org/officeDocument/2006/relationships/image" Target="NULL"/><Relationship Id="rId4" Type="http://schemas.openxmlformats.org/officeDocument/2006/relationships/oleObject" Target="../embeddings/oleObject6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94.xml"/><Relationship Id="rId1" Type="http://schemas.openxmlformats.org/officeDocument/2006/relationships/vmlDrawing" Target="../drawings/vmlDrawing61.vml"/><Relationship Id="rId5" Type="http://schemas.openxmlformats.org/officeDocument/2006/relationships/image" Target="NULL"/><Relationship Id="rId4" Type="http://schemas.openxmlformats.org/officeDocument/2006/relationships/oleObject" Target="../embeddings/oleObject6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5.xml"/><Relationship Id="rId1" Type="http://schemas.openxmlformats.org/officeDocument/2006/relationships/vmlDrawing" Target="../drawings/vmlDrawing62.vml"/><Relationship Id="rId5" Type="http://schemas.openxmlformats.org/officeDocument/2006/relationships/image" Target="NULL"/><Relationship Id="rId4" Type="http://schemas.openxmlformats.org/officeDocument/2006/relationships/oleObject" Target="../embeddings/oleObject62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96.xml"/><Relationship Id="rId1" Type="http://schemas.openxmlformats.org/officeDocument/2006/relationships/vmlDrawing" Target="../drawings/vmlDrawing63.vml"/><Relationship Id="rId6" Type="http://schemas.openxmlformats.org/officeDocument/2006/relationships/image" Target="NULL"/><Relationship Id="rId5" Type="http://schemas.openxmlformats.org/officeDocument/2006/relationships/oleObject" Target="../embeddings/oleObject63.bin"/><Relationship Id="rId4" Type="http://schemas.openxmlformats.org/officeDocument/2006/relationships/notesSlide" Target="../notesSlides/notesSlide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7.png"/><Relationship Id="rId2" Type="http://schemas.openxmlformats.org/officeDocument/2006/relationships/tags" Target="../tags/tag97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6.png"/><Relationship Id="rId5" Type="http://schemas.openxmlformats.org/officeDocument/2006/relationships/image" Target="NULL"/><Relationship Id="rId4" Type="http://schemas.openxmlformats.org/officeDocument/2006/relationships/oleObject" Target="../embeddings/oleObject6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.xml"/><Relationship Id="rId2" Type="http://schemas.openxmlformats.org/officeDocument/2006/relationships/tags" Target="../tags/tag98.xml"/><Relationship Id="rId1" Type="http://schemas.openxmlformats.org/officeDocument/2006/relationships/vmlDrawing" Target="../drawings/vmlDrawing65.vml"/><Relationship Id="rId6" Type="http://schemas.openxmlformats.org/officeDocument/2006/relationships/chart" Target="../charts/chart1.xml"/><Relationship Id="rId5" Type="http://schemas.openxmlformats.org/officeDocument/2006/relationships/image" Target="NULL"/><Relationship Id="rId4" Type="http://schemas.openxmlformats.org/officeDocument/2006/relationships/oleObject" Target="../embeddings/oleObject6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0.png"/><Relationship Id="rId2" Type="http://schemas.openxmlformats.org/officeDocument/2006/relationships/tags" Target="../tags/tag99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19.png"/><Relationship Id="rId5" Type="http://schemas.openxmlformats.org/officeDocument/2006/relationships/image" Target="NULL"/><Relationship Id="rId4" Type="http://schemas.openxmlformats.org/officeDocument/2006/relationships/oleObject" Target="../embeddings/oleObject66.bin"/><Relationship Id="rId9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0.png"/><Relationship Id="rId2" Type="http://schemas.openxmlformats.org/officeDocument/2006/relationships/tags" Target="../tags/tag100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19.png"/><Relationship Id="rId5" Type="http://schemas.openxmlformats.org/officeDocument/2006/relationships/image" Target="NULL"/><Relationship Id="rId4" Type="http://schemas.openxmlformats.org/officeDocument/2006/relationships/oleObject" Target="../embeddings/oleObject67.bin"/><Relationship Id="rId9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0.png"/><Relationship Id="rId2" Type="http://schemas.openxmlformats.org/officeDocument/2006/relationships/tags" Target="../tags/tag101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19.png"/><Relationship Id="rId5" Type="http://schemas.openxmlformats.org/officeDocument/2006/relationships/image" Target="NULL"/><Relationship Id="rId4" Type="http://schemas.openxmlformats.org/officeDocument/2006/relationships/oleObject" Target="../embeddings/oleObject68.bin"/><Relationship Id="rId9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69.vml"/><Relationship Id="rId5" Type="http://schemas.openxmlformats.org/officeDocument/2006/relationships/image" Target="NULL"/><Relationship Id="rId4" Type="http://schemas.openxmlformats.org/officeDocument/2006/relationships/oleObject" Target="../embeddings/oleObject69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70.vml"/><Relationship Id="rId5" Type="http://schemas.openxmlformats.org/officeDocument/2006/relationships/image" Target="NULL"/><Relationship Id="rId4" Type="http://schemas.openxmlformats.org/officeDocument/2006/relationships/oleObject" Target="../embeddings/oleObject70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71.vml"/><Relationship Id="rId6" Type="http://schemas.openxmlformats.org/officeDocument/2006/relationships/image" Target="NULL"/><Relationship Id="rId5" Type="http://schemas.openxmlformats.org/officeDocument/2006/relationships/oleObject" Target="../embeddings/oleObject71.bin"/><Relationship Id="rId4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2" Type="http://schemas.openxmlformats.org/officeDocument/2006/relationships/tags" Target="../tags/tag106.xml"/><Relationship Id="rId16" Type="http://schemas.openxmlformats.org/officeDocument/2006/relationships/image" Target="NULL"/><Relationship Id="rId1" Type="http://schemas.openxmlformats.org/officeDocument/2006/relationships/vmlDrawing" Target="../drawings/vmlDrawing72.v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oleObject" Target="../embeddings/oleObject72.bin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73.vml"/><Relationship Id="rId5" Type="http://schemas.openxmlformats.org/officeDocument/2006/relationships/image" Target="NULL"/><Relationship Id="rId4" Type="http://schemas.openxmlformats.org/officeDocument/2006/relationships/oleObject" Target="../embeddings/oleObject73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19.xml"/><Relationship Id="rId1" Type="http://schemas.openxmlformats.org/officeDocument/2006/relationships/vmlDrawing" Target="../drawings/vmlDrawing74.vml"/><Relationship Id="rId6" Type="http://schemas.openxmlformats.org/officeDocument/2006/relationships/image" Target="NULL"/><Relationship Id="rId5" Type="http://schemas.openxmlformats.org/officeDocument/2006/relationships/oleObject" Target="../embeddings/oleObject74.bin"/><Relationship Id="rId4" Type="http://schemas.openxmlformats.org/officeDocument/2006/relationships/notesSlide" Target="../notesSlides/notesSlide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75.vml"/><Relationship Id="rId6" Type="http://schemas.openxmlformats.org/officeDocument/2006/relationships/image" Target="NULL"/><Relationship Id="rId5" Type="http://schemas.openxmlformats.org/officeDocument/2006/relationships/oleObject" Target="../embeddings/oleObject75.bin"/><Relationship Id="rId4" Type="http://schemas.openxmlformats.org/officeDocument/2006/relationships/notesSlide" Target="../notesSlides/notesSlide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tags" Target="../tags/tag137.xml"/><Relationship Id="rId3" Type="http://schemas.openxmlformats.org/officeDocument/2006/relationships/tags" Target="../tags/tag122.xml"/><Relationship Id="rId21" Type="http://schemas.openxmlformats.org/officeDocument/2006/relationships/notesSlide" Target="../notesSlides/notesSlide11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20" Type="http://schemas.openxmlformats.org/officeDocument/2006/relationships/slideLayout" Target="../slideLayouts/slideLayout19.xml"/><Relationship Id="rId1" Type="http://schemas.openxmlformats.org/officeDocument/2006/relationships/vmlDrawing" Target="../drawings/vmlDrawing76.v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23" Type="http://schemas.openxmlformats.org/officeDocument/2006/relationships/image" Target="NULL"/><Relationship Id="rId10" Type="http://schemas.openxmlformats.org/officeDocument/2006/relationships/tags" Target="../tags/tag129.xml"/><Relationship Id="rId19" Type="http://schemas.openxmlformats.org/officeDocument/2006/relationships/tags" Target="../tags/tag138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Relationship Id="rId22" Type="http://schemas.openxmlformats.org/officeDocument/2006/relationships/oleObject" Target="../embeddings/oleObject76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39.xml"/><Relationship Id="rId1" Type="http://schemas.openxmlformats.org/officeDocument/2006/relationships/vmlDrawing" Target="../drawings/vmlDrawing77.vml"/><Relationship Id="rId6" Type="http://schemas.openxmlformats.org/officeDocument/2006/relationships/image" Target="NULL"/><Relationship Id="rId5" Type="http://schemas.openxmlformats.org/officeDocument/2006/relationships/oleObject" Target="../embeddings/oleObject77.bin"/><Relationship Id="rId4" Type="http://schemas.openxmlformats.org/officeDocument/2006/relationships/notesSlide" Target="../notesSlides/notesSlide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40.xml"/><Relationship Id="rId1" Type="http://schemas.openxmlformats.org/officeDocument/2006/relationships/vmlDrawing" Target="../drawings/vmlDrawing78.vml"/><Relationship Id="rId6" Type="http://schemas.openxmlformats.org/officeDocument/2006/relationships/image" Target="NULL"/><Relationship Id="rId5" Type="http://schemas.openxmlformats.org/officeDocument/2006/relationships/oleObject" Target="../embeddings/oleObject78.bin"/><Relationship Id="rId4" Type="http://schemas.openxmlformats.org/officeDocument/2006/relationships/notesSlide" Target="../notesSlides/notesSlide1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diagramColors" Target="../diagrams/colors1.xml"/><Relationship Id="rId18" Type="http://schemas.openxmlformats.org/officeDocument/2006/relationships/diagramColors" Target="../diagrams/colors2.xml"/><Relationship Id="rId3" Type="http://schemas.openxmlformats.org/officeDocument/2006/relationships/tags" Target="../tags/tag142.xml"/><Relationship Id="rId7" Type="http://schemas.openxmlformats.org/officeDocument/2006/relationships/notesSlide" Target="../notesSlides/notesSlide14.xml"/><Relationship Id="rId12" Type="http://schemas.openxmlformats.org/officeDocument/2006/relationships/diagramQuickStyle" Target="../diagrams/quickStyle1.xml"/><Relationship Id="rId17" Type="http://schemas.openxmlformats.org/officeDocument/2006/relationships/diagramQuickStyle" Target="../diagrams/quickStyle2.xml"/><Relationship Id="rId2" Type="http://schemas.openxmlformats.org/officeDocument/2006/relationships/tags" Target="../tags/tag141.xml"/><Relationship Id="rId16" Type="http://schemas.openxmlformats.org/officeDocument/2006/relationships/diagramLayout" Target="../diagrams/layout2.xml"/><Relationship Id="rId1" Type="http://schemas.openxmlformats.org/officeDocument/2006/relationships/vmlDrawing" Target="../drawings/vmlDrawing79.vml"/><Relationship Id="rId6" Type="http://schemas.openxmlformats.org/officeDocument/2006/relationships/slideLayout" Target="../slideLayouts/slideLayout19.xml"/><Relationship Id="rId11" Type="http://schemas.openxmlformats.org/officeDocument/2006/relationships/diagramLayout" Target="../diagrams/layout1.xml"/><Relationship Id="rId5" Type="http://schemas.openxmlformats.org/officeDocument/2006/relationships/tags" Target="../tags/tag144.xml"/><Relationship Id="rId15" Type="http://schemas.openxmlformats.org/officeDocument/2006/relationships/diagramData" Target="../diagrams/data2.xml"/><Relationship Id="rId10" Type="http://schemas.openxmlformats.org/officeDocument/2006/relationships/diagramData" Target="../diagrams/data1.xml"/><Relationship Id="rId19" Type="http://schemas.microsoft.com/office/2007/relationships/diagramDrawing" Target="../diagrams/drawing2.xml"/><Relationship Id="rId4" Type="http://schemas.openxmlformats.org/officeDocument/2006/relationships/tags" Target="../tags/tag143.xml"/><Relationship Id="rId9" Type="http://schemas.openxmlformats.org/officeDocument/2006/relationships/image" Target="NULL"/><Relationship Id="rId14" Type="http://schemas.microsoft.com/office/2007/relationships/diagramDrawing" Target="../diagrams/drawing1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3" Type="http://schemas.openxmlformats.org/officeDocument/2006/relationships/tags" Target="../tags/tag146.xml"/><Relationship Id="rId7" Type="http://schemas.openxmlformats.org/officeDocument/2006/relationships/slideLayout" Target="../slideLayouts/slideLayout19.xml"/><Relationship Id="rId2" Type="http://schemas.openxmlformats.org/officeDocument/2006/relationships/tags" Target="../tags/tag145.xml"/><Relationship Id="rId1" Type="http://schemas.openxmlformats.org/officeDocument/2006/relationships/vmlDrawing" Target="../drawings/vmlDrawing80.v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10" Type="http://schemas.openxmlformats.org/officeDocument/2006/relationships/image" Target="NULL"/><Relationship Id="rId4" Type="http://schemas.openxmlformats.org/officeDocument/2006/relationships/tags" Target="../tags/tag147.xml"/><Relationship Id="rId9" Type="http://schemas.openxmlformats.org/officeDocument/2006/relationships/oleObject" Target="../embeddings/oleObject80.bin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50.xml"/><Relationship Id="rId1" Type="http://schemas.openxmlformats.org/officeDocument/2006/relationships/vmlDrawing" Target="../drawings/vmlDrawing81.vml"/><Relationship Id="rId6" Type="http://schemas.openxmlformats.org/officeDocument/2006/relationships/image" Target="NULL"/><Relationship Id="rId5" Type="http://schemas.openxmlformats.org/officeDocument/2006/relationships/oleObject" Target="../embeddings/oleObject81.bin"/><Relationship Id="rId4" Type="http://schemas.openxmlformats.org/officeDocument/2006/relationships/notesSlide" Target="../notesSlides/notesSlide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1.png"/><Relationship Id="rId2" Type="http://schemas.openxmlformats.org/officeDocument/2006/relationships/tags" Target="../tags/tag151.xml"/><Relationship Id="rId1" Type="http://schemas.openxmlformats.org/officeDocument/2006/relationships/vmlDrawing" Target="../drawings/vmlDrawing82.vml"/><Relationship Id="rId6" Type="http://schemas.openxmlformats.org/officeDocument/2006/relationships/image" Target="NULL"/><Relationship Id="rId5" Type="http://schemas.openxmlformats.org/officeDocument/2006/relationships/oleObject" Target="../embeddings/oleObject82.bin"/><Relationship Id="rId4" Type="http://schemas.openxmlformats.org/officeDocument/2006/relationships/notesSlide" Target="../notesSlides/notesSlide1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1.png"/><Relationship Id="rId2" Type="http://schemas.openxmlformats.org/officeDocument/2006/relationships/tags" Target="../tags/tag152.xml"/><Relationship Id="rId1" Type="http://schemas.openxmlformats.org/officeDocument/2006/relationships/vmlDrawing" Target="../drawings/vmlDrawing83.vml"/><Relationship Id="rId6" Type="http://schemas.openxmlformats.org/officeDocument/2006/relationships/image" Target="NULL"/><Relationship Id="rId5" Type="http://schemas.openxmlformats.org/officeDocument/2006/relationships/oleObject" Target="../embeddings/oleObject83.bin"/><Relationship Id="rId4" Type="http://schemas.openxmlformats.org/officeDocument/2006/relationships/notesSlide" Target="../notesSlides/notesSlide2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53.xml"/><Relationship Id="rId1" Type="http://schemas.openxmlformats.org/officeDocument/2006/relationships/vmlDrawing" Target="../drawings/vmlDrawing84.vml"/><Relationship Id="rId6" Type="http://schemas.openxmlformats.org/officeDocument/2006/relationships/image" Target="NULL"/><Relationship Id="rId5" Type="http://schemas.openxmlformats.org/officeDocument/2006/relationships/oleObject" Target="../embeddings/oleObject84.bin"/><Relationship Id="rId4" Type="http://schemas.openxmlformats.org/officeDocument/2006/relationships/notesSlide" Target="../notesSlides/notesSlide21.xml"/></Relationships>
</file>

<file path=ppt/slides/_rels/slide6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31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8.png"/><Relationship Id="rId12" Type="http://schemas.microsoft.com/office/2007/relationships/hdphoto" Target="../media/hdphoto3.wdp"/><Relationship Id="rId2" Type="http://schemas.openxmlformats.org/officeDocument/2006/relationships/tags" Target="../tags/tag154.xml"/><Relationship Id="rId1" Type="http://schemas.openxmlformats.org/officeDocument/2006/relationships/vmlDrawing" Target="../drawings/vmlDrawing85.vml"/><Relationship Id="rId6" Type="http://schemas.openxmlformats.org/officeDocument/2006/relationships/image" Target="NULL"/><Relationship Id="rId11" Type="http://schemas.openxmlformats.org/officeDocument/2006/relationships/image" Target="../media/image30.png"/><Relationship Id="rId5" Type="http://schemas.openxmlformats.org/officeDocument/2006/relationships/oleObject" Target="../embeddings/oleObject85.bin"/><Relationship Id="rId10" Type="http://schemas.microsoft.com/office/2007/relationships/hdphoto" Target="../media/hdphoto2.wdp"/><Relationship Id="rId4" Type="http://schemas.openxmlformats.org/officeDocument/2006/relationships/notesSlide" Target="../notesSlides/notesSlide22.xml"/><Relationship Id="rId9" Type="http://schemas.openxmlformats.org/officeDocument/2006/relationships/image" Target="../media/image29.png"/><Relationship Id="rId14" Type="http://schemas.microsoft.com/office/2007/relationships/hdphoto" Target="../media/hdphoto4.wdp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55.xml"/><Relationship Id="rId1" Type="http://schemas.openxmlformats.org/officeDocument/2006/relationships/vmlDrawing" Target="../drawings/vmlDrawing86.vml"/><Relationship Id="rId6" Type="http://schemas.openxmlformats.org/officeDocument/2006/relationships/image" Target="NULL"/><Relationship Id="rId5" Type="http://schemas.openxmlformats.org/officeDocument/2006/relationships/oleObject" Target="../embeddings/oleObject86.bin"/><Relationship Id="rId4" Type="http://schemas.openxmlformats.org/officeDocument/2006/relationships/notesSlide" Target="../notesSlides/notesSlide2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6.wdp"/><Relationship Id="rId5" Type="http://schemas.openxmlformats.org/officeDocument/2006/relationships/image" Target="../media/image33.png"/><Relationship Id="rId4" Type="http://schemas.microsoft.com/office/2007/relationships/hdphoto" Target="../media/hdphoto5.wdp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image" Target="NUL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oleObject" Target="../embeddings/oleObject87.bin"/><Relationship Id="rId2" Type="http://schemas.openxmlformats.org/officeDocument/2006/relationships/tags" Target="../tags/tag156.xml"/><Relationship Id="rId1" Type="http://schemas.openxmlformats.org/officeDocument/2006/relationships/vmlDrawing" Target="../drawings/vmlDrawing87.vml"/><Relationship Id="rId6" Type="http://schemas.openxmlformats.org/officeDocument/2006/relationships/tags" Target="../tags/tag160.xml"/><Relationship Id="rId11" Type="http://schemas.openxmlformats.org/officeDocument/2006/relationships/notesSlide" Target="../notesSlides/notesSlide25.xml"/><Relationship Id="rId5" Type="http://schemas.openxmlformats.org/officeDocument/2006/relationships/tags" Target="../tags/tag159.xml"/><Relationship Id="rId10" Type="http://schemas.openxmlformats.org/officeDocument/2006/relationships/slideLayout" Target="../slideLayouts/slideLayout19.xml"/><Relationship Id="rId4" Type="http://schemas.openxmlformats.org/officeDocument/2006/relationships/tags" Target="../tags/tag158.xml"/><Relationship Id="rId9" Type="http://schemas.openxmlformats.org/officeDocument/2006/relationships/tags" Target="../tags/tag16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64.xml"/><Relationship Id="rId1" Type="http://schemas.openxmlformats.org/officeDocument/2006/relationships/vmlDrawing" Target="../drawings/vmlDrawing88.vml"/><Relationship Id="rId6" Type="http://schemas.openxmlformats.org/officeDocument/2006/relationships/image" Target="NULL"/><Relationship Id="rId5" Type="http://schemas.openxmlformats.org/officeDocument/2006/relationships/oleObject" Target="../embeddings/oleObject88.bin"/><Relationship Id="rId4" Type="http://schemas.openxmlformats.org/officeDocument/2006/relationships/notesSlide" Target="../notesSlides/notesSlide26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slideLayout" Target="../slideLayouts/slideLayout19.xml"/><Relationship Id="rId3" Type="http://schemas.openxmlformats.org/officeDocument/2006/relationships/tags" Target="../tags/tag166.xml"/><Relationship Id="rId21" Type="http://schemas.openxmlformats.org/officeDocument/2006/relationships/tags" Target="../tags/tag184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tags" Target="../tags/tag188.xml"/><Relationship Id="rId2" Type="http://schemas.openxmlformats.org/officeDocument/2006/relationships/tags" Target="../tags/tag165.xml"/><Relationship Id="rId16" Type="http://schemas.openxmlformats.org/officeDocument/2006/relationships/tags" Target="../tags/tag179.xml"/><Relationship Id="rId20" Type="http://schemas.openxmlformats.org/officeDocument/2006/relationships/tags" Target="../tags/tag183.xml"/><Relationship Id="rId29" Type="http://schemas.openxmlformats.org/officeDocument/2006/relationships/image" Target="NULL"/><Relationship Id="rId1" Type="http://schemas.openxmlformats.org/officeDocument/2006/relationships/vmlDrawing" Target="../drawings/vmlDrawing89.v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24" Type="http://schemas.openxmlformats.org/officeDocument/2006/relationships/tags" Target="../tags/tag187.xml"/><Relationship Id="rId5" Type="http://schemas.openxmlformats.org/officeDocument/2006/relationships/tags" Target="../tags/tag168.xml"/><Relationship Id="rId15" Type="http://schemas.openxmlformats.org/officeDocument/2006/relationships/tags" Target="../tags/tag178.xml"/><Relationship Id="rId23" Type="http://schemas.openxmlformats.org/officeDocument/2006/relationships/tags" Target="../tags/tag186.xml"/><Relationship Id="rId28" Type="http://schemas.openxmlformats.org/officeDocument/2006/relationships/oleObject" Target="../embeddings/oleObject89.bin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4" Type="http://schemas.openxmlformats.org/officeDocument/2006/relationships/tags" Target="../tags/tag167.xml"/><Relationship Id="rId9" Type="http://schemas.openxmlformats.org/officeDocument/2006/relationships/tags" Target="../tags/tag172.xml"/><Relationship Id="rId14" Type="http://schemas.openxmlformats.org/officeDocument/2006/relationships/tags" Target="../tags/tag177.xml"/><Relationship Id="rId22" Type="http://schemas.openxmlformats.org/officeDocument/2006/relationships/tags" Target="../tags/tag185.xml"/><Relationship Id="rId27" Type="http://schemas.openxmlformats.org/officeDocument/2006/relationships/notesSlide" Target="../notesSlides/notesSlide27.xml"/></Relationships>
</file>

<file path=ppt/slides/_rels/slide72.xml.rels><?xml version="1.0" encoding="UTF-8" standalone="yes"?>
<Relationships xmlns="http://schemas.openxmlformats.org/package/2006/relationships"><Relationship Id="rId13" Type="http://schemas.openxmlformats.org/officeDocument/2006/relationships/tags" Target="../tags/tag201.xml"/><Relationship Id="rId18" Type="http://schemas.openxmlformats.org/officeDocument/2006/relationships/tags" Target="../tags/tag206.xml"/><Relationship Id="rId26" Type="http://schemas.openxmlformats.org/officeDocument/2006/relationships/tags" Target="../tags/tag214.xml"/><Relationship Id="rId39" Type="http://schemas.openxmlformats.org/officeDocument/2006/relationships/tags" Target="../tags/tag227.xml"/><Relationship Id="rId21" Type="http://schemas.openxmlformats.org/officeDocument/2006/relationships/tags" Target="../tags/tag209.xml"/><Relationship Id="rId34" Type="http://schemas.openxmlformats.org/officeDocument/2006/relationships/tags" Target="../tags/tag222.xml"/><Relationship Id="rId42" Type="http://schemas.openxmlformats.org/officeDocument/2006/relationships/tags" Target="../tags/tag230.xml"/><Relationship Id="rId47" Type="http://schemas.openxmlformats.org/officeDocument/2006/relationships/tags" Target="../tags/tag235.xml"/><Relationship Id="rId50" Type="http://schemas.openxmlformats.org/officeDocument/2006/relationships/tags" Target="../tags/tag238.xml"/><Relationship Id="rId55" Type="http://schemas.openxmlformats.org/officeDocument/2006/relationships/tags" Target="../tags/tag243.xml"/><Relationship Id="rId63" Type="http://schemas.openxmlformats.org/officeDocument/2006/relationships/tags" Target="../tags/tag251.xml"/><Relationship Id="rId68" Type="http://schemas.openxmlformats.org/officeDocument/2006/relationships/notesSlide" Target="../notesSlides/notesSlide28.xml"/><Relationship Id="rId7" Type="http://schemas.openxmlformats.org/officeDocument/2006/relationships/tags" Target="../tags/tag195.xml"/><Relationship Id="rId2" Type="http://schemas.openxmlformats.org/officeDocument/2006/relationships/tags" Target="../tags/tag190.xml"/><Relationship Id="rId16" Type="http://schemas.openxmlformats.org/officeDocument/2006/relationships/tags" Target="../tags/tag204.xml"/><Relationship Id="rId29" Type="http://schemas.openxmlformats.org/officeDocument/2006/relationships/tags" Target="../tags/tag217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tags" Target="../tags/tag199.xml"/><Relationship Id="rId24" Type="http://schemas.openxmlformats.org/officeDocument/2006/relationships/tags" Target="../tags/tag212.xml"/><Relationship Id="rId32" Type="http://schemas.openxmlformats.org/officeDocument/2006/relationships/tags" Target="../tags/tag220.xml"/><Relationship Id="rId37" Type="http://schemas.openxmlformats.org/officeDocument/2006/relationships/tags" Target="../tags/tag225.xml"/><Relationship Id="rId40" Type="http://schemas.openxmlformats.org/officeDocument/2006/relationships/tags" Target="../tags/tag228.xml"/><Relationship Id="rId45" Type="http://schemas.openxmlformats.org/officeDocument/2006/relationships/tags" Target="../tags/tag233.xml"/><Relationship Id="rId53" Type="http://schemas.openxmlformats.org/officeDocument/2006/relationships/tags" Target="../tags/tag241.xml"/><Relationship Id="rId58" Type="http://schemas.openxmlformats.org/officeDocument/2006/relationships/tags" Target="../tags/tag246.xml"/><Relationship Id="rId66" Type="http://schemas.openxmlformats.org/officeDocument/2006/relationships/tags" Target="../tags/tag254.xml"/><Relationship Id="rId5" Type="http://schemas.openxmlformats.org/officeDocument/2006/relationships/tags" Target="../tags/tag193.xml"/><Relationship Id="rId15" Type="http://schemas.openxmlformats.org/officeDocument/2006/relationships/tags" Target="../tags/tag203.xml"/><Relationship Id="rId23" Type="http://schemas.openxmlformats.org/officeDocument/2006/relationships/tags" Target="../tags/tag211.xml"/><Relationship Id="rId28" Type="http://schemas.openxmlformats.org/officeDocument/2006/relationships/tags" Target="../tags/tag216.xml"/><Relationship Id="rId36" Type="http://schemas.openxmlformats.org/officeDocument/2006/relationships/tags" Target="../tags/tag224.xml"/><Relationship Id="rId49" Type="http://schemas.openxmlformats.org/officeDocument/2006/relationships/tags" Target="../tags/tag237.xml"/><Relationship Id="rId57" Type="http://schemas.openxmlformats.org/officeDocument/2006/relationships/tags" Target="../tags/tag245.xml"/><Relationship Id="rId61" Type="http://schemas.openxmlformats.org/officeDocument/2006/relationships/tags" Target="../tags/tag249.xml"/><Relationship Id="rId10" Type="http://schemas.openxmlformats.org/officeDocument/2006/relationships/tags" Target="../tags/tag198.xml"/><Relationship Id="rId19" Type="http://schemas.openxmlformats.org/officeDocument/2006/relationships/tags" Target="../tags/tag207.xml"/><Relationship Id="rId31" Type="http://schemas.openxmlformats.org/officeDocument/2006/relationships/tags" Target="../tags/tag219.xml"/><Relationship Id="rId44" Type="http://schemas.openxmlformats.org/officeDocument/2006/relationships/tags" Target="../tags/tag232.xml"/><Relationship Id="rId52" Type="http://schemas.openxmlformats.org/officeDocument/2006/relationships/tags" Target="../tags/tag240.xml"/><Relationship Id="rId60" Type="http://schemas.openxmlformats.org/officeDocument/2006/relationships/tags" Target="../tags/tag248.xml"/><Relationship Id="rId65" Type="http://schemas.openxmlformats.org/officeDocument/2006/relationships/tags" Target="../tags/tag253.xml"/><Relationship Id="rId4" Type="http://schemas.openxmlformats.org/officeDocument/2006/relationships/tags" Target="../tags/tag192.xml"/><Relationship Id="rId9" Type="http://schemas.openxmlformats.org/officeDocument/2006/relationships/tags" Target="../tags/tag197.xml"/><Relationship Id="rId14" Type="http://schemas.openxmlformats.org/officeDocument/2006/relationships/tags" Target="../tags/tag202.xml"/><Relationship Id="rId22" Type="http://schemas.openxmlformats.org/officeDocument/2006/relationships/tags" Target="../tags/tag210.xml"/><Relationship Id="rId27" Type="http://schemas.openxmlformats.org/officeDocument/2006/relationships/tags" Target="../tags/tag215.xml"/><Relationship Id="rId30" Type="http://schemas.openxmlformats.org/officeDocument/2006/relationships/tags" Target="../tags/tag218.xml"/><Relationship Id="rId35" Type="http://schemas.openxmlformats.org/officeDocument/2006/relationships/tags" Target="../tags/tag223.xml"/><Relationship Id="rId43" Type="http://schemas.openxmlformats.org/officeDocument/2006/relationships/tags" Target="../tags/tag231.xml"/><Relationship Id="rId48" Type="http://schemas.openxmlformats.org/officeDocument/2006/relationships/tags" Target="../tags/tag236.xml"/><Relationship Id="rId56" Type="http://schemas.openxmlformats.org/officeDocument/2006/relationships/tags" Target="../tags/tag244.xml"/><Relationship Id="rId64" Type="http://schemas.openxmlformats.org/officeDocument/2006/relationships/tags" Target="../tags/tag252.xml"/><Relationship Id="rId8" Type="http://schemas.openxmlformats.org/officeDocument/2006/relationships/tags" Target="../tags/tag196.xml"/><Relationship Id="rId51" Type="http://schemas.openxmlformats.org/officeDocument/2006/relationships/tags" Target="../tags/tag239.xml"/><Relationship Id="rId3" Type="http://schemas.openxmlformats.org/officeDocument/2006/relationships/tags" Target="../tags/tag191.xml"/><Relationship Id="rId12" Type="http://schemas.openxmlformats.org/officeDocument/2006/relationships/tags" Target="../tags/tag200.xml"/><Relationship Id="rId17" Type="http://schemas.openxmlformats.org/officeDocument/2006/relationships/tags" Target="../tags/tag205.xml"/><Relationship Id="rId25" Type="http://schemas.openxmlformats.org/officeDocument/2006/relationships/tags" Target="../tags/tag213.xml"/><Relationship Id="rId33" Type="http://schemas.openxmlformats.org/officeDocument/2006/relationships/tags" Target="../tags/tag221.xml"/><Relationship Id="rId38" Type="http://schemas.openxmlformats.org/officeDocument/2006/relationships/tags" Target="../tags/tag226.xml"/><Relationship Id="rId46" Type="http://schemas.openxmlformats.org/officeDocument/2006/relationships/tags" Target="../tags/tag234.xml"/><Relationship Id="rId59" Type="http://schemas.openxmlformats.org/officeDocument/2006/relationships/tags" Target="../tags/tag247.xml"/><Relationship Id="rId67" Type="http://schemas.openxmlformats.org/officeDocument/2006/relationships/slideLayout" Target="../slideLayouts/slideLayout19.xml"/><Relationship Id="rId20" Type="http://schemas.openxmlformats.org/officeDocument/2006/relationships/tags" Target="../tags/tag208.xml"/><Relationship Id="rId41" Type="http://schemas.openxmlformats.org/officeDocument/2006/relationships/tags" Target="../tags/tag229.xml"/><Relationship Id="rId54" Type="http://schemas.openxmlformats.org/officeDocument/2006/relationships/tags" Target="../tags/tag242.xml"/><Relationship Id="rId62" Type="http://schemas.openxmlformats.org/officeDocument/2006/relationships/tags" Target="../tags/tag250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261.xml"/><Relationship Id="rId13" Type="http://schemas.openxmlformats.org/officeDocument/2006/relationships/tags" Target="../tags/tag266.xml"/><Relationship Id="rId18" Type="http://schemas.openxmlformats.org/officeDocument/2006/relationships/tags" Target="../tags/tag271.xml"/><Relationship Id="rId26" Type="http://schemas.openxmlformats.org/officeDocument/2006/relationships/slideLayout" Target="../slideLayouts/slideLayout19.xml"/><Relationship Id="rId3" Type="http://schemas.openxmlformats.org/officeDocument/2006/relationships/tags" Target="../tags/tag256.xml"/><Relationship Id="rId21" Type="http://schemas.openxmlformats.org/officeDocument/2006/relationships/tags" Target="../tags/tag274.xml"/><Relationship Id="rId7" Type="http://schemas.openxmlformats.org/officeDocument/2006/relationships/tags" Target="../tags/tag260.xml"/><Relationship Id="rId12" Type="http://schemas.openxmlformats.org/officeDocument/2006/relationships/tags" Target="../tags/tag265.xml"/><Relationship Id="rId17" Type="http://schemas.openxmlformats.org/officeDocument/2006/relationships/tags" Target="../tags/tag270.xml"/><Relationship Id="rId25" Type="http://schemas.openxmlformats.org/officeDocument/2006/relationships/tags" Target="../tags/tag278.xml"/><Relationship Id="rId2" Type="http://schemas.openxmlformats.org/officeDocument/2006/relationships/tags" Target="../tags/tag255.xml"/><Relationship Id="rId16" Type="http://schemas.openxmlformats.org/officeDocument/2006/relationships/tags" Target="../tags/tag269.xml"/><Relationship Id="rId20" Type="http://schemas.openxmlformats.org/officeDocument/2006/relationships/tags" Target="../tags/tag273.xml"/><Relationship Id="rId29" Type="http://schemas.openxmlformats.org/officeDocument/2006/relationships/image" Target="NULL"/><Relationship Id="rId1" Type="http://schemas.openxmlformats.org/officeDocument/2006/relationships/vmlDrawing" Target="../drawings/vmlDrawing90.vml"/><Relationship Id="rId6" Type="http://schemas.openxmlformats.org/officeDocument/2006/relationships/tags" Target="../tags/tag259.xml"/><Relationship Id="rId11" Type="http://schemas.openxmlformats.org/officeDocument/2006/relationships/tags" Target="../tags/tag264.xml"/><Relationship Id="rId24" Type="http://schemas.openxmlformats.org/officeDocument/2006/relationships/tags" Target="../tags/tag277.xml"/><Relationship Id="rId5" Type="http://schemas.openxmlformats.org/officeDocument/2006/relationships/tags" Target="../tags/tag258.xml"/><Relationship Id="rId15" Type="http://schemas.openxmlformats.org/officeDocument/2006/relationships/tags" Target="../tags/tag268.xml"/><Relationship Id="rId23" Type="http://schemas.openxmlformats.org/officeDocument/2006/relationships/tags" Target="../tags/tag276.xml"/><Relationship Id="rId28" Type="http://schemas.openxmlformats.org/officeDocument/2006/relationships/oleObject" Target="../embeddings/oleObject90.bin"/><Relationship Id="rId10" Type="http://schemas.openxmlformats.org/officeDocument/2006/relationships/tags" Target="../tags/tag263.xml"/><Relationship Id="rId19" Type="http://schemas.openxmlformats.org/officeDocument/2006/relationships/tags" Target="../tags/tag272.xml"/><Relationship Id="rId4" Type="http://schemas.openxmlformats.org/officeDocument/2006/relationships/tags" Target="../tags/tag257.xml"/><Relationship Id="rId9" Type="http://schemas.openxmlformats.org/officeDocument/2006/relationships/tags" Target="../tags/tag262.xml"/><Relationship Id="rId14" Type="http://schemas.openxmlformats.org/officeDocument/2006/relationships/tags" Target="../tags/tag267.xml"/><Relationship Id="rId22" Type="http://schemas.openxmlformats.org/officeDocument/2006/relationships/tags" Target="../tags/tag275.xml"/><Relationship Id="rId27" Type="http://schemas.openxmlformats.org/officeDocument/2006/relationships/notesSlide" Target="../notesSlides/notesSlide29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tags" Target="../tags/tag286.xml"/><Relationship Id="rId13" Type="http://schemas.openxmlformats.org/officeDocument/2006/relationships/tags" Target="../tags/tag291.xml"/><Relationship Id="rId18" Type="http://schemas.openxmlformats.org/officeDocument/2006/relationships/tags" Target="../tags/tag296.xml"/><Relationship Id="rId26" Type="http://schemas.openxmlformats.org/officeDocument/2006/relationships/image" Target="../media/image35.jpeg"/><Relationship Id="rId3" Type="http://schemas.openxmlformats.org/officeDocument/2006/relationships/tags" Target="../tags/tag281.xml"/><Relationship Id="rId21" Type="http://schemas.openxmlformats.org/officeDocument/2006/relationships/tags" Target="../tags/tag299.xml"/><Relationship Id="rId7" Type="http://schemas.openxmlformats.org/officeDocument/2006/relationships/tags" Target="../tags/tag285.xml"/><Relationship Id="rId12" Type="http://schemas.openxmlformats.org/officeDocument/2006/relationships/tags" Target="../tags/tag290.xml"/><Relationship Id="rId17" Type="http://schemas.openxmlformats.org/officeDocument/2006/relationships/tags" Target="../tags/tag295.xml"/><Relationship Id="rId25" Type="http://schemas.microsoft.com/office/2007/relationships/hdphoto" Target="../media/hdphoto7.wdp"/><Relationship Id="rId2" Type="http://schemas.openxmlformats.org/officeDocument/2006/relationships/tags" Target="../tags/tag280.xml"/><Relationship Id="rId16" Type="http://schemas.openxmlformats.org/officeDocument/2006/relationships/tags" Target="../tags/tag294.xml"/><Relationship Id="rId20" Type="http://schemas.openxmlformats.org/officeDocument/2006/relationships/tags" Target="../tags/tag298.xml"/><Relationship Id="rId29" Type="http://schemas.openxmlformats.org/officeDocument/2006/relationships/image" Target="../media/image38.jpeg"/><Relationship Id="rId1" Type="http://schemas.openxmlformats.org/officeDocument/2006/relationships/tags" Target="../tags/tag279.xml"/><Relationship Id="rId6" Type="http://schemas.openxmlformats.org/officeDocument/2006/relationships/tags" Target="../tags/tag284.xml"/><Relationship Id="rId11" Type="http://schemas.openxmlformats.org/officeDocument/2006/relationships/tags" Target="../tags/tag289.xml"/><Relationship Id="rId24" Type="http://schemas.openxmlformats.org/officeDocument/2006/relationships/image" Target="../media/image34.png"/><Relationship Id="rId5" Type="http://schemas.openxmlformats.org/officeDocument/2006/relationships/tags" Target="../tags/tag283.xml"/><Relationship Id="rId15" Type="http://schemas.openxmlformats.org/officeDocument/2006/relationships/tags" Target="../tags/tag293.xml"/><Relationship Id="rId23" Type="http://schemas.openxmlformats.org/officeDocument/2006/relationships/notesSlide" Target="../notesSlides/notesSlide30.xml"/><Relationship Id="rId28" Type="http://schemas.openxmlformats.org/officeDocument/2006/relationships/image" Target="../media/image37.jpeg"/><Relationship Id="rId10" Type="http://schemas.openxmlformats.org/officeDocument/2006/relationships/tags" Target="../tags/tag288.xml"/><Relationship Id="rId19" Type="http://schemas.openxmlformats.org/officeDocument/2006/relationships/tags" Target="../tags/tag297.xml"/><Relationship Id="rId4" Type="http://schemas.openxmlformats.org/officeDocument/2006/relationships/tags" Target="../tags/tag282.xml"/><Relationship Id="rId9" Type="http://schemas.openxmlformats.org/officeDocument/2006/relationships/tags" Target="../tags/tag287.xml"/><Relationship Id="rId14" Type="http://schemas.openxmlformats.org/officeDocument/2006/relationships/tags" Target="../tags/tag292.xml"/><Relationship Id="rId22" Type="http://schemas.openxmlformats.org/officeDocument/2006/relationships/slideLayout" Target="../slideLayouts/slideLayout19.xml"/><Relationship Id="rId27" Type="http://schemas.openxmlformats.org/officeDocument/2006/relationships/image" Target="../media/image36.jpeg"/><Relationship Id="rId30" Type="http://schemas.openxmlformats.org/officeDocument/2006/relationships/image" Target="../media/image39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00.xml"/><Relationship Id="rId1" Type="http://schemas.openxmlformats.org/officeDocument/2006/relationships/vmlDrawing" Target="../drawings/vmlDrawing91.vml"/><Relationship Id="rId6" Type="http://schemas.openxmlformats.org/officeDocument/2006/relationships/image" Target="NULL"/><Relationship Id="rId5" Type="http://schemas.openxmlformats.org/officeDocument/2006/relationships/oleObject" Target="../embeddings/oleObject91.bin"/><Relationship Id="rId4" Type="http://schemas.openxmlformats.org/officeDocument/2006/relationships/notesSlide" Target="../notesSlides/notesSlide3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01.xml"/><Relationship Id="rId1" Type="http://schemas.openxmlformats.org/officeDocument/2006/relationships/vmlDrawing" Target="../drawings/vmlDrawing92.vml"/><Relationship Id="rId6" Type="http://schemas.openxmlformats.org/officeDocument/2006/relationships/image" Target="NULL"/><Relationship Id="rId5" Type="http://schemas.openxmlformats.org/officeDocument/2006/relationships/oleObject" Target="../embeddings/oleObject92.bin"/><Relationship Id="rId4" Type="http://schemas.openxmlformats.org/officeDocument/2006/relationships/notesSlide" Target="../notesSlides/notesSlide3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02.xml"/><Relationship Id="rId1" Type="http://schemas.openxmlformats.org/officeDocument/2006/relationships/vmlDrawing" Target="../drawings/vmlDrawing93.vml"/><Relationship Id="rId6" Type="http://schemas.openxmlformats.org/officeDocument/2006/relationships/image" Target="NULL"/><Relationship Id="rId5" Type="http://schemas.openxmlformats.org/officeDocument/2006/relationships/oleObject" Target="../embeddings/oleObject93.bin"/><Relationship Id="rId4" Type="http://schemas.openxmlformats.org/officeDocument/2006/relationships/notesSlide" Target="../notesSlides/notesSlide33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40.png"/><Relationship Id="rId2" Type="http://schemas.openxmlformats.org/officeDocument/2006/relationships/tags" Target="../tags/tag303.xml"/><Relationship Id="rId1" Type="http://schemas.openxmlformats.org/officeDocument/2006/relationships/vmlDrawing" Target="../drawings/vmlDrawing94.vml"/><Relationship Id="rId6" Type="http://schemas.openxmlformats.org/officeDocument/2006/relationships/image" Target="NULL"/><Relationship Id="rId11" Type="http://schemas.openxmlformats.org/officeDocument/2006/relationships/image" Target="../media/image44.png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43.png"/><Relationship Id="rId4" Type="http://schemas.openxmlformats.org/officeDocument/2006/relationships/notesSlide" Target="../notesSlides/notesSlide34.xml"/><Relationship Id="rId9" Type="http://schemas.openxmlformats.org/officeDocument/2006/relationships/image" Target="../media/image4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04.xml"/><Relationship Id="rId1" Type="http://schemas.openxmlformats.org/officeDocument/2006/relationships/vmlDrawing" Target="../drawings/vmlDrawing95.vml"/><Relationship Id="rId6" Type="http://schemas.openxmlformats.org/officeDocument/2006/relationships/image" Target="NULL"/><Relationship Id="rId5" Type="http://schemas.openxmlformats.org/officeDocument/2006/relationships/oleObject" Target="../embeddings/oleObject95.bin"/><Relationship Id="rId4" Type="http://schemas.openxmlformats.org/officeDocument/2006/relationships/notesSlide" Target="../notesSlides/notesSlide3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05.xml"/><Relationship Id="rId1" Type="http://schemas.openxmlformats.org/officeDocument/2006/relationships/vmlDrawing" Target="../drawings/vmlDrawing96.vml"/><Relationship Id="rId6" Type="http://schemas.openxmlformats.org/officeDocument/2006/relationships/image" Target="NULL"/><Relationship Id="rId5" Type="http://schemas.openxmlformats.org/officeDocument/2006/relationships/oleObject" Target="../embeddings/oleObject96.bin"/><Relationship Id="rId4" Type="http://schemas.openxmlformats.org/officeDocument/2006/relationships/notesSlide" Target="../notesSlides/notesSlide3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06.xml"/><Relationship Id="rId1" Type="http://schemas.openxmlformats.org/officeDocument/2006/relationships/vmlDrawing" Target="../drawings/vmlDrawing97.vml"/><Relationship Id="rId6" Type="http://schemas.openxmlformats.org/officeDocument/2006/relationships/image" Target="NULL"/><Relationship Id="rId5" Type="http://schemas.openxmlformats.org/officeDocument/2006/relationships/oleObject" Target="../embeddings/oleObject97.bin"/><Relationship Id="rId4" Type="http://schemas.openxmlformats.org/officeDocument/2006/relationships/notesSlide" Target="../notesSlides/notesSlide3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4.xml"/><Relationship Id="rId2" Type="http://schemas.openxmlformats.org/officeDocument/2006/relationships/tags" Target="../tags/tag307.xml"/><Relationship Id="rId1" Type="http://schemas.openxmlformats.org/officeDocument/2006/relationships/vmlDrawing" Target="../drawings/vmlDrawing98.vml"/><Relationship Id="rId6" Type="http://schemas.openxmlformats.org/officeDocument/2006/relationships/image" Target="NULL"/><Relationship Id="rId5" Type="http://schemas.openxmlformats.org/officeDocument/2006/relationships/oleObject" Target="../embeddings/oleObject98.bin"/><Relationship Id="rId4" Type="http://schemas.openxmlformats.org/officeDocument/2006/relationships/notesSlide" Target="../notesSlides/notesSlide38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6.xml"/><Relationship Id="rId2" Type="http://schemas.openxmlformats.org/officeDocument/2006/relationships/tags" Target="../tags/tag308.xml"/><Relationship Id="rId1" Type="http://schemas.openxmlformats.org/officeDocument/2006/relationships/vmlDrawing" Target="../drawings/vmlDrawing99.vml"/><Relationship Id="rId6" Type="http://schemas.openxmlformats.org/officeDocument/2006/relationships/image" Target="NULL"/><Relationship Id="rId5" Type="http://schemas.openxmlformats.org/officeDocument/2006/relationships/oleObject" Target="../embeddings/oleObject99.bin"/><Relationship Id="rId4" Type="http://schemas.openxmlformats.org/officeDocument/2006/relationships/notesSlide" Target="../notesSlides/notesSlide40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tags" Target="../tags/tag310.xml"/><Relationship Id="rId7" Type="http://schemas.openxmlformats.org/officeDocument/2006/relationships/oleObject" Target="../embeddings/oleObject100.bin"/><Relationship Id="rId2" Type="http://schemas.openxmlformats.org/officeDocument/2006/relationships/tags" Target="../tags/tag309.xml"/><Relationship Id="rId1" Type="http://schemas.openxmlformats.org/officeDocument/2006/relationships/vmlDrawing" Target="../drawings/vmlDrawing100.vml"/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311.xml"/><Relationship Id="rId9" Type="http://schemas.openxmlformats.org/officeDocument/2006/relationships/chart" Target="../charts/char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8.xml"/><Relationship Id="rId2" Type="http://schemas.openxmlformats.org/officeDocument/2006/relationships/tags" Target="../tags/tag312.xml"/><Relationship Id="rId1" Type="http://schemas.openxmlformats.org/officeDocument/2006/relationships/vmlDrawing" Target="../drawings/vmlDrawing101.vml"/><Relationship Id="rId6" Type="http://schemas.openxmlformats.org/officeDocument/2006/relationships/image" Target="NULL"/><Relationship Id="rId5" Type="http://schemas.openxmlformats.org/officeDocument/2006/relationships/oleObject" Target="../embeddings/oleObject101.bin"/><Relationship Id="rId4" Type="http://schemas.openxmlformats.org/officeDocument/2006/relationships/notesSlide" Target="../notesSlides/notesSlide4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tags" Target="../tags/tag314.xml"/><Relationship Id="rId7" Type="http://schemas.openxmlformats.org/officeDocument/2006/relationships/image" Target="NULL"/><Relationship Id="rId2" Type="http://schemas.openxmlformats.org/officeDocument/2006/relationships/tags" Target="../tags/tag313.xml"/><Relationship Id="rId1" Type="http://schemas.openxmlformats.org/officeDocument/2006/relationships/vmlDrawing" Target="../drawings/vmlDrawing102.vml"/><Relationship Id="rId6" Type="http://schemas.openxmlformats.org/officeDocument/2006/relationships/oleObject" Target="../embeddings/oleObject102.bin"/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5" Type="http://schemas.openxmlformats.org/officeDocument/2006/relationships/chart" Target="../charts/chart10.xml"/><Relationship Id="rId4" Type="http://schemas.openxmlformats.org/officeDocument/2006/relationships/notesSlide" Target="../notesSlides/notesSlide44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11.xml"/><Relationship Id="rId2" Type="http://schemas.openxmlformats.org/officeDocument/2006/relationships/tags" Target="../tags/tag317.xml"/><Relationship Id="rId1" Type="http://schemas.openxmlformats.org/officeDocument/2006/relationships/vmlDrawing" Target="../drawings/vmlDrawing103.vml"/><Relationship Id="rId6" Type="http://schemas.openxmlformats.org/officeDocument/2006/relationships/image" Target="NULL"/><Relationship Id="rId5" Type="http://schemas.openxmlformats.org/officeDocument/2006/relationships/oleObject" Target="../embeddings/oleObject103.bin"/><Relationship Id="rId4" Type="http://schemas.openxmlformats.org/officeDocument/2006/relationships/notesSlide" Target="../notesSlides/notesSlide45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tags" Target="../tags/tag319.xml"/><Relationship Id="rId7" Type="http://schemas.openxmlformats.org/officeDocument/2006/relationships/image" Target="NULL"/><Relationship Id="rId2" Type="http://schemas.openxmlformats.org/officeDocument/2006/relationships/tags" Target="../tags/tag318.xml"/><Relationship Id="rId1" Type="http://schemas.openxmlformats.org/officeDocument/2006/relationships/vmlDrawing" Target="../drawings/vmlDrawing104.vml"/><Relationship Id="rId6" Type="http://schemas.openxmlformats.org/officeDocument/2006/relationships/oleObject" Target="../embeddings/oleObject104.bin"/><Relationship Id="rId5" Type="http://schemas.openxmlformats.org/officeDocument/2006/relationships/notesSlide" Target="../notesSlides/notesSlide46.xml"/><Relationship Id="rId10" Type="http://schemas.openxmlformats.org/officeDocument/2006/relationships/chart" Target="../charts/chart15.xml"/><Relationship Id="rId4" Type="http://schemas.openxmlformats.org/officeDocument/2006/relationships/slideLayout" Target="../slideLayouts/slideLayout19.xml"/><Relationship Id="rId9" Type="http://schemas.openxmlformats.org/officeDocument/2006/relationships/chart" Target="../charts/chart1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16.xml"/><Relationship Id="rId2" Type="http://schemas.openxmlformats.org/officeDocument/2006/relationships/tags" Target="../tags/tag320.xml"/><Relationship Id="rId1" Type="http://schemas.openxmlformats.org/officeDocument/2006/relationships/vmlDrawing" Target="../drawings/vmlDrawing105.vml"/><Relationship Id="rId6" Type="http://schemas.openxmlformats.org/officeDocument/2006/relationships/image" Target="NULL"/><Relationship Id="rId5" Type="http://schemas.openxmlformats.org/officeDocument/2006/relationships/oleObject" Target="../embeddings/oleObject105.bin"/><Relationship Id="rId4" Type="http://schemas.openxmlformats.org/officeDocument/2006/relationships/notesSlide" Target="../notesSlides/notesSlide47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17.xml"/><Relationship Id="rId12" Type="http://schemas.openxmlformats.org/officeDocument/2006/relationships/image" Target="../media/image49.png"/><Relationship Id="rId2" Type="http://schemas.openxmlformats.org/officeDocument/2006/relationships/tags" Target="../tags/tag321.xml"/><Relationship Id="rId1" Type="http://schemas.openxmlformats.org/officeDocument/2006/relationships/vmlDrawing" Target="../drawings/vmlDrawing106.vml"/><Relationship Id="rId6" Type="http://schemas.openxmlformats.org/officeDocument/2006/relationships/image" Target="NULL"/><Relationship Id="rId11" Type="http://schemas.openxmlformats.org/officeDocument/2006/relationships/image" Target="../media/image48.png"/><Relationship Id="rId5" Type="http://schemas.openxmlformats.org/officeDocument/2006/relationships/oleObject" Target="../embeddings/oleObject106.bin"/><Relationship Id="rId15" Type="http://schemas.openxmlformats.org/officeDocument/2006/relationships/image" Target="../media/image19.png"/><Relationship Id="rId10" Type="http://schemas.openxmlformats.org/officeDocument/2006/relationships/image" Target="../media/image47.png"/><Relationship Id="rId4" Type="http://schemas.openxmlformats.org/officeDocument/2006/relationships/notesSlide" Target="../notesSlides/notesSlide48.xml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18.xml"/><Relationship Id="rId2" Type="http://schemas.openxmlformats.org/officeDocument/2006/relationships/tags" Target="../tags/tag322.xml"/><Relationship Id="rId1" Type="http://schemas.openxmlformats.org/officeDocument/2006/relationships/vmlDrawing" Target="../drawings/vmlDrawing107.vml"/><Relationship Id="rId6" Type="http://schemas.openxmlformats.org/officeDocument/2006/relationships/image" Target="NULL"/><Relationship Id="rId5" Type="http://schemas.openxmlformats.org/officeDocument/2006/relationships/oleObject" Target="../embeddings/oleObject107.bin"/><Relationship Id="rId4" Type="http://schemas.openxmlformats.org/officeDocument/2006/relationships/notesSlide" Target="../notesSlides/notesSlide49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19.xml"/><Relationship Id="rId2" Type="http://schemas.openxmlformats.org/officeDocument/2006/relationships/tags" Target="../tags/tag323.xml"/><Relationship Id="rId1" Type="http://schemas.openxmlformats.org/officeDocument/2006/relationships/vmlDrawing" Target="../drawings/vmlDrawing108.vml"/><Relationship Id="rId6" Type="http://schemas.openxmlformats.org/officeDocument/2006/relationships/image" Target="NULL"/><Relationship Id="rId5" Type="http://schemas.openxmlformats.org/officeDocument/2006/relationships/oleObject" Target="../embeddings/oleObject108.bin"/><Relationship Id="rId4" Type="http://schemas.openxmlformats.org/officeDocument/2006/relationships/notesSlide" Target="../notesSlides/notesSlide50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0.xml"/><Relationship Id="rId2" Type="http://schemas.openxmlformats.org/officeDocument/2006/relationships/tags" Target="../tags/tag324.xml"/><Relationship Id="rId1" Type="http://schemas.openxmlformats.org/officeDocument/2006/relationships/vmlDrawing" Target="../drawings/vmlDrawing109.vml"/><Relationship Id="rId6" Type="http://schemas.openxmlformats.org/officeDocument/2006/relationships/image" Target="NULL"/><Relationship Id="rId5" Type="http://schemas.openxmlformats.org/officeDocument/2006/relationships/oleObject" Target="../embeddings/oleObject109.bin"/><Relationship Id="rId4" Type="http://schemas.openxmlformats.org/officeDocument/2006/relationships/notesSlide" Target="../notesSlides/notesSlide5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2.xml"/><Relationship Id="rId2" Type="http://schemas.openxmlformats.org/officeDocument/2006/relationships/tags" Target="../tags/tag325.xml"/><Relationship Id="rId1" Type="http://schemas.openxmlformats.org/officeDocument/2006/relationships/vmlDrawing" Target="../drawings/vmlDrawing110.vml"/><Relationship Id="rId6" Type="http://schemas.openxmlformats.org/officeDocument/2006/relationships/image" Target="NULL"/><Relationship Id="rId5" Type="http://schemas.openxmlformats.org/officeDocument/2006/relationships/oleObject" Target="../embeddings/oleObject110.bin"/><Relationship Id="rId4" Type="http://schemas.openxmlformats.org/officeDocument/2006/relationships/notesSlide" Target="../notesSlides/notesSlide5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3.xml"/><Relationship Id="rId2" Type="http://schemas.openxmlformats.org/officeDocument/2006/relationships/tags" Target="../tags/tag326.xml"/><Relationship Id="rId1" Type="http://schemas.openxmlformats.org/officeDocument/2006/relationships/vmlDrawing" Target="../drawings/vmlDrawing111.vml"/><Relationship Id="rId6" Type="http://schemas.openxmlformats.org/officeDocument/2006/relationships/image" Target="NULL"/><Relationship Id="rId5" Type="http://schemas.openxmlformats.org/officeDocument/2006/relationships/oleObject" Target="../embeddings/oleObject111.bin"/><Relationship Id="rId4" Type="http://schemas.openxmlformats.org/officeDocument/2006/relationships/notesSlide" Target="../notesSlides/notesSlide53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5.xml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4.xml"/><Relationship Id="rId2" Type="http://schemas.openxmlformats.org/officeDocument/2006/relationships/tags" Target="../tags/tag327.xml"/><Relationship Id="rId1" Type="http://schemas.openxmlformats.org/officeDocument/2006/relationships/vmlDrawing" Target="../drawings/vmlDrawing112.vml"/><Relationship Id="rId6" Type="http://schemas.openxmlformats.org/officeDocument/2006/relationships/image" Target="NULL"/><Relationship Id="rId5" Type="http://schemas.openxmlformats.org/officeDocument/2006/relationships/oleObject" Target="../embeddings/oleObject112.bin"/><Relationship Id="rId4" Type="http://schemas.openxmlformats.org/officeDocument/2006/relationships/notesSlide" Target="../notesSlides/notesSlide54.xml"/><Relationship Id="rId9" Type="http://schemas.openxmlformats.org/officeDocument/2006/relationships/chart" Target="../charts/chart26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8.xml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7.xml"/><Relationship Id="rId2" Type="http://schemas.openxmlformats.org/officeDocument/2006/relationships/tags" Target="../tags/tag328.xml"/><Relationship Id="rId1" Type="http://schemas.openxmlformats.org/officeDocument/2006/relationships/vmlDrawing" Target="../drawings/vmlDrawing113.vml"/><Relationship Id="rId6" Type="http://schemas.openxmlformats.org/officeDocument/2006/relationships/image" Target="NULL"/><Relationship Id="rId5" Type="http://schemas.openxmlformats.org/officeDocument/2006/relationships/oleObject" Target="../embeddings/oleObject113.bin"/><Relationship Id="rId4" Type="http://schemas.openxmlformats.org/officeDocument/2006/relationships/notesSlide" Target="../notesSlides/notesSlide5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29.xml"/><Relationship Id="rId1" Type="http://schemas.openxmlformats.org/officeDocument/2006/relationships/vmlDrawing" Target="../drawings/vmlDrawing114.vml"/><Relationship Id="rId6" Type="http://schemas.openxmlformats.org/officeDocument/2006/relationships/image" Target="NULL"/><Relationship Id="rId5" Type="http://schemas.openxmlformats.org/officeDocument/2006/relationships/oleObject" Target="../embeddings/oleObject114.bin"/><Relationship Id="rId4" Type="http://schemas.openxmlformats.org/officeDocument/2006/relationships/notesSlide" Target="../notesSlides/notesSlide56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0.xml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29.xml"/><Relationship Id="rId2" Type="http://schemas.openxmlformats.org/officeDocument/2006/relationships/tags" Target="../tags/tag330.xml"/><Relationship Id="rId1" Type="http://schemas.openxmlformats.org/officeDocument/2006/relationships/vmlDrawing" Target="../drawings/vmlDrawing115.vml"/><Relationship Id="rId6" Type="http://schemas.openxmlformats.org/officeDocument/2006/relationships/image" Target="NULL"/><Relationship Id="rId5" Type="http://schemas.openxmlformats.org/officeDocument/2006/relationships/oleObject" Target="../embeddings/oleObject115.bin"/><Relationship Id="rId10" Type="http://schemas.openxmlformats.org/officeDocument/2006/relationships/chart" Target="../charts/chart32.xml"/><Relationship Id="rId4" Type="http://schemas.openxmlformats.org/officeDocument/2006/relationships/notesSlide" Target="../notesSlides/notesSlide57.xml"/><Relationship Id="rId9" Type="http://schemas.openxmlformats.org/officeDocument/2006/relationships/chart" Target="../charts/chart31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4.xml"/><Relationship Id="rId13" Type="http://schemas.openxmlformats.org/officeDocument/2006/relationships/image" Target="../media/image51.png"/><Relationship Id="rId3" Type="http://schemas.openxmlformats.org/officeDocument/2006/relationships/slideLayout" Target="../slideLayouts/slideLayout19.xml"/><Relationship Id="rId7" Type="http://schemas.openxmlformats.org/officeDocument/2006/relationships/chart" Target="../charts/chart33.xml"/><Relationship Id="rId12" Type="http://schemas.openxmlformats.org/officeDocument/2006/relationships/image" Target="../media/image50.png"/><Relationship Id="rId2" Type="http://schemas.openxmlformats.org/officeDocument/2006/relationships/tags" Target="../tags/tag331.xml"/><Relationship Id="rId1" Type="http://schemas.openxmlformats.org/officeDocument/2006/relationships/vmlDrawing" Target="../drawings/vmlDrawing116.vml"/><Relationship Id="rId6" Type="http://schemas.openxmlformats.org/officeDocument/2006/relationships/image" Target="NULL"/><Relationship Id="rId11" Type="http://schemas.openxmlformats.org/officeDocument/2006/relationships/image" Target="../media/image52.png"/><Relationship Id="rId5" Type="http://schemas.openxmlformats.org/officeDocument/2006/relationships/oleObject" Target="../embeddings/oleObject116.bin"/><Relationship Id="rId10" Type="http://schemas.openxmlformats.org/officeDocument/2006/relationships/chart" Target="../charts/chart36.xml"/><Relationship Id="rId4" Type="http://schemas.openxmlformats.org/officeDocument/2006/relationships/notesSlide" Target="../notesSlides/notesSlide58.xml"/><Relationship Id="rId9" Type="http://schemas.openxmlformats.org/officeDocument/2006/relationships/chart" Target="../charts/chart35.xml"/><Relationship Id="rId14" Type="http://schemas.openxmlformats.org/officeDocument/2006/relationships/image" Target="../media/image5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32.xml"/><Relationship Id="rId1" Type="http://schemas.openxmlformats.org/officeDocument/2006/relationships/vmlDrawing" Target="../drawings/vmlDrawing117.vml"/><Relationship Id="rId6" Type="http://schemas.openxmlformats.org/officeDocument/2006/relationships/image" Target="NULL"/><Relationship Id="rId5" Type="http://schemas.openxmlformats.org/officeDocument/2006/relationships/oleObject" Target="../embeddings/oleObject117.bin"/><Relationship Id="rId4" Type="http://schemas.openxmlformats.org/officeDocument/2006/relationships/notesSlide" Target="../notesSlides/notesSlide59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33.xml"/><Relationship Id="rId1" Type="http://schemas.openxmlformats.org/officeDocument/2006/relationships/vmlDrawing" Target="../drawings/vmlDrawing118.vml"/><Relationship Id="rId6" Type="http://schemas.openxmlformats.org/officeDocument/2006/relationships/image" Target="NULL"/><Relationship Id="rId5" Type="http://schemas.openxmlformats.org/officeDocument/2006/relationships/oleObject" Target="../embeddings/oleObject118.bin"/><Relationship Id="rId4" Type="http://schemas.openxmlformats.org/officeDocument/2006/relationships/notesSlide" Target="../notesSlides/notesSlide6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34.xml"/><Relationship Id="rId1" Type="http://schemas.openxmlformats.org/officeDocument/2006/relationships/vmlDrawing" Target="../drawings/vmlDrawing119.vml"/><Relationship Id="rId6" Type="http://schemas.openxmlformats.org/officeDocument/2006/relationships/image" Target="NULL"/><Relationship Id="rId5" Type="http://schemas.openxmlformats.org/officeDocument/2006/relationships/oleObject" Target="../embeddings/oleObject119.bin"/><Relationship Id="rId4" Type="http://schemas.openxmlformats.org/officeDocument/2006/relationships/notesSlide" Target="../notesSlides/notesSlide6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335.xml"/><Relationship Id="rId1" Type="http://schemas.openxmlformats.org/officeDocument/2006/relationships/vmlDrawing" Target="../drawings/vmlDrawing120.vml"/><Relationship Id="rId6" Type="http://schemas.openxmlformats.org/officeDocument/2006/relationships/image" Target="NULL"/><Relationship Id="rId5" Type="http://schemas.openxmlformats.org/officeDocument/2006/relationships/oleObject" Target="../embeddings/oleObject120.bin"/><Relationship Id="rId4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6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동국제강그룹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PPT </a:t>
            </a:r>
            <a:r>
              <a:rPr lang="ko-KR" altLang="en-US" dirty="0" smtClean="0"/>
              <a:t>템플릿 예시 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동국제강 </a:t>
            </a:r>
            <a:r>
              <a:rPr lang="ko-KR" altLang="en-US" dirty="0" err="1" smtClean="0"/>
              <a:t>전략실</a:t>
            </a:r>
            <a:r>
              <a:rPr lang="ko-KR" altLang="en-US" dirty="0" smtClean="0"/>
              <a:t> </a:t>
            </a:r>
            <a:r>
              <a:rPr lang="en-US" altLang="ko-KR" dirty="0" smtClean="0"/>
              <a:t>OOOO</a:t>
            </a:r>
            <a:r>
              <a:rPr lang="ko-KR" altLang="en-US" dirty="0" smtClean="0"/>
              <a:t>팀</a:t>
            </a:r>
            <a:r>
              <a:rPr lang="en-US" altLang="ko-KR" dirty="0" smtClean="0"/>
              <a:t>Ⅰ2019.00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451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13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동국제강그룹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PPT</a:t>
            </a:r>
            <a:r>
              <a:rPr lang="ko-KR" altLang="en-US" dirty="0"/>
              <a:t> </a:t>
            </a:r>
            <a:r>
              <a:rPr lang="ko-KR" altLang="en-US" dirty="0" smtClean="0"/>
              <a:t>템플릿 예시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ko-KR" altLang="en-US" dirty="0"/>
              <a:t>동국제강 </a:t>
            </a:r>
            <a:r>
              <a:rPr lang="ko-KR" altLang="en-US" dirty="0" err="1"/>
              <a:t>전략실</a:t>
            </a:r>
            <a:r>
              <a:rPr lang="ko-KR" altLang="en-US" dirty="0"/>
              <a:t> </a:t>
            </a:r>
            <a:r>
              <a:rPr lang="en-US" altLang="ko-KR" dirty="0"/>
              <a:t>OOOO</a:t>
            </a:r>
            <a:r>
              <a:rPr lang="ko-KR" altLang="en-US" dirty="0"/>
              <a:t>팀</a:t>
            </a:r>
            <a:r>
              <a:rPr lang="en-US" altLang="ko-KR" dirty="0" smtClean="0"/>
              <a:t>Ⅰ2019.00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028815"/>
              </p:ext>
            </p:extLst>
          </p:nvPr>
        </p:nvGraphicFramePr>
        <p:xfrm>
          <a:off x="6739442" y="525326"/>
          <a:ext cx="2880000" cy="923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="" xmlns:a16="http://schemas.microsoft.com/office/drawing/2014/main" val="2523735209"/>
                    </a:ext>
                  </a:extLst>
                </a:gridCol>
                <a:gridCol w="720000">
                  <a:extLst>
                    <a:ext uri="{9D8B030D-6E8A-4147-A177-3AD203B41FA5}">
                      <a16:colId xmlns="" xmlns:a16="http://schemas.microsoft.com/office/drawing/2014/main" val="4079064189"/>
                    </a:ext>
                  </a:extLst>
                </a:gridCol>
                <a:gridCol w="720000">
                  <a:extLst>
                    <a:ext uri="{9D8B030D-6E8A-4147-A177-3AD203B41FA5}">
                      <a16:colId xmlns="" xmlns:a16="http://schemas.microsoft.com/office/drawing/2014/main" val="2608212214"/>
                    </a:ext>
                  </a:extLst>
                </a:gridCol>
                <a:gridCol w="720000">
                  <a:extLst>
                    <a:ext uri="{9D8B030D-6E8A-4147-A177-3AD203B41FA5}">
                      <a16:colId xmlns="" xmlns:a16="http://schemas.microsoft.com/office/drawing/2014/main" val="302831177"/>
                    </a:ext>
                  </a:extLst>
                </a:gridCol>
              </a:tblGrid>
              <a:tr h="2713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담당자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팀장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본부장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대표이사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02712500"/>
                  </a:ext>
                </a:extLst>
              </a:tr>
              <a:tr h="65184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0493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69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08847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18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</a:p>
          <a:p>
            <a:r>
              <a:rPr lang="en-US" altLang="ko-KR" dirty="0"/>
              <a:t>BOXES</a:t>
            </a:r>
            <a:endParaRPr lang="ko-KR" altLang="en-US" dirty="0"/>
          </a:p>
          <a:p>
            <a:pPr lvl="0"/>
            <a:r>
              <a:rPr lang="en-US" altLang="ko-KR" dirty="0" smtClean="0"/>
              <a:t>TABLE </a:t>
            </a:r>
          </a:p>
          <a:p>
            <a:pPr lvl="0"/>
            <a:r>
              <a:rPr lang="en-US" altLang="ko-KR" dirty="0" smtClean="0"/>
              <a:t>DIAGRAM</a:t>
            </a:r>
          </a:p>
          <a:p>
            <a:pPr lvl="0"/>
            <a:r>
              <a:rPr lang="en-US" altLang="ko-KR" dirty="0" smtClean="0"/>
              <a:t>CHART</a:t>
            </a:r>
          </a:p>
          <a:p>
            <a:pPr lvl="0"/>
            <a:r>
              <a:rPr lang="en-US" altLang="ko-KR" dirty="0" smtClean="0"/>
              <a:t>ETC</a:t>
            </a:r>
          </a:p>
          <a:p>
            <a:pPr lvl="0"/>
            <a:endParaRPr lang="ko-KR" altLang="en-US" dirty="0"/>
          </a:p>
        </p:txBody>
      </p:sp>
      <p:sp>
        <p:nvSpPr>
          <p:cNvPr id="23" name="텍스트 개체 틀 2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ko-KR" dirty="0"/>
              <a:t>01 - 05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01 - 05</a:t>
            </a:r>
            <a:endParaRPr lang="ko-KR" altLang="en-US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01 - 05</a:t>
            </a:r>
            <a:endParaRPr lang="ko-KR" altLang="en-US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01 - 05</a:t>
            </a:r>
            <a:endParaRPr lang="ko-KR" altLang="en-US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01 - 05</a:t>
            </a:r>
            <a:endParaRPr lang="ko-KR" altLang="en-US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01 - 05</a:t>
            </a:r>
            <a:endParaRPr lang="ko-KR" altLang="en-US" dirty="0">
              <a:solidFill>
                <a:schemeClr val="tx1"/>
              </a:solidFill>
            </a:endParaRPr>
          </a:p>
          <a:p>
            <a:endParaRPr lang="en-US" altLang="ko-K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31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개체 9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704065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46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/>
              <a:t>TABLE &amp; </a:t>
            </a:r>
            <a:r>
              <a:rPr lang="en-US" altLang="ko-KR" dirty="0" smtClean="0"/>
              <a:t>COLUMNS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 dirty="0" smtClean="0"/>
              <a:t>DIAGRAM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dirty="0" smtClean="0"/>
              <a:t>ETC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7"/>
          </p:nvPr>
        </p:nvSpPr>
        <p:spPr>
          <a:xfrm>
            <a:off x="884238" y="2137527"/>
            <a:ext cx="2608446" cy="313932"/>
          </a:xfrm>
        </p:spPr>
        <p:txBody>
          <a:bodyPr/>
          <a:lstStyle/>
          <a:p>
            <a:r>
              <a:rPr lang="ko-KR" altLang="en-US" dirty="0" smtClean="0"/>
              <a:t>동국제강그룹 문서 템플릿 통합 계획안 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50" dirty="0"/>
              <a:t>Contents</a:t>
            </a:r>
            <a:endParaRPr lang="ko-KR" altLang="en-US" spc="-50" dirty="0"/>
          </a:p>
        </p:txBody>
      </p:sp>
    </p:spTree>
    <p:extLst>
      <p:ext uri="{BB962C8B-B14F-4D97-AF65-F5344CB8AC3E}">
        <p14:creationId xmlns:p14="http://schemas.microsoft.com/office/powerpoint/2010/main" val="395073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smtClean="0"/>
              <a:t>경영이념 낭독</a:t>
            </a:r>
            <a:endParaRPr lang="ko-KR" altLang="en-US"/>
          </a:p>
        </p:txBody>
      </p:sp>
      <p:sp>
        <p:nvSpPr>
          <p:cNvPr id="5" name="그림 개체 틀 4"/>
          <p:cNvSpPr>
            <a:spLocks noGrp="1"/>
          </p:cNvSpPr>
          <p:nvPr>
            <p:ph type="pic" idx="19"/>
          </p:nvPr>
        </p:nvSpPr>
        <p:spPr/>
      </p:sp>
      <p:sp>
        <p:nvSpPr>
          <p:cNvPr id="6" name="텍스트 개체 틀 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 smtClean="0"/>
              <a:t>김동국 과장</a:t>
            </a:r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dirty="0" err="1" smtClean="0"/>
              <a:t>경영전략팀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016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개체 28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29385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7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경영이념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1111250" y="168389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1404201" y="1683895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933450" y="3358010"/>
            <a:ext cx="7951758" cy="814699"/>
            <a:chOff x="933450" y="3121538"/>
            <a:chExt cx="7951758" cy="814699"/>
          </a:xfrm>
        </p:grpSpPr>
        <p:sp>
          <p:nvSpPr>
            <p:cNvPr id="9" name="텍스트 개체 틀 5"/>
            <p:cNvSpPr txBox="1">
              <a:spLocks/>
            </p:cNvSpPr>
            <p:nvPr/>
          </p:nvSpPr>
          <p:spPr>
            <a:xfrm>
              <a:off x="2647950" y="3121538"/>
              <a:ext cx="6237258" cy="720212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marL="0" indent="0" algn="l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spc="-2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우리는 제품과 서비스를 생산하기 이전에 이를 생산하는 사람을 만드는데 노력한다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이를 위하여 모든 사람은 평등히 기회를 갖고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평등히 노력함을 원칙으로 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또한 인재를 양성하고 등용하는데 노력한다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0" name="텍스트 개체 틀 6"/>
            <p:cNvSpPr txBox="1">
              <a:spLocks/>
            </p:cNvSpPr>
            <p:nvPr/>
          </p:nvSpPr>
          <p:spPr>
            <a:xfrm>
              <a:off x="984250" y="3525634"/>
              <a:ext cx="1263650" cy="4106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0" indent="0" algn="dist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spc="-2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인재양성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1" name="텍스트 개체 틀 7"/>
            <p:cNvSpPr txBox="1">
              <a:spLocks/>
            </p:cNvSpPr>
            <p:nvPr/>
          </p:nvSpPr>
          <p:spPr>
            <a:xfrm>
              <a:off x="933450" y="3151031"/>
              <a:ext cx="1371600" cy="4106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0" indent="0" algn="dist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 spc="-20" baseline="0">
                  <a:solidFill>
                    <a:schemeClr val="tx1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人材養成</a:t>
              </a:r>
              <a:endParaRPr kumimoji="0" lang="ko-KR" alt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sp>
        <p:nvSpPr>
          <p:cNvPr id="12" name="타원 11"/>
          <p:cNvSpPr/>
          <p:nvPr/>
        </p:nvSpPr>
        <p:spPr>
          <a:xfrm>
            <a:off x="1111250" y="3221150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1404201" y="3221150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933450" y="4834910"/>
            <a:ext cx="8039100" cy="814699"/>
            <a:chOff x="933450" y="4598438"/>
            <a:chExt cx="8039100" cy="814699"/>
          </a:xfrm>
        </p:grpSpPr>
        <p:sp>
          <p:nvSpPr>
            <p:cNvPr id="15" name="텍스트 개체 틀 5"/>
            <p:cNvSpPr txBox="1">
              <a:spLocks/>
            </p:cNvSpPr>
            <p:nvPr/>
          </p:nvSpPr>
          <p:spPr>
            <a:xfrm>
              <a:off x="2647949" y="4598438"/>
              <a:ext cx="6324601" cy="720212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marL="0" indent="0" algn="l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spc="-2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우리의 제품과 서비스는 품질이 우수하고 가격이 저렴하며 완벽한 서비스가 되어 있어야 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따라서 기업의 이익은 목적이 아니고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우리의 노력의 결과로서 적절한 보수를 받는다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이익의 다소는 비용절감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품질혁신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제품 및 서비스 차별화의 결과이며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우리의 노력의 척도가 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6" name="텍스트 개체 틀 6"/>
            <p:cNvSpPr txBox="1">
              <a:spLocks/>
            </p:cNvSpPr>
            <p:nvPr/>
          </p:nvSpPr>
          <p:spPr>
            <a:xfrm>
              <a:off x="984250" y="5002534"/>
              <a:ext cx="1263650" cy="4106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0" indent="0" algn="dist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spc="-2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err="1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우수한품질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7" name="텍스트 개체 틀 7"/>
            <p:cNvSpPr txBox="1">
              <a:spLocks/>
            </p:cNvSpPr>
            <p:nvPr/>
          </p:nvSpPr>
          <p:spPr>
            <a:xfrm>
              <a:off x="933450" y="4601489"/>
              <a:ext cx="1371600" cy="4106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0" indent="0" algn="dist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 spc="-20" baseline="0">
                  <a:solidFill>
                    <a:schemeClr val="tx1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0" i="0" u="none" strike="noStrike" kern="1200" cap="none" spc="50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品質</a:t>
              </a:r>
              <a:endParaRPr kumimoji="0" lang="ko-KR" altLang="en-US" sz="2000" b="0" i="0" u="none" strike="noStrike" kern="1200" cap="none" spc="50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sp>
        <p:nvSpPr>
          <p:cNvPr id="18" name="타원 17"/>
          <p:cNvSpPr/>
          <p:nvPr/>
        </p:nvSpPr>
        <p:spPr>
          <a:xfrm>
            <a:off x="1111250" y="471083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1404201" y="4710835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6" name="텍스트 개체 틀 5"/>
          <p:cNvSpPr>
            <a:spLocks noGrp="1"/>
          </p:cNvSpPr>
          <p:nvPr>
            <p:ph type="body" sz="quarter" idx="14"/>
          </p:nvPr>
        </p:nvSpPr>
        <p:spPr>
          <a:xfrm>
            <a:off x="2647949" y="1762638"/>
            <a:ext cx="6324601" cy="720212"/>
          </a:xfrm>
        </p:spPr>
        <p:txBody>
          <a:bodyPr/>
          <a:lstStyle/>
          <a:p>
            <a:r>
              <a:rPr lang="ko-KR" altLang="en-US" dirty="0"/>
              <a:t>우리는 인간생활의 향상과 개선에 필요한 제품과 서비스를 제공하고</a:t>
            </a:r>
            <a:r>
              <a:rPr lang="en-US" altLang="ko-KR" dirty="0"/>
              <a:t>, </a:t>
            </a:r>
            <a:r>
              <a:rPr lang="ko-KR" altLang="en-US" dirty="0"/>
              <a:t>나아가 문화의 발전에 기여한다</a:t>
            </a:r>
            <a:r>
              <a:rPr lang="en-US" altLang="ko-KR" dirty="0"/>
              <a:t>. </a:t>
            </a:r>
            <a:r>
              <a:rPr lang="ko-KR" altLang="en-US" dirty="0" smtClean="0"/>
              <a:t>이 </a:t>
            </a:r>
            <a:r>
              <a:rPr lang="ko-KR" altLang="en-US" dirty="0"/>
              <a:t>목적을 달성하기 위하여 구체적인 방법은 시기의 변화에 따라 전체 종업원의 힘과 예지를 모아 결정한다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984250" y="2166734"/>
            <a:ext cx="1263650" cy="410603"/>
          </a:xfrm>
        </p:spPr>
        <p:txBody>
          <a:bodyPr/>
          <a:lstStyle/>
          <a:p>
            <a:r>
              <a:rPr lang="ko-KR" altLang="en-US" dirty="0" smtClean="0"/>
              <a:t>문화발전</a:t>
            </a:r>
            <a:endParaRPr lang="ko-KR" altLang="en-US" dirty="0"/>
          </a:p>
        </p:txBody>
      </p:sp>
      <p:sp>
        <p:nvSpPr>
          <p:cNvPr id="28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933450" y="1792131"/>
            <a:ext cx="1371600" cy="410603"/>
          </a:xfrm>
        </p:spPr>
        <p:txBody>
          <a:bodyPr/>
          <a:lstStyle/>
          <a:p>
            <a:r>
              <a:rPr lang="ko-KR" altLang="en-US" dirty="0" smtClean="0"/>
              <a:t>文化發展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910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개체 16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36106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9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경영이념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4"/>
          </p:nvPr>
        </p:nvSpPr>
        <p:spPr>
          <a:xfrm>
            <a:off x="2647949" y="1762638"/>
            <a:ext cx="6324601" cy="720212"/>
          </a:xfrm>
        </p:spPr>
        <p:txBody>
          <a:bodyPr/>
          <a:lstStyle/>
          <a:p>
            <a:r>
              <a:rPr lang="ko-KR" altLang="en-US" dirty="0"/>
              <a:t>우리는 항상 시대에 맞추어 모든 제도를 개선함에 노력하고 새로운 기술혁신에 앞장선다</a:t>
            </a:r>
            <a:r>
              <a:rPr lang="en-US" altLang="ko-KR" dirty="0"/>
              <a:t>. </a:t>
            </a:r>
            <a:r>
              <a:rPr lang="ko-KR" altLang="en-US" dirty="0"/>
              <a:t>좋은 전통과 습관은 존중하나 진보와 향상을 위하여 개혁과 개선을 서슴지 않는다</a:t>
            </a:r>
            <a:r>
              <a:rPr lang="en-US" altLang="ko-KR" dirty="0"/>
              <a:t>. </a:t>
            </a:r>
            <a:r>
              <a:rPr lang="ko-KR" altLang="en-US" dirty="0"/>
              <a:t>모든 면에서 경쟁은 발전과 진보의 기본 원동력이다</a:t>
            </a:r>
            <a:r>
              <a:rPr lang="en-US" altLang="ko-KR" dirty="0"/>
              <a:t>. </a:t>
            </a:r>
            <a:r>
              <a:rPr lang="ko-KR" altLang="en-US" dirty="0"/>
              <a:t>다만 과도한 경쟁은 파괴의 길이니 기업 내</a:t>
            </a:r>
            <a:r>
              <a:rPr lang="en-US" altLang="ko-KR" dirty="0"/>
              <a:t>, </a:t>
            </a:r>
            <a:r>
              <a:rPr lang="ko-KR" altLang="en-US" dirty="0"/>
              <a:t>기업 간의 협력에 힘쓴다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5"/>
          </p:nvPr>
        </p:nvSpPr>
        <p:spPr>
          <a:xfrm>
            <a:off x="984250" y="2166734"/>
            <a:ext cx="1263650" cy="410603"/>
          </a:xfrm>
        </p:spPr>
        <p:txBody>
          <a:bodyPr/>
          <a:lstStyle/>
          <a:p>
            <a:r>
              <a:rPr lang="ko-KR" altLang="en-US" dirty="0" smtClean="0"/>
              <a:t>기술혁신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6"/>
          </p:nvPr>
        </p:nvSpPr>
        <p:spPr>
          <a:xfrm>
            <a:off x="933450" y="1792131"/>
            <a:ext cx="1371600" cy="410603"/>
          </a:xfrm>
        </p:spPr>
        <p:txBody>
          <a:bodyPr/>
          <a:lstStyle/>
          <a:p>
            <a:r>
              <a:rPr lang="ko-KR" altLang="en-US" dirty="0" smtClean="0"/>
              <a:t>技術革新</a:t>
            </a:r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933450" y="3358010"/>
            <a:ext cx="7917252" cy="814699"/>
            <a:chOff x="933450" y="3121538"/>
            <a:chExt cx="7917252" cy="814699"/>
          </a:xfrm>
        </p:grpSpPr>
        <p:sp>
          <p:nvSpPr>
            <p:cNvPr id="10" name="텍스트 개체 틀 5"/>
            <p:cNvSpPr txBox="1">
              <a:spLocks/>
            </p:cNvSpPr>
            <p:nvPr/>
          </p:nvSpPr>
          <p:spPr>
            <a:xfrm>
              <a:off x="2647949" y="3121538"/>
              <a:ext cx="6202753" cy="720212"/>
            </a:xfrm>
            <a:prstGeom prst="rect">
              <a:avLst/>
            </a:prstGeom>
          </p:spPr>
          <p:txBody>
            <a:bodyPr vert="horz" lIns="91440" tIns="45720" rIns="91440" bIns="45720" rtlCol="0" anchor="t" anchorCtr="0">
              <a:noAutofit/>
            </a:bodyPr>
            <a:lstStyle>
              <a:lvl1pPr marL="0" indent="0" algn="l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spc="-2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경영은 전체의 예지를 모아서 결정하고 집행하며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그 결과물은 고루고루 임직원과 자본에 배분되어야 하고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나아가 사회에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환원되도록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노력한다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 </a:t>
              </a:r>
              <a:r>
                <a:rPr kumimoji="0" lang="ko-KR" altLang="en-US" sz="1200" b="0" i="0" u="none" strike="noStrike" kern="1200" cap="none" spc="-20" normalizeH="0" baseline="0" noProof="0" dirty="0" err="1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경영책임에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관한 의식이 확고히 상하 구분되고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종국에는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상부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경영층이 이를 책임짐을 확실히 한다</a:t>
              </a: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.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1" name="텍스트 개체 틀 6"/>
            <p:cNvSpPr txBox="1">
              <a:spLocks/>
            </p:cNvSpPr>
            <p:nvPr/>
          </p:nvSpPr>
          <p:spPr>
            <a:xfrm>
              <a:off x="984250" y="3525634"/>
              <a:ext cx="1263650" cy="4106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0" indent="0" algn="dist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 spc="-2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사회환원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2" name="텍스트 개체 틀 7"/>
            <p:cNvSpPr txBox="1">
              <a:spLocks/>
            </p:cNvSpPr>
            <p:nvPr/>
          </p:nvSpPr>
          <p:spPr>
            <a:xfrm>
              <a:off x="933450" y="3151031"/>
              <a:ext cx="1371600" cy="41060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Autofit/>
            </a:bodyPr>
            <a:lstStyle>
              <a:lvl1pPr marL="0" indent="0" algn="dist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 spc="-20" baseline="0">
                  <a:solidFill>
                    <a:schemeClr val="tx1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dist" defTabSz="914400" rtl="0" eaLnBrk="1" fontAlgn="auto" latinLnBrk="1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20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社會還元</a:t>
              </a:r>
              <a:endParaRPr kumimoji="0" lang="ko-KR" alt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sp>
        <p:nvSpPr>
          <p:cNvPr id="13" name="타원 12"/>
          <p:cNvSpPr/>
          <p:nvPr/>
        </p:nvSpPr>
        <p:spPr>
          <a:xfrm>
            <a:off x="1111250" y="168389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1404201" y="1683895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111250" y="3221150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1404201" y="3221150"/>
            <a:ext cx="75600" cy="75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74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954627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23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01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603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512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9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텍스트를 입력하세요 텍스트를 입력하세요 텍스트를 입력하세요 </a:t>
            </a:r>
            <a:endParaRPr lang="en-GB" altLang="ko-KR" dirty="0" smtClean="0"/>
          </a:p>
          <a:p>
            <a:pPr marL="361950" lvl="1" indent="-95250"/>
            <a:r>
              <a:rPr lang="ko-KR" altLang="en-US" dirty="0" smtClean="0"/>
              <a:t>텍스트를 입력하세요 텍스트를 입력하세요 </a:t>
            </a:r>
            <a:endParaRPr lang="en-US" altLang="ko-KR" dirty="0" smtClean="0"/>
          </a:p>
          <a:p>
            <a:pPr marL="447675" lvl="2" indent="-85725">
              <a:buFont typeface="본고딕 Normal" panose="020B0400000000000000" pitchFamily="34" charset="-127"/>
              <a:buChar char="‑"/>
              <a:tabLst>
                <a:tab pos="447675" algn="l"/>
              </a:tabLst>
            </a:pPr>
            <a:r>
              <a:rPr lang="ko-KR" altLang="en-US" dirty="0" smtClean="0"/>
              <a:t>텍스트를 입력하세요 텍스트를 입력하세요</a:t>
            </a:r>
            <a:endParaRPr lang="en-US" altLang="ko-KR" dirty="0" smtClean="0"/>
          </a:p>
          <a:p>
            <a:pPr marL="447675" lvl="2" indent="-85725">
              <a:buFont typeface="본고딕 Normal" panose="020B0400000000000000" pitchFamily="34" charset="-127"/>
              <a:buChar char="‑"/>
              <a:tabLst>
                <a:tab pos="447675" algn="l"/>
              </a:tabLst>
            </a:pPr>
            <a:r>
              <a:rPr lang="ko-KR" altLang="en-US" dirty="0"/>
              <a:t>텍스트를 입력하세요 텍스트를 입력하세요</a:t>
            </a:r>
            <a:endParaRPr lang="en-US" altLang="ko-KR" dirty="0"/>
          </a:p>
          <a:p>
            <a:pPr marL="449262" lvl="2" indent="0">
              <a:buNone/>
            </a:pPr>
            <a:endParaRPr lang="en-US" altLang="ko-KR" dirty="0" smtClean="0"/>
          </a:p>
          <a:p>
            <a:pPr marL="361950" lvl="1" indent="-95250"/>
            <a:r>
              <a:rPr lang="ko-KR" altLang="en-US" dirty="0" smtClean="0"/>
              <a:t>텍스트를 입력하세요 텍스트를 입력하세요 </a:t>
            </a:r>
            <a:endParaRPr lang="en-US" altLang="ko-KR" dirty="0" smtClean="0"/>
          </a:p>
          <a:p>
            <a:pPr marL="361950" lvl="1" indent="-95250"/>
            <a:r>
              <a:rPr lang="ko-KR" altLang="en-US" dirty="0" smtClean="0"/>
              <a:t>텍스트를 입력하세요 텍스트를 입력하세요</a:t>
            </a:r>
            <a:endParaRPr lang="en-US" altLang="ko-KR" dirty="0" smtClean="0"/>
          </a:p>
          <a:p>
            <a:pPr marL="361950" lvl="1" indent="-95250"/>
            <a:r>
              <a:rPr lang="ko-KR" altLang="en-US" dirty="0" smtClean="0"/>
              <a:t>텍스트를 입력하세요 텍스트를 입력하세요</a:t>
            </a:r>
            <a:endParaRPr lang="en-US" altLang="ko-KR" dirty="0" smtClean="0"/>
          </a:p>
          <a:p>
            <a:pPr marL="361950" lvl="1" indent="-95250"/>
            <a:r>
              <a:rPr lang="ko-KR" altLang="en-US" dirty="0" smtClean="0"/>
              <a:t>텍스트를 입력하세요 텍스트를 입력하세요</a:t>
            </a:r>
            <a:endParaRPr lang="en-US" altLang="ko-KR" dirty="0" smtClean="0"/>
          </a:p>
          <a:p>
            <a:pPr lvl="1"/>
            <a:endParaRPr lang="en-GB" altLang="ko-KR" dirty="0" smtClean="0"/>
          </a:p>
          <a:p>
            <a:pPr lvl="0"/>
            <a:r>
              <a:rPr lang="ko-KR" altLang="en-US" dirty="0" smtClean="0"/>
              <a:t>텍스트를 입력하세요 텍스트를 입력하세요 텍스트를 입력하세요  </a:t>
            </a:r>
            <a:endParaRPr lang="en-GB" altLang="ko-KR" dirty="0" smtClean="0"/>
          </a:p>
          <a:p>
            <a:pPr lvl="1"/>
            <a:r>
              <a:rPr lang="ko-KR" altLang="en-US" dirty="0" smtClean="0"/>
              <a:t>텍스트를 입력하세요 텍스트를 입력하세요 </a:t>
            </a:r>
            <a:endParaRPr lang="en-US" altLang="ko-KR" dirty="0" smtClean="0"/>
          </a:p>
          <a:p>
            <a:pPr marL="542925" lvl="2" indent="-93663">
              <a:buFont typeface="본고딕 Normal" panose="020B0400000000000000" pitchFamily="34" charset="-127"/>
              <a:buChar char="‑"/>
            </a:pPr>
            <a:r>
              <a:rPr lang="ko-KR" altLang="en-US" dirty="0" smtClean="0"/>
              <a:t>텍스트를 입력하세요 텍스트를 입력하세요</a:t>
            </a:r>
            <a:endParaRPr lang="en-US" altLang="ko-KR" dirty="0" smtClean="0"/>
          </a:p>
          <a:p>
            <a:pPr marL="542925" lvl="2" indent="-93663">
              <a:buFont typeface="본고딕 Normal" panose="020B0400000000000000" pitchFamily="34" charset="-127"/>
              <a:buChar char="‑"/>
            </a:pPr>
            <a:r>
              <a:rPr lang="ko-KR" altLang="en-US" dirty="0"/>
              <a:t>텍스트를 입력하세요 텍스트를 </a:t>
            </a:r>
            <a:r>
              <a:rPr lang="ko-KR" altLang="en-US" dirty="0" smtClean="0"/>
              <a:t>입력하세요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텍스트를 입력하세요 텍스트를 입력하세요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텍스트를 입력하세요 텍스트를 입력하세요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텍스트를 입력하세요 텍스트를 입력하세요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 텍스트를 입력하세요 텍스트를 입력하세요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0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lvl="0"/>
            <a:fld id="{34650854-40C0-43E7-BFE1-FF212316D624}" type="slidenum">
              <a:rPr lang="ko-KR" altLang="en-US" noProof="0" smtClean="0"/>
              <a:pPr lvl="0"/>
              <a:t>9</a:t>
            </a:fld>
            <a:endParaRPr lang="ko-KR" altLang="en-US" noProof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lvl="0"/>
            <a:r>
              <a:rPr lang="ko-KR" altLang="en-US" noProof="0" smtClean="0"/>
              <a:t>작성자</a:t>
            </a:r>
            <a:r>
              <a:rPr lang="en-US" altLang="ko-KR" noProof="0" smtClean="0"/>
              <a:t>_</a:t>
            </a:r>
            <a:r>
              <a:rPr lang="ko-KR" altLang="en-US" noProof="0" smtClean="0"/>
              <a:t>장선익</a:t>
            </a:r>
            <a:r>
              <a:rPr lang="en-US" altLang="ko-KR" noProof="0" smtClean="0"/>
              <a:t>, </a:t>
            </a:r>
            <a:r>
              <a:rPr lang="ko-KR" altLang="en-US" noProof="0" smtClean="0"/>
              <a:t>장희승</a:t>
            </a:r>
            <a:r>
              <a:rPr lang="en-US" altLang="ko-KR" noProof="0" smtClean="0"/>
              <a:t>, </a:t>
            </a:r>
            <a:r>
              <a:rPr lang="ko-KR" altLang="en-US" noProof="0" smtClean="0"/>
              <a:t>김현주</a:t>
            </a:r>
            <a:endParaRPr lang="ko-KR" altLang="en-US" noProof="0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03242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176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2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ColumnHeader"/>
          <p:cNvSpPr>
            <a:spLocks noChangeArrowheads="1"/>
          </p:cNvSpPr>
          <p:nvPr/>
        </p:nvSpPr>
        <p:spPr bwMode="gray">
          <a:xfrm>
            <a:off x="495575" y="1677187"/>
            <a:ext cx="2257848" cy="3407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cxnSp>
        <p:nvCxnSpPr>
          <p:cNvPr id="7" name="직선 연결선 6"/>
          <p:cNvCxnSpPr/>
          <p:nvPr/>
        </p:nvCxnSpPr>
        <p:spPr>
          <a:xfrm flipH="1">
            <a:off x="394658" y="3969540"/>
            <a:ext cx="859246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8"/>
          <p:cNvSpPr txBox="1">
            <a:spLocks/>
          </p:cNvSpPr>
          <p:nvPr/>
        </p:nvSpPr>
        <p:spPr>
          <a:xfrm>
            <a:off x="495575" y="4477923"/>
            <a:ext cx="8914850" cy="1629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Medium 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" name="ColumnHeader"/>
          <p:cNvSpPr>
            <a:spLocks noChangeArrowheads="1"/>
          </p:cNvSpPr>
          <p:nvPr/>
        </p:nvSpPr>
        <p:spPr bwMode="gray">
          <a:xfrm>
            <a:off x="495575" y="4073587"/>
            <a:ext cx="2257848" cy="3407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10" name="텍스트 개체 틀 8"/>
          <p:cNvSpPr txBox="1">
            <a:spLocks/>
          </p:cNvSpPr>
          <p:nvPr/>
        </p:nvSpPr>
        <p:spPr>
          <a:xfrm>
            <a:off x="495575" y="2081523"/>
            <a:ext cx="8914850" cy="16290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Medium 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03242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343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88"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  <a:sym typeface="본고딕 Medium" panose="020B0600000000000000" pitchFamily="34" charset="-127"/>
            </a:endParaRPr>
          </a:p>
        </p:txBody>
      </p:sp>
      <p:sp>
        <p:nvSpPr>
          <p:cNvPr id="15" name="제목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4962540" y="1799440"/>
            <a:ext cx="0" cy="45092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8"/>
          <p:cNvSpPr txBox="1">
            <a:spLocks/>
          </p:cNvSpPr>
          <p:nvPr/>
        </p:nvSpPr>
        <p:spPr>
          <a:xfrm>
            <a:off x="5133990" y="2331791"/>
            <a:ext cx="4182987" cy="3976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우리의 제품과 서비스는 품질이 우수하고 가격이 저렴하며 완벽한 서비스가 되어 있어야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따라서 기업의 이익은 목적이 아니고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우리의 노력의 결과로서 적절한 보수를 받는다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이익의 다소는 비용절감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품질혁신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 및 서비스 차별화의 결과이며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우리의 노력의 척도가 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" name="ColumnHeader"/>
          <p:cNvSpPr>
            <a:spLocks noChangeArrowheads="1"/>
          </p:cNvSpPr>
          <p:nvPr/>
        </p:nvSpPr>
        <p:spPr bwMode="gray">
          <a:xfrm>
            <a:off x="5133990" y="1768663"/>
            <a:ext cx="2438583" cy="3407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46800" bIns="4680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/Medium, 16pt 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0" name="텍스트 개체 틀 8"/>
          <p:cNvSpPr txBox="1">
            <a:spLocks/>
          </p:cNvSpPr>
          <p:nvPr/>
        </p:nvSpPr>
        <p:spPr>
          <a:xfrm>
            <a:off x="473090" y="2331791"/>
            <a:ext cx="4182987" cy="3976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+mn-cs"/>
              </a:rPr>
              <a:t>14pt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우리의 제품과 서비스는 품질이 우수하고 가격이 저렴하며 완벽한 서비스가 되어 있어야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따라서 기업의 이익은 목적이 아니고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우리의 노력의 결과로서 적절한 보수를 받는다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이익의 다소는 비용절감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품질혁신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 및 서비스 차별화의 결과이며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우리의 노력의 척도가 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" name="ColumnHeader"/>
          <p:cNvSpPr>
            <a:spLocks noChangeArrowheads="1"/>
          </p:cNvSpPr>
          <p:nvPr/>
        </p:nvSpPr>
        <p:spPr bwMode="gray">
          <a:xfrm>
            <a:off x="473090" y="1768663"/>
            <a:ext cx="2438583" cy="3407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46800" bIns="46800" anchor="b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/Medium,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03242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154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개체 10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1" name="개체 10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텍스트 개체 틀 11"/>
          <p:cNvSpPr txBox="1">
            <a:spLocks/>
          </p:cNvSpPr>
          <p:nvPr/>
        </p:nvSpPr>
        <p:spPr>
          <a:xfrm>
            <a:off x="636234" y="1933764"/>
            <a:ext cx="3732566" cy="3209736"/>
          </a:xfrm>
          <a:prstGeom prst="rect">
            <a:avLst/>
          </a:prstGeom>
        </p:spPr>
        <p:txBody>
          <a:bodyPr tIns="36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180975" indent="-9525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266700" indent="-8572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lvl="1" indent="-85725">
              <a:spcBef>
                <a:spcPts val="0"/>
              </a:spcBef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marR="0" lvl="2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lvl="1" indent="-85725">
              <a:spcBef>
                <a:spcPts val="0"/>
              </a:spcBef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lvl="1" indent="-85725">
              <a:spcBef>
                <a:spcPts val="0"/>
              </a:spcBef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marR="0" lvl="2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6" name="takeaway_box"/>
          <p:cNvSpPr>
            <a:spLocks noChangeArrowheads="1"/>
          </p:cNvSpPr>
          <p:nvPr/>
        </p:nvSpPr>
        <p:spPr bwMode="gray">
          <a:xfrm>
            <a:off x="1981993" y="5531620"/>
            <a:ext cx="5942012" cy="531812"/>
          </a:xfrm>
          <a:prstGeom prst="rect">
            <a:avLst/>
          </a:prstGeom>
          <a:solidFill>
            <a:schemeClr val="accent6"/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anchor="ctr" anchorCtr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/>
              </a:rPr>
              <a:t>텍스트를 </a:t>
            </a:r>
            <a:r>
              <a:rPr kumimoji="0" lang="ko-KR" altLang="en-US" sz="1600" b="0" i="0" u="none" strike="noStrike" kern="1200" cap="none" spc="-20" normalizeH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/>
              </a:rPr>
              <a:t>입력하시오</a:t>
            </a:r>
            <a:r>
              <a:rPr kumimoji="0" lang="ko-KR" altLang="en-US" sz="1600" b="0" i="0" u="none" strike="noStrike" kern="1200" cap="none" spc="-2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/>
              </a:rPr>
              <a:t> </a:t>
            </a:r>
            <a:endParaRPr kumimoji="0" lang="en-US" sz="1600" b="0" i="0" u="none" strike="noStrike" kern="1200" cap="none" spc="-2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/>
            </a:endParaRPr>
          </a:p>
        </p:txBody>
      </p:sp>
      <p:sp>
        <p:nvSpPr>
          <p:cNvPr id="7" name="ColumnHeader"/>
          <p:cNvSpPr>
            <a:spLocks noChangeArrowheads="1"/>
          </p:cNvSpPr>
          <p:nvPr/>
        </p:nvSpPr>
        <p:spPr bwMode="gray">
          <a:xfrm>
            <a:off x="636233" y="1522542"/>
            <a:ext cx="3732565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8" name="갈매기형 수장 7"/>
          <p:cNvSpPr/>
          <p:nvPr/>
        </p:nvSpPr>
        <p:spPr>
          <a:xfrm>
            <a:off x="4744964" y="2927638"/>
            <a:ext cx="416069" cy="1221988"/>
          </a:xfrm>
          <a:custGeom>
            <a:avLst/>
            <a:gdLst>
              <a:gd name="connsiteX0" fmla="*/ 0 w 384463"/>
              <a:gd name="connsiteY0" fmla="*/ 0 h 1221988"/>
              <a:gd name="connsiteX1" fmla="*/ 192232 w 384463"/>
              <a:gd name="connsiteY1" fmla="*/ 0 h 1221988"/>
              <a:gd name="connsiteX2" fmla="*/ 384463 w 384463"/>
              <a:gd name="connsiteY2" fmla="*/ 610994 h 1221988"/>
              <a:gd name="connsiteX3" fmla="*/ 192232 w 384463"/>
              <a:gd name="connsiteY3" fmla="*/ 1221988 h 1221988"/>
              <a:gd name="connsiteX4" fmla="*/ 0 w 384463"/>
              <a:gd name="connsiteY4" fmla="*/ 1221988 h 1221988"/>
              <a:gd name="connsiteX5" fmla="*/ 192232 w 384463"/>
              <a:gd name="connsiteY5" fmla="*/ 610994 h 1221988"/>
              <a:gd name="connsiteX6" fmla="*/ 0 w 384463"/>
              <a:gd name="connsiteY6" fmla="*/ 0 h 1221988"/>
              <a:gd name="connsiteX0" fmla="*/ 0 w 508288"/>
              <a:gd name="connsiteY0" fmla="*/ 0 h 1221988"/>
              <a:gd name="connsiteX1" fmla="*/ 192232 w 508288"/>
              <a:gd name="connsiteY1" fmla="*/ 0 h 1221988"/>
              <a:gd name="connsiteX2" fmla="*/ 508288 w 508288"/>
              <a:gd name="connsiteY2" fmla="*/ 620519 h 1221988"/>
              <a:gd name="connsiteX3" fmla="*/ 192232 w 508288"/>
              <a:gd name="connsiteY3" fmla="*/ 1221988 h 1221988"/>
              <a:gd name="connsiteX4" fmla="*/ 0 w 508288"/>
              <a:gd name="connsiteY4" fmla="*/ 1221988 h 1221988"/>
              <a:gd name="connsiteX5" fmla="*/ 192232 w 508288"/>
              <a:gd name="connsiteY5" fmla="*/ 610994 h 1221988"/>
              <a:gd name="connsiteX6" fmla="*/ 0 w 508288"/>
              <a:gd name="connsiteY6" fmla="*/ 0 h 1221988"/>
              <a:gd name="connsiteX0" fmla="*/ 0 w 508288"/>
              <a:gd name="connsiteY0" fmla="*/ 0 h 1221988"/>
              <a:gd name="connsiteX1" fmla="*/ 192232 w 508288"/>
              <a:gd name="connsiteY1" fmla="*/ 0 h 1221988"/>
              <a:gd name="connsiteX2" fmla="*/ 508288 w 508288"/>
              <a:gd name="connsiteY2" fmla="*/ 620519 h 1221988"/>
              <a:gd name="connsiteX3" fmla="*/ 192232 w 508288"/>
              <a:gd name="connsiteY3" fmla="*/ 1221988 h 1221988"/>
              <a:gd name="connsiteX4" fmla="*/ 0 w 508288"/>
              <a:gd name="connsiteY4" fmla="*/ 1221988 h 1221988"/>
              <a:gd name="connsiteX5" fmla="*/ 335107 w 508288"/>
              <a:gd name="connsiteY5" fmla="*/ 649094 h 1221988"/>
              <a:gd name="connsiteX6" fmla="*/ 0 w 508288"/>
              <a:gd name="connsiteY6" fmla="*/ 0 h 1221988"/>
              <a:gd name="connsiteX0" fmla="*/ 0 w 508288"/>
              <a:gd name="connsiteY0" fmla="*/ 0 h 1221988"/>
              <a:gd name="connsiteX1" fmla="*/ 192232 w 508288"/>
              <a:gd name="connsiteY1" fmla="*/ 0 h 1221988"/>
              <a:gd name="connsiteX2" fmla="*/ 508288 w 508288"/>
              <a:gd name="connsiteY2" fmla="*/ 620519 h 1221988"/>
              <a:gd name="connsiteX3" fmla="*/ 192232 w 508288"/>
              <a:gd name="connsiteY3" fmla="*/ 1221988 h 1221988"/>
              <a:gd name="connsiteX4" fmla="*/ 0 w 508288"/>
              <a:gd name="connsiteY4" fmla="*/ 1221988 h 1221988"/>
              <a:gd name="connsiteX5" fmla="*/ 316057 w 508288"/>
              <a:gd name="connsiteY5" fmla="*/ 627663 h 1221988"/>
              <a:gd name="connsiteX6" fmla="*/ 0 w 508288"/>
              <a:gd name="connsiteY6" fmla="*/ 0 h 122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8288" h="1221988">
                <a:moveTo>
                  <a:pt x="0" y="0"/>
                </a:moveTo>
                <a:lnTo>
                  <a:pt x="192232" y="0"/>
                </a:lnTo>
                <a:lnTo>
                  <a:pt x="508288" y="620519"/>
                </a:lnTo>
                <a:lnTo>
                  <a:pt x="192232" y="1221988"/>
                </a:lnTo>
                <a:lnTo>
                  <a:pt x="0" y="1221988"/>
                </a:lnTo>
                <a:lnTo>
                  <a:pt x="316057" y="62766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텍스트 개체 틀 11"/>
          <p:cNvSpPr txBox="1">
            <a:spLocks/>
          </p:cNvSpPr>
          <p:nvPr/>
        </p:nvSpPr>
        <p:spPr>
          <a:xfrm>
            <a:off x="5537198" y="1933764"/>
            <a:ext cx="3732566" cy="3209736"/>
          </a:xfrm>
          <a:prstGeom prst="rect">
            <a:avLst/>
          </a:prstGeom>
        </p:spPr>
        <p:txBody>
          <a:bodyPr tIns="36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180975" indent="-9525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266700" indent="-8572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lvl="1" indent="-85725">
              <a:spcBef>
                <a:spcPts val="0"/>
              </a:spcBef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marR="0" lvl="2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lvl="1" indent="-85725">
              <a:spcBef>
                <a:spcPts val="0"/>
              </a:spcBef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lvl="1" indent="-85725">
              <a:spcBef>
                <a:spcPts val="0"/>
              </a:spcBef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chemeClr val="tx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85725" marR="0" lvl="2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0" name="ColumnHeader"/>
          <p:cNvSpPr>
            <a:spLocks noChangeArrowheads="1"/>
          </p:cNvSpPr>
          <p:nvPr/>
        </p:nvSpPr>
        <p:spPr bwMode="gray">
          <a:xfrm>
            <a:off x="5537197" y="1522542"/>
            <a:ext cx="3732565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03242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135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8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텍스트 개체 틀 8"/>
          <p:cNvSpPr txBox="1">
            <a:spLocks/>
          </p:cNvSpPr>
          <p:nvPr/>
        </p:nvSpPr>
        <p:spPr>
          <a:xfrm>
            <a:off x="757686" y="2217544"/>
            <a:ext cx="2483633" cy="3980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4" name="ColumnHeader"/>
          <p:cNvSpPr>
            <a:spLocks noChangeArrowheads="1"/>
          </p:cNvSpPr>
          <p:nvPr/>
        </p:nvSpPr>
        <p:spPr bwMode="gray">
          <a:xfrm>
            <a:off x="870578" y="1788894"/>
            <a:ext cx="2257848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</a:t>
            </a:r>
            <a:r>
              <a:rPr kumimoji="0" lang="ko-KR" altLang="en-US" sz="16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3499157" y="1801856"/>
            <a:ext cx="0" cy="4507169"/>
          </a:xfrm>
          <a:prstGeom prst="line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cxnSp>
        <p:nvCxnSpPr>
          <p:cNvPr id="16" name="직선 연결선 15"/>
          <p:cNvCxnSpPr/>
          <p:nvPr/>
        </p:nvCxnSpPr>
        <p:spPr>
          <a:xfrm>
            <a:off x="6439127" y="1801856"/>
            <a:ext cx="0" cy="4507169"/>
          </a:xfrm>
          <a:prstGeom prst="line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17" name="텍스트 개체 틀 8"/>
          <p:cNvSpPr txBox="1">
            <a:spLocks/>
          </p:cNvSpPr>
          <p:nvPr/>
        </p:nvSpPr>
        <p:spPr>
          <a:xfrm>
            <a:off x="3727326" y="2217544"/>
            <a:ext cx="2483633" cy="3980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8" name="텍스트 개체 틀 8"/>
          <p:cNvSpPr txBox="1">
            <a:spLocks/>
          </p:cNvSpPr>
          <p:nvPr/>
        </p:nvSpPr>
        <p:spPr>
          <a:xfrm>
            <a:off x="6696966" y="2217544"/>
            <a:ext cx="2483633" cy="3980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</p:txBody>
      </p:sp>
      <p:sp>
        <p:nvSpPr>
          <p:cNvPr id="19" name="ColumnHeader"/>
          <p:cNvSpPr>
            <a:spLocks noChangeArrowheads="1"/>
          </p:cNvSpPr>
          <p:nvPr/>
        </p:nvSpPr>
        <p:spPr bwMode="gray">
          <a:xfrm>
            <a:off x="3727326" y="1788894"/>
            <a:ext cx="2483633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</a:t>
            </a:r>
            <a:r>
              <a:rPr kumimoji="0" lang="ko-KR" altLang="en-US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en-US" altLang="ko-KR" sz="1600" b="0" i="0" u="none" strike="noStrike" kern="0" cap="none" spc="-2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  <a:endParaRPr kumimoji="0" lang="en-US" altLang="ko-KR" sz="1600" b="0" i="0" u="none" strike="noStrike" kern="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0" name="ColumnHeader"/>
          <p:cNvSpPr>
            <a:spLocks noChangeArrowheads="1"/>
          </p:cNvSpPr>
          <p:nvPr/>
        </p:nvSpPr>
        <p:spPr bwMode="gray">
          <a:xfrm>
            <a:off x="6667295" y="1788894"/>
            <a:ext cx="2483633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</a:t>
            </a:r>
            <a:r>
              <a:rPr kumimoji="0" lang="ko-KR" altLang="en-US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  <a:endParaRPr kumimoji="0" lang="en-US" altLang="ko-KR" sz="1600" b="0" i="0" u="none" strike="noStrike" kern="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03242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36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2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13501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텍스트 개체 틀 22"/>
          <p:cNvSpPr txBox="1">
            <a:spLocks/>
          </p:cNvSpPr>
          <p:nvPr/>
        </p:nvSpPr>
        <p:spPr>
          <a:xfrm>
            <a:off x="674551" y="2070345"/>
            <a:ext cx="4068054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6" name="텍스트 개체 틀 22"/>
          <p:cNvSpPr txBox="1">
            <a:spLocks/>
          </p:cNvSpPr>
          <p:nvPr/>
        </p:nvSpPr>
        <p:spPr>
          <a:xfrm>
            <a:off x="5103676" y="2070345"/>
            <a:ext cx="4068054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Medium</a:t>
            </a: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7" name="텍스트 개체 틀 22"/>
          <p:cNvSpPr txBox="1">
            <a:spLocks/>
          </p:cNvSpPr>
          <p:nvPr/>
        </p:nvSpPr>
        <p:spPr>
          <a:xfrm>
            <a:off x="674551" y="4412919"/>
            <a:ext cx="4068054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8" name="텍스트 개체 틀 22"/>
          <p:cNvSpPr txBox="1">
            <a:spLocks/>
          </p:cNvSpPr>
          <p:nvPr/>
        </p:nvSpPr>
        <p:spPr>
          <a:xfrm>
            <a:off x="5103676" y="4412919"/>
            <a:ext cx="4068054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Medium</a:t>
            </a: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" name="ColumnHeader"/>
          <p:cNvSpPr>
            <a:spLocks noChangeArrowheads="1"/>
          </p:cNvSpPr>
          <p:nvPr/>
        </p:nvSpPr>
        <p:spPr bwMode="gray">
          <a:xfrm>
            <a:off x="667954" y="1593080"/>
            <a:ext cx="407465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10" name="ColumnHeader"/>
          <p:cNvSpPr>
            <a:spLocks noChangeArrowheads="1"/>
          </p:cNvSpPr>
          <p:nvPr/>
        </p:nvSpPr>
        <p:spPr bwMode="gray">
          <a:xfrm>
            <a:off x="5097079" y="1593080"/>
            <a:ext cx="407465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1" name="ColumnHeader"/>
          <p:cNvSpPr>
            <a:spLocks noChangeArrowheads="1"/>
          </p:cNvSpPr>
          <p:nvPr/>
        </p:nvSpPr>
        <p:spPr bwMode="gray">
          <a:xfrm>
            <a:off x="667954" y="3960335"/>
            <a:ext cx="407465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12" name="ColumnHeader"/>
          <p:cNvSpPr>
            <a:spLocks noChangeArrowheads="1"/>
          </p:cNvSpPr>
          <p:nvPr/>
        </p:nvSpPr>
        <p:spPr bwMode="gray">
          <a:xfrm>
            <a:off x="5097079" y="3960335"/>
            <a:ext cx="407465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80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제목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13501" cy="286232"/>
          </a:xfrm>
        </p:spPr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ColumnHeader"/>
          <p:cNvSpPr>
            <a:spLocks noChangeArrowheads="1"/>
          </p:cNvSpPr>
          <p:nvPr/>
        </p:nvSpPr>
        <p:spPr bwMode="gray">
          <a:xfrm>
            <a:off x="968382" y="3918671"/>
            <a:ext cx="252000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9" name="ColumnHeader"/>
          <p:cNvSpPr>
            <a:spLocks noChangeArrowheads="1"/>
          </p:cNvSpPr>
          <p:nvPr/>
        </p:nvSpPr>
        <p:spPr bwMode="gray">
          <a:xfrm>
            <a:off x="3575305" y="3918671"/>
            <a:ext cx="252000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10" name="ColumnHeader"/>
          <p:cNvSpPr>
            <a:spLocks noChangeArrowheads="1"/>
          </p:cNvSpPr>
          <p:nvPr/>
        </p:nvSpPr>
        <p:spPr bwMode="gray">
          <a:xfrm>
            <a:off x="6182211" y="3918671"/>
            <a:ext cx="252000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1" name="텍스트 개체 틀 16"/>
          <p:cNvSpPr txBox="1">
            <a:spLocks/>
          </p:cNvSpPr>
          <p:nvPr/>
        </p:nvSpPr>
        <p:spPr>
          <a:xfrm>
            <a:off x="988855" y="4423957"/>
            <a:ext cx="2520001" cy="1755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4" name="텍스트 개체 틀 16"/>
          <p:cNvSpPr txBox="1">
            <a:spLocks/>
          </p:cNvSpPr>
          <p:nvPr/>
        </p:nvSpPr>
        <p:spPr>
          <a:xfrm>
            <a:off x="3575305" y="4423957"/>
            <a:ext cx="2520001" cy="1755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</p:txBody>
      </p:sp>
      <p:sp>
        <p:nvSpPr>
          <p:cNvPr id="15" name="텍스트 개체 틀 16"/>
          <p:cNvSpPr txBox="1">
            <a:spLocks/>
          </p:cNvSpPr>
          <p:nvPr/>
        </p:nvSpPr>
        <p:spPr>
          <a:xfrm>
            <a:off x="6182211" y="4423957"/>
            <a:ext cx="2520001" cy="1755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</p:txBody>
      </p:sp>
      <p:pic>
        <p:nvPicPr>
          <p:cNvPr id="20" name="그림 19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069" y="1928396"/>
            <a:ext cx="2518033" cy="1908000"/>
          </a:xfrm>
          <a:prstGeom prst="rect">
            <a:avLst/>
          </a:prstGeom>
        </p:spPr>
      </p:pic>
      <p:pic>
        <p:nvPicPr>
          <p:cNvPr id="21" name="그림 20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225" y="1928396"/>
            <a:ext cx="2520000" cy="1908000"/>
          </a:xfrm>
          <a:prstGeom prst="rect">
            <a:avLst/>
          </a:prstGeom>
        </p:spPr>
      </p:pic>
      <p:pic>
        <p:nvPicPr>
          <p:cNvPr id="22" name="그림 21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82" y="1928396"/>
            <a:ext cx="2520000" cy="19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7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0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13501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텍스트 개체 틀 22"/>
          <p:cNvSpPr txBox="1">
            <a:spLocks/>
          </p:cNvSpPr>
          <p:nvPr/>
        </p:nvSpPr>
        <p:spPr>
          <a:xfrm>
            <a:off x="637051" y="2069389"/>
            <a:ext cx="4251959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7051" y="1535882"/>
            <a:ext cx="24359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16pt</a:t>
            </a:r>
          </a:p>
        </p:txBody>
      </p:sp>
      <p:sp>
        <p:nvSpPr>
          <p:cNvPr id="7" name="텍스트 개체 틀 22"/>
          <p:cNvSpPr txBox="1">
            <a:spLocks/>
          </p:cNvSpPr>
          <p:nvPr/>
        </p:nvSpPr>
        <p:spPr>
          <a:xfrm>
            <a:off x="5066176" y="2069389"/>
            <a:ext cx="4251959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66176" y="1535882"/>
            <a:ext cx="24359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16pt</a:t>
            </a:r>
          </a:p>
        </p:txBody>
      </p:sp>
      <p:sp>
        <p:nvSpPr>
          <p:cNvPr id="9" name="텍스트 개체 틀 22"/>
          <p:cNvSpPr txBox="1">
            <a:spLocks/>
          </p:cNvSpPr>
          <p:nvPr/>
        </p:nvSpPr>
        <p:spPr>
          <a:xfrm>
            <a:off x="637051" y="4411963"/>
            <a:ext cx="4251959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7051" y="3878456"/>
            <a:ext cx="24359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16pt</a:t>
            </a:r>
          </a:p>
        </p:txBody>
      </p:sp>
      <p:sp>
        <p:nvSpPr>
          <p:cNvPr id="11" name="텍스트 개체 틀 22"/>
          <p:cNvSpPr txBox="1">
            <a:spLocks/>
          </p:cNvSpPr>
          <p:nvPr/>
        </p:nvSpPr>
        <p:spPr>
          <a:xfrm>
            <a:off x="5066176" y="4411963"/>
            <a:ext cx="4251959" cy="1778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</a:t>
            </a:r>
            <a:r>
              <a:rPr kumimoji="0" lang="ko-KR" altLang="en-US" sz="14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6176" y="3878456"/>
            <a:ext cx="2435942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16pt</a:t>
            </a:r>
          </a:p>
        </p:txBody>
      </p:sp>
    </p:spTree>
    <p:extLst>
      <p:ext uri="{BB962C8B-B14F-4D97-AF65-F5344CB8AC3E}">
        <p14:creationId xmlns:p14="http://schemas.microsoft.com/office/powerpoint/2010/main" val="263810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54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13501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624920" y="4739253"/>
            <a:ext cx="8592462" cy="0"/>
          </a:xfrm>
          <a:prstGeom prst="line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cxnSp>
        <p:nvCxnSpPr>
          <p:cNvPr id="6" name="직선 연결선 5"/>
          <p:cNvCxnSpPr/>
          <p:nvPr/>
        </p:nvCxnSpPr>
        <p:spPr>
          <a:xfrm flipH="1">
            <a:off x="624920" y="3065611"/>
            <a:ext cx="8592462" cy="0"/>
          </a:xfrm>
          <a:prstGeom prst="line">
            <a:avLst/>
          </a:prstGeom>
          <a:noFill/>
          <a:ln w="635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7" name="텍스트 개체 틀 24"/>
          <p:cNvSpPr txBox="1">
            <a:spLocks/>
          </p:cNvSpPr>
          <p:nvPr/>
        </p:nvSpPr>
        <p:spPr>
          <a:xfrm>
            <a:off x="2225804" y="1555681"/>
            <a:ext cx="7267802" cy="8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104" y="1560327"/>
            <a:ext cx="1386000" cy="13296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endParaRPr kumimoji="0" lang="en-US" altLang="ko-KR" sz="1600" b="0" i="0" u="none" strike="noStrike" kern="1200" cap="none" spc="-2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</a:p>
        </p:txBody>
      </p:sp>
      <p:sp>
        <p:nvSpPr>
          <p:cNvPr id="16" name="텍스트 개체 틀 24"/>
          <p:cNvSpPr txBox="1">
            <a:spLocks/>
          </p:cNvSpPr>
          <p:nvPr/>
        </p:nvSpPr>
        <p:spPr>
          <a:xfrm>
            <a:off x="2226484" y="1806926"/>
            <a:ext cx="7267802" cy="8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7" name="텍스트 개체 틀 26"/>
          <p:cNvSpPr txBox="1">
            <a:spLocks/>
          </p:cNvSpPr>
          <p:nvPr/>
        </p:nvSpPr>
        <p:spPr>
          <a:xfrm>
            <a:off x="2226484" y="3468803"/>
            <a:ext cx="7267802" cy="8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8" name="텍스트 개체 틀 28"/>
          <p:cNvSpPr txBox="1">
            <a:spLocks/>
          </p:cNvSpPr>
          <p:nvPr/>
        </p:nvSpPr>
        <p:spPr>
          <a:xfrm>
            <a:off x="2226484" y="5142446"/>
            <a:ext cx="7267802" cy="8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104" y="3237591"/>
            <a:ext cx="1386000" cy="13296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endParaRPr kumimoji="0" lang="en-US" altLang="ko-KR" sz="1600" b="0" i="0" u="none" strike="noStrike" kern="1200" cap="none" spc="-2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6104" y="4943592"/>
            <a:ext cx="1386000" cy="132968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endParaRPr kumimoji="0" lang="en-US" altLang="ko-KR" sz="1600" b="0" i="0" u="none" strike="noStrike" kern="1200" cap="none" spc="-2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2" name="텍스트 개체 틀 24"/>
          <p:cNvSpPr txBox="1">
            <a:spLocks/>
          </p:cNvSpPr>
          <p:nvPr/>
        </p:nvSpPr>
        <p:spPr>
          <a:xfrm>
            <a:off x="2225804" y="3236770"/>
            <a:ext cx="7267802" cy="8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5" name="텍스트 개체 틀 24"/>
          <p:cNvSpPr txBox="1">
            <a:spLocks/>
          </p:cNvSpPr>
          <p:nvPr/>
        </p:nvSpPr>
        <p:spPr>
          <a:xfrm>
            <a:off x="2225804" y="4943592"/>
            <a:ext cx="7267802" cy="8672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</a:t>
            </a: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14pt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37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13501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텍스트를 입력하세요 텍스트를 입력하세요 텍스트를 입력하세요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543773" y="2482940"/>
            <a:ext cx="846009" cy="84600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02</a:t>
            </a: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5543773" y="3685746"/>
            <a:ext cx="846009" cy="84600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04</a:t>
            </a: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543773" y="4944333"/>
            <a:ext cx="846009" cy="84600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06</a:t>
            </a: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1124951" y="2482940"/>
            <a:ext cx="846009" cy="846009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01</a:t>
            </a: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1124951" y="3686611"/>
            <a:ext cx="846009" cy="846009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03</a:t>
            </a: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1124951" y="4944333"/>
            <a:ext cx="846009" cy="846009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05</a:t>
            </a: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1124950" y="2173112"/>
            <a:ext cx="748831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244149" y="2518934"/>
            <a:ext cx="2070325" cy="774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2244149" y="3722605"/>
            <a:ext cx="2070325" cy="774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244149" y="4980327"/>
            <a:ext cx="2070325" cy="774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701849" y="2518934"/>
            <a:ext cx="2070325" cy="774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6701849" y="3722605"/>
            <a:ext cx="2070325" cy="774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6701849" y="4980327"/>
            <a:ext cx="2070325" cy="774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Medium"/>
                <a:ea typeface="본고딕 Medium"/>
                <a:cs typeface="Levenim MT" panose="02010502060101010101" pitchFamily="2" charset="-79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Levenim MT" panose="02010502060101010101" pitchFamily="2" charset="-79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FFFFFF">
                    <a:alpha val="0"/>
                  </a:srgbClr>
                </a:solidFill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1488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개체 3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03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0" name="개체 3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613501" cy="286232"/>
          </a:xfrm>
        </p:spPr>
        <p:txBody>
          <a:bodyPr/>
          <a:lstStyle/>
          <a:p>
            <a:r>
              <a:rPr lang="en-US" altLang="ko-KR" dirty="0" smtClean="0"/>
              <a:t>TEXT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9" name="자유형 18"/>
          <p:cNvSpPr/>
          <p:nvPr/>
        </p:nvSpPr>
        <p:spPr>
          <a:xfrm>
            <a:off x="884685" y="2153320"/>
            <a:ext cx="2215890" cy="1108550"/>
          </a:xfrm>
          <a:custGeom>
            <a:avLst/>
            <a:gdLst>
              <a:gd name="connsiteX0" fmla="*/ 1184275 w 2368550"/>
              <a:gd name="connsiteY0" fmla="*/ 0 h 1184922"/>
              <a:gd name="connsiteX1" fmla="*/ 2368550 w 2368550"/>
              <a:gd name="connsiteY1" fmla="*/ 1184275 h 1184922"/>
              <a:gd name="connsiteX2" fmla="*/ 2368518 w 2368550"/>
              <a:gd name="connsiteY2" fmla="*/ 1184922 h 1184922"/>
              <a:gd name="connsiteX3" fmla="*/ 2186211 w 2368550"/>
              <a:gd name="connsiteY3" fmla="*/ 1184922 h 1184922"/>
              <a:gd name="connsiteX4" fmla="*/ 2186243 w 2368550"/>
              <a:gd name="connsiteY4" fmla="*/ 1184275 h 1184922"/>
              <a:gd name="connsiteX5" fmla="*/ 1184275 w 2368550"/>
              <a:gd name="connsiteY5" fmla="*/ 182307 h 1184922"/>
              <a:gd name="connsiteX6" fmla="*/ 182307 w 2368550"/>
              <a:gd name="connsiteY6" fmla="*/ 1184275 h 1184922"/>
              <a:gd name="connsiteX7" fmla="*/ 182340 w 2368550"/>
              <a:gd name="connsiteY7" fmla="*/ 1184922 h 1184922"/>
              <a:gd name="connsiteX8" fmla="*/ 33 w 2368550"/>
              <a:gd name="connsiteY8" fmla="*/ 1184922 h 1184922"/>
              <a:gd name="connsiteX9" fmla="*/ 0 w 2368550"/>
              <a:gd name="connsiteY9" fmla="*/ 1184275 h 1184922"/>
              <a:gd name="connsiteX10" fmla="*/ 1184275 w 2368550"/>
              <a:gd name="connsiteY10" fmla="*/ 0 h 118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715010" y="3261870"/>
            <a:ext cx="255524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1260671" y="2744609"/>
            <a:ext cx="1463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중제목</a:t>
            </a:r>
            <a:r>
              <a:rPr lang="en-US" altLang="ko-KR" sz="1600" spc="-20" dirty="0" smtClean="0">
                <a:ln>
                  <a:solidFill>
                    <a:srgbClr val="4F81BD">
                      <a:alpha val="0"/>
                    </a:srgbClr>
                  </a:solidFill>
                </a:ln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  <a:endParaRPr kumimoji="0" lang="en-US" altLang="ko-KR" sz="1600" b="0" i="0" u="none" strike="noStrike" kern="1200" cap="none" spc="-20" normalizeH="0" baseline="0" noProof="0" dirty="0" smtClean="0">
              <a:ln>
                <a:solidFill>
                  <a:srgbClr val="4F81BD">
                    <a:alpha val="0"/>
                  </a:srgbClr>
                </a:solidFill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3" name="자유형 32"/>
          <p:cNvSpPr/>
          <p:nvPr/>
        </p:nvSpPr>
        <p:spPr>
          <a:xfrm>
            <a:off x="3786635" y="2153320"/>
            <a:ext cx="2215890" cy="1108550"/>
          </a:xfrm>
          <a:custGeom>
            <a:avLst/>
            <a:gdLst>
              <a:gd name="connsiteX0" fmla="*/ 1184275 w 2368550"/>
              <a:gd name="connsiteY0" fmla="*/ 0 h 1184922"/>
              <a:gd name="connsiteX1" fmla="*/ 2368550 w 2368550"/>
              <a:gd name="connsiteY1" fmla="*/ 1184275 h 1184922"/>
              <a:gd name="connsiteX2" fmla="*/ 2368518 w 2368550"/>
              <a:gd name="connsiteY2" fmla="*/ 1184922 h 1184922"/>
              <a:gd name="connsiteX3" fmla="*/ 2186211 w 2368550"/>
              <a:gd name="connsiteY3" fmla="*/ 1184922 h 1184922"/>
              <a:gd name="connsiteX4" fmla="*/ 2186243 w 2368550"/>
              <a:gd name="connsiteY4" fmla="*/ 1184275 h 1184922"/>
              <a:gd name="connsiteX5" fmla="*/ 1184275 w 2368550"/>
              <a:gd name="connsiteY5" fmla="*/ 182307 h 1184922"/>
              <a:gd name="connsiteX6" fmla="*/ 182307 w 2368550"/>
              <a:gd name="connsiteY6" fmla="*/ 1184275 h 1184922"/>
              <a:gd name="connsiteX7" fmla="*/ 182340 w 2368550"/>
              <a:gd name="connsiteY7" fmla="*/ 1184922 h 1184922"/>
              <a:gd name="connsiteX8" fmla="*/ 33 w 2368550"/>
              <a:gd name="connsiteY8" fmla="*/ 1184922 h 1184922"/>
              <a:gd name="connsiteX9" fmla="*/ 0 w 2368550"/>
              <a:gd name="connsiteY9" fmla="*/ 1184275 h 1184922"/>
              <a:gd name="connsiteX10" fmla="*/ 1184275 w 2368550"/>
              <a:gd name="connsiteY10" fmla="*/ 0 h 118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3616960" y="3261870"/>
            <a:ext cx="255524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4184579" y="2744609"/>
            <a:ext cx="14200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latinLnBrk="1">
              <a:defRPr/>
            </a:pPr>
            <a:r>
              <a:rPr lang="ko-KR" altLang="en-US" sz="1600" spc="-2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</a:p>
        </p:txBody>
      </p:sp>
      <p:sp>
        <p:nvSpPr>
          <p:cNvPr id="37" name="자유형 36"/>
          <p:cNvSpPr/>
          <p:nvPr/>
        </p:nvSpPr>
        <p:spPr>
          <a:xfrm>
            <a:off x="6743960" y="2153320"/>
            <a:ext cx="2215890" cy="1108550"/>
          </a:xfrm>
          <a:custGeom>
            <a:avLst/>
            <a:gdLst>
              <a:gd name="connsiteX0" fmla="*/ 1184275 w 2368550"/>
              <a:gd name="connsiteY0" fmla="*/ 0 h 1184922"/>
              <a:gd name="connsiteX1" fmla="*/ 2368550 w 2368550"/>
              <a:gd name="connsiteY1" fmla="*/ 1184275 h 1184922"/>
              <a:gd name="connsiteX2" fmla="*/ 2368518 w 2368550"/>
              <a:gd name="connsiteY2" fmla="*/ 1184922 h 1184922"/>
              <a:gd name="connsiteX3" fmla="*/ 2186211 w 2368550"/>
              <a:gd name="connsiteY3" fmla="*/ 1184922 h 1184922"/>
              <a:gd name="connsiteX4" fmla="*/ 2186243 w 2368550"/>
              <a:gd name="connsiteY4" fmla="*/ 1184275 h 1184922"/>
              <a:gd name="connsiteX5" fmla="*/ 1184275 w 2368550"/>
              <a:gd name="connsiteY5" fmla="*/ 182307 h 1184922"/>
              <a:gd name="connsiteX6" fmla="*/ 182307 w 2368550"/>
              <a:gd name="connsiteY6" fmla="*/ 1184275 h 1184922"/>
              <a:gd name="connsiteX7" fmla="*/ 182340 w 2368550"/>
              <a:gd name="connsiteY7" fmla="*/ 1184922 h 1184922"/>
              <a:gd name="connsiteX8" fmla="*/ 33 w 2368550"/>
              <a:gd name="connsiteY8" fmla="*/ 1184922 h 1184922"/>
              <a:gd name="connsiteX9" fmla="*/ 0 w 2368550"/>
              <a:gd name="connsiteY9" fmla="*/ 1184275 h 1184922"/>
              <a:gd name="connsiteX10" fmla="*/ 1184275 w 2368550"/>
              <a:gd name="connsiteY10" fmla="*/ 0 h 118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68550" h="1184922">
                <a:moveTo>
                  <a:pt x="1184275" y="0"/>
                </a:moveTo>
                <a:cubicBezTo>
                  <a:pt x="1838332" y="0"/>
                  <a:pt x="2368550" y="530218"/>
                  <a:pt x="2368550" y="1184275"/>
                </a:cubicBezTo>
                <a:lnTo>
                  <a:pt x="2368518" y="1184922"/>
                </a:lnTo>
                <a:lnTo>
                  <a:pt x="2186211" y="1184922"/>
                </a:lnTo>
                <a:lnTo>
                  <a:pt x="2186243" y="1184275"/>
                </a:lnTo>
                <a:cubicBezTo>
                  <a:pt x="2186243" y="630903"/>
                  <a:pt x="1737647" y="182307"/>
                  <a:pt x="1184275" y="182307"/>
                </a:cubicBezTo>
                <a:cubicBezTo>
                  <a:pt x="630903" y="182307"/>
                  <a:pt x="182307" y="630903"/>
                  <a:pt x="182307" y="1184275"/>
                </a:cubicBezTo>
                <a:lnTo>
                  <a:pt x="182340" y="1184922"/>
                </a:lnTo>
                <a:lnTo>
                  <a:pt x="33" y="1184922"/>
                </a:lnTo>
                <a:lnTo>
                  <a:pt x="0" y="1184275"/>
                </a:lnTo>
                <a:cubicBezTo>
                  <a:pt x="0" y="530218"/>
                  <a:pt x="530218" y="0"/>
                  <a:pt x="1184275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6574285" y="3261870"/>
            <a:ext cx="2555240" cy="0"/>
          </a:xfrm>
          <a:prstGeom prst="line">
            <a:avLst/>
          </a:prstGeom>
          <a:ln w="63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7141904" y="2744609"/>
            <a:ext cx="14200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 latinLnBrk="1">
              <a:defRPr/>
            </a:pPr>
            <a:r>
              <a:rPr lang="ko-KR" altLang="en-US" sz="1600" spc="-20" dirty="0" err="1">
                <a:ln>
                  <a:solidFill>
                    <a:srgbClr val="4F81BD">
                      <a:alpha val="0"/>
                    </a:srgbClr>
                  </a:solidFill>
                </a:ln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</a:p>
        </p:txBody>
      </p:sp>
      <p:sp>
        <p:nvSpPr>
          <p:cNvPr id="20" name="텍스트 개체 틀 5"/>
          <p:cNvSpPr txBox="1">
            <a:spLocks/>
          </p:cNvSpPr>
          <p:nvPr/>
        </p:nvSpPr>
        <p:spPr>
          <a:xfrm>
            <a:off x="3674110" y="3330103"/>
            <a:ext cx="2440940" cy="230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6700" indent="-2667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</a:t>
            </a: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444500" marR="0" lvl="2" indent="-84138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</p:txBody>
      </p:sp>
      <p:sp>
        <p:nvSpPr>
          <p:cNvPr id="21" name="텍스트 개체 틀 5"/>
          <p:cNvSpPr txBox="1">
            <a:spLocks/>
          </p:cNvSpPr>
          <p:nvPr/>
        </p:nvSpPr>
        <p:spPr>
          <a:xfrm>
            <a:off x="6631436" y="3329177"/>
            <a:ext cx="2440940" cy="230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6700" indent="-2667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</a:t>
            </a: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444500" marR="0" lvl="2" indent="-84138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6" name="텍스트 개체 틀 5"/>
          <p:cNvSpPr txBox="1">
            <a:spLocks/>
          </p:cNvSpPr>
          <p:nvPr/>
        </p:nvSpPr>
        <p:spPr>
          <a:xfrm>
            <a:off x="772161" y="3330103"/>
            <a:ext cx="2440940" cy="23007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6700" indent="-2667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</a:t>
            </a: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360363" marR="0" lvl="2" indent="-9207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err="1">
                <a:ln>
                  <a:noFill/>
                </a:ln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가나다라마바사아자차카타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  <a:p>
            <a:pPr marL="444500" marR="0" lvl="2" indent="-84138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본고딕 Medium" panose="020B0600000000000000" pitchFamily="34" charset="-127"/>
              <a:buChar char="-"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60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9444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4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02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432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9247" cy="286232"/>
          </a:xfrm>
        </p:spPr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42381" y="1971041"/>
            <a:ext cx="4373459" cy="1677933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36030" y="1619091"/>
            <a:ext cx="1800000" cy="354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600" kern="0" spc="-20" dirty="0" err="1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lang="en-US" altLang="ko-KR" sz="16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lang="en-US" altLang="ko-KR" sz="1600" kern="0" spc="-20" dirty="0" smtClean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16pt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118446" y="1971041"/>
            <a:ext cx="4373459" cy="1677933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" name="자유형 10"/>
          <p:cNvSpPr/>
          <p:nvPr/>
        </p:nvSpPr>
        <p:spPr>
          <a:xfrm>
            <a:off x="4953000" y="1967768"/>
            <a:ext cx="165446" cy="200232"/>
          </a:xfrm>
          <a:custGeom>
            <a:avLst/>
            <a:gdLst>
              <a:gd name="connsiteX0" fmla="*/ 319088 w 319088"/>
              <a:gd name="connsiteY0" fmla="*/ 0 h 316706"/>
              <a:gd name="connsiteX1" fmla="*/ 0 w 319088"/>
              <a:gd name="connsiteY1" fmla="*/ 0 h 316706"/>
              <a:gd name="connsiteX2" fmla="*/ 316706 w 319088"/>
              <a:gd name="connsiteY2" fmla="*/ 316706 h 316706"/>
              <a:gd name="connsiteX3" fmla="*/ 319088 w 319088"/>
              <a:gd name="connsiteY3" fmla="*/ 0 h 316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088" h="316706">
                <a:moveTo>
                  <a:pt x="319088" y="0"/>
                </a:moveTo>
                <a:lnTo>
                  <a:pt x="0" y="0"/>
                </a:lnTo>
                <a:lnTo>
                  <a:pt x="316706" y="316706"/>
                </a:lnTo>
                <a:lnTo>
                  <a:pt x="319088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자유형 12"/>
          <p:cNvSpPr/>
          <p:nvPr/>
        </p:nvSpPr>
        <p:spPr>
          <a:xfrm>
            <a:off x="4952999" y="1622701"/>
            <a:ext cx="1776187" cy="347109"/>
          </a:xfrm>
          <a:custGeom>
            <a:avLst/>
            <a:gdLst>
              <a:gd name="connsiteX0" fmla="*/ 0 w 2162433"/>
              <a:gd name="connsiteY0" fmla="*/ 376881 h 383060"/>
              <a:gd name="connsiteX1" fmla="*/ 0 w 2162433"/>
              <a:gd name="connsiteY1" fmla="*/ 0 h 383060"/>
              <a:gd name="connsiteX2" fmla="*/ 1779373 w 2162433"/>
              <a:gd name="connsiteY2" fmla="*/ 0 h 383060"/>
              <a:gd name="connsiteX3" fmla="*/ 2162433 w 2162433"/>
              <a:gd name="connsiteY3" fmla="*/ 383060 h 383060"/>
              <a:gd name="connsiteX4" fmla="*/ 0 w 2162433"/>
              <a:gd name="connsiteY4" fmla="*/ 376881 h 383060"/>
              <a:gd name="connsiteX0" fmla="*/ 0 w 2145268"/>
              <a:gd name="connsiteY0" fmla="*/ 376881 h 377890"/>
              <a:gd name="connsiteX1" fmla="*/ 0 w 2145268"/>
              <a:gd name="connsiteY1" fmla="*/ 0 h 377890"/>
              <a:gd name="connsiteX2" fmla="*/ 1779373 w 2145268"/>
              <a:gd name="connsiteY2" fmla="*/ 0 h 377890"/>
              <a:gd name="connsiteX3" fmla="*/ 2145268 w 2145268"/>
              <a:gd name="connsiteY3" fmla="*/ 377890 h 377890"/>
              <a:gd name="connsiteX4" fmla="*/ 0 w 2145268"/>
              <a:gd name="connsiteY4" fmla="*/ 376881 h 377890"/>
              <a:gd name="connsiteX0" fmla="*/ 0 w 2133825"/>
              <a:gd name="connsiteY0" fmla="*/ 376881 h 376881"/>
              <a:gd name="connsiteX1" fmla="*/ 0 w 2133825"/>
              <a:gd name="connsiteY1" fmla="*/ 0 h 376881"/>
              <a:gd name="connsiteX2" fmla="*/ 1779373 w 2133825"/>
              <a:gd name="connsiteY2" fmla="*/ 0 h 376881"/>
              <a:gd name="connsiteX3" fmla="*/ 2133825 w 2133825"/>
              <a:gd name="connsiteY3" fmla="*/ 375304 h 376881"/>
              <a:gd name="connsiteX4" fmla="*/ 0 w 2133825"/>
              <a:gd name="connsiteY4" fmla="*/ 376881 h 37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825" h="376881">
                <a:moveTo>
                  <a:pt x="0" y="376881"/>
                </a:moveTo>
                <a:lnTo>
                  <a:pt x="0" y="0"/>
                </a:lnTo>
                <a:lnTo>
                  <a:pt x="1779373" y="0"/>
                </a:lnTo>
                <a:lnTo>
                  <a:pt x="2133825" y="375304"/>
                </a:lnTo>
                <a:lnTo>
                  <a:pt x="0" y="37688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600" kern="0" spc="-20" dirty="0" err="1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lang="en-US" altLang="ko-KR" sz="16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  <a:endParaRPr lang="ko-KR" altLang="en-US" sz="160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42381" y="4350889"/>
            <a:ext cx="4373459" cy="1677933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0" name="자유형 29"/>
          <p:cNvSpPr/>
          <p:nvPr/>
        </p:nvSpPr>
        <p:spPr>
          <a:xfrm>
            <a:off x="436421" y="3972002"/>
            <a:ext cx="4385610" cy="377241"/>
          </a:xfrm>
          <a:custGeom>
            <a:avLst/>
            <a:gdLst>
              <a:gd name="connsiteX0" fmla="*/ 0 w 5552007"/>
              <a:gd name="connsiteY0" fmla="*/ 377241 h 377241"/>
              <a:gd name="connsiteX1" fmla="*/ 0 w 5552007"/>
              <a:gd name="connsiteY1" fmla="*/ 0 h 377241"/>
              <a:gd name="connsiteX2" fmla="*/ 1783695 w 5552007"/>
              <a:gd name="connsiteY2" fmla="*/ 0 h 377241"/>
              <a:gd name="connsiteX3" fmla="*/ 2070726 w 5552007"/>
              <a:gd name="connsiteY3" fmla="*/ 287031 h 377241"/>
              <a:gd name="connsiteX4" fmla="*/ 5441295 w 5552007"/>
              <a:gd name="connsiteY4" fmla="*/ 287031 h 377241"/>
              <a:gd name="connsiteX5" fmla="*/ 5461797 w 5552007"/>
              <a:gd name="connsiteY5" fmla="*/ 287031 h 377241"/>
              <a:gd name="connsiteX6" fmla="*/ 5552007 w 5552007"/>
              <a:gd name="connsiteY6" fmla="*/ 377241 h 377241"/>
              <a:gd name="connsiteX7" fmla="*/ 0 w 5552007"/>
              <a:gd name="connsiteY7" fmla="*/ 377241 h 377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52007" h="377241">
                <a:moveTo>
                  <a:pt x="0" y="377241"/>
                </a:moveTo>
                <a:lnTo>
                  <a:pt x="0" y="0"/>
                </a:lnTo>
                <a:lnTo>
                  <a:pt x="1783695" y="0"/>
                </a:lnTo>
                <a:lnTo>
                  <a:pt x="2070726" y="287031"/>
                </a:lnTo>
                <a:lnTo>
                  <a:pt x="5441295" y="287031"/>
                </a:lnTo>
                <a:lnTo>
                  <a:pt x="5461797" y="287031"/>
                </a:lnTo>
                <a:lnTo>
                  <a:pt x="5552007" y="377241"/>
                </a:lnTo>
                <a:lnTo>
                  <a:pt x="0" y="37724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600" kern="0" spc="-20" dirty="0" err="1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lang="en-US" altLang="ko-KR" sz="16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  <a:endParaRPr lang="ko-KR" altLang="en-US" sz="160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118446" y="4352937"/>
            <a:ext cx="4373459" cy="1677933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 14pt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 목적을 달성하기 위하여 구체적인 방법은 시기의 변화에 따라 전체 종업원의 힘과 예지를 모아 결정한다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112254" y="4004439"/>
            <a:ext cx="4389885" cy="354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600" kern="0" spc="-20" dirty="0" err="1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lang="en-US" altLang="ko-KR" sz="16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  <a:endParaRPr lang="ko-KR" altLang="en-US" sz="160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490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0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9247" cy="286232"/>
          </a:xfrm>
        </p:spPr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BoxContent"/>
          <p:cNvSpPr>
            <a:spLocks noChangeArrowheads="1"/>
          </p:cNvSpPr>
          <p:nvPr/>
        </p:nvSpPr>
        <p:spPr bwMode="gray">
          <a:xfrm>
            <a:off x="2354193" y="1773877"/>
            <a:ext cx="6879385" cy="18827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solidFill>
              <a:srgbClr val="F2F2F2"/>
            </a:solidFill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텍스트를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텍스트를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텍스트를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텍스트를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6" name="BoxHeader"/>
          <p:cNvSpPr>
            <a:spLocks noChangeArrowheads="1"/>
          </p:cNvSpPr>
          <p:nvPr/>
        </p:nvSpPr>
        <p:spPr bwMode="gray">
          <a:xfrm>
            <a:off x="606965" y="3931290"/>
            <a:ext cx="1755775" cy="1882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7" name="BoxContent"/>
          <p:cNvSpPr>
            <a:spLocks noChangeArrowheads="1"/>
          </p:cNvSpPr>
          <p:nvPr/>
        </p:nvSpPr>
        <p:spPr bwMode="gray">
          <a:xfrm>
            <a:off x="2354193" y="3931290"/>
            <a:ext cx="6879385" cy="188277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solidFill>
              <a:srgbClr val="F2F2F2"/>
            </a:solidFill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텍스트를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텍스트를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텍스트를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8" name="BoxHeader"/>
          <p:cNvSpPr>
            <a:spLocks noChangeArrowheads="1"/>
          </p:cNvSpPr>
          <p:nvPr/>
        </p:nvSpPr>
        <p:spPr bwMode="gray">
          <a:xfrm>
            <a:off x="606964" y="1773877"/>
            <a:ext cx="1755775" cy="1882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endParaRPr kumimoji="0" lang="en-US" altLang="ko-KR" sz="16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9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4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9247" cy="286232"/>
          </a:xfrm>
        </p:spPr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BoxHeader"/>
          <p:cNvSpPr>
            <a:spLocks noChangeArrowheads="1"/>
          </p:cNvSpPr>
          <p:nvPr/>
        </p:nvSpPr>
        <p:spPr bwMode="gray">
          <a:xfrm>
            <a:off x="873851" y="1844339"/>
            <a:ext cx="3739284" cy="4820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" name="BoxContent"/>
          <p:cNvSpPr>
            <a:spLocks noChangeArrowheads="1"/>
          </p:cNvSpPr>
          <p:nvPr/>
        </p:nvSpPr>
        <p:spPr bwMode="gray">
          <a:xfrm>
            <a:off x="873851" y="2326362"/>
            <a:ext cx="3739284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rgbClr val="003760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rgbClr val="003760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rgbClr val="003760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7" name="BoxHeader"/>
          <p:cNvSpPr>
            <a:spLocks noChangeArrowheads="1"/>
          </p:cNvSpPr>
          <p:nvPr/>
        </p:nvSpPr>
        <p:spPr bwMode="gray">
          <a:xfrm>
            <a:off x="5209313" y="1844339"/>
            <a:ext cx="3739285" cy="4820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" name="BoxContent"/>
          <p:cNvSpPr>
            <a:spLocks noChangeArrowheads="1"/>
          </p:cNvSpPr>
          <p:nvPr/>
        </p:nvSpPr>
        <p:spPr bwMode="gray">
          <a:xfrm>
            <a:off x="5209313" y="2326362"/>
            <a:ext cx="3739285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rgbClr val="003760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11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8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9247" cy="286232"/>
          </a:xfrm>
        </p:spPr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BoxHeader"/>
          <p:cNvSpPr>
            <a:spLocks noChangeArrowheads="1"/>
          </p:cNvSpPr>
          <p:nvPr/>
        </p:nvSpPr>
        <p:spPr bwMode="gray">
          <a:xfrm>
            <a:off x="928186" y="1825939"/>
            <a:ext cx="2363787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" name="BoxContent"/>
          <p:cNvSpPr>
            <a:spLocks noChangeArrowheads="1"/>
          </p:cNvSpPr>
          <p:nvPr/>
        </p:nvSpPr>
        <p:spPr bwMode="gray">
          <a:xfrm>
            <a:off x="928186" y="2356164"/>
            <a:ext cx="2363787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7" name="BoxHeader"/>
          <p:cNvSpPr>
            <a:spLocks noChangeArrowheads="1"/>
          </p:cNvSpPr>
          <p:nvPr/>
        </p:nvSpPr>
        <p:spPr bwMode="gray">
          <a:xfrm>
            <a:off x="3722186" y="1825939"/>
            <a:ext cx="2363787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" name="BoxContent"/>
          <p:cNvSpPr>
            <a:spLocks noChangeArrowheads="1"/>
          </p:cNvSpPr>
          <p:nvPr/>
        </p:nvSpPr>
        <p:spPr bwMode="gray">
          <a:xfrm>
            <a:off x="3722186" y="2356164"/>
            <a:ext cx="2363787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9" name="BoxHeader"/>
          <p:cNvSpPr>
            <a:spLocks noChangeArrowheads="1"/>
          </p:cNvSpPr>
          <p:nvPr/>
        </p:nvSpPr>
        <p:spPr bwMode="gray">
          <a:xfrm>
            <a:off x="6516186" y="1825939"/>
            <a:ext cx="2363787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0" name="BoxContent"/>
          <p:cNvSpPr>
            <a:spLocks noChangeArrowheads="1"/>
          </p:cNvSpPr>
          <p:nvPr/>
        </p:nvSpPr>
        <p:spPr bwMode="gray">
          <a:xfrm>
            <a:off x="6516185" y="2356164"/>
            <a:ext cx="2363787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98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22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제목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9247" cy="286232"/>
          </a:xfrm>
        </p:spPr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BoxHeader"/>
          <p:cNvSpPr>
            <a:spLocks noChangeArrowheads="1"/>
          </p:cNvSpPr>
          <p:nvPr/>
        </p:nvSpPr>
        <p:spPr bwMode="gray">
          <a:xfrm>
            <a:off x="583317" y="1825939"/>
            <a:ext cx="1953543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" name="BoxContent"/>
          <p:cNvSpPr>
            <a:spLocks noChangeArrowheads="1"/>
          </p:cNvSpPr>
          <p:nvPr/>
        </p:nvSpPr>
        <p:spPr bwMode="gray">
          <a:xfrm>
            <a:off x="583317" y="2356164"/>
            <a:ext cx="1953543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lang="en-US" altLang="ko-KR" sz="1400" kern="0" dirty="0" smtClean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7" name="BoxHeader"/>
          <p:cNvSpPr>
            <a:spLocks noChangeArrowheads="1"/>
          </p:cNvSpPr>
          <p:nvPr/>
        </p:nvSpPr>
        <p:spPr bwMode="gray">
          <a:xfrm>
            <a:off x="2828960" y="1825939"/>
            <a:ext cx="1953543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</a:p>
        </p:txBody>
      </p:sp>
      <p:sp>
        <p:nvSpPr>
          <p:cNvPr id="8" name="BoxContent"/>
          <p:cNvSpPr>
            <a:spLocks noChangeArrowheads="1"/>
          </p:cNvSpPr>
          <p:nvPr/>
        </p:nvSpPr>
        <p:spPr bwMode="gray">
          <a:xfrm>
            <a:off x="2828960" y="2356164"/>
            <a:ext cx="1953543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9" name="BoxHeader"/>
          <p:cNvSpPr>
            <a:spLocks noChangeArrowheads="1"/>
          </p:cNvSpPr>
          <p:nvPr/>
        </p:nvSpPr>
        <p:spPr bwMode="gray">
          <a:xfrm>
            <a:off x="7320246" y="1825939"/>
            <a:ext cx="1953543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</a:p>
        </p:txBody>
      </p:sp>
      <p:sp>
        <p:nvSpPr>
          <p:cNvPr id="10" name="BoxContent"/>
          <p:cNvSpPr>
            <a:spLocks noChangeArrowheads="1"/>
          </p:cNvSpPr>
          <p:nvPr/>
        </p:nvSpPr>
        <p:spPr bwMode="gray">
          <a:xfrm>
            <a:off x="7320246" y="2356164"/>
            <a:ext cx="1953543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1" name="BoxHeader"/>
          <p:cNvSpPr>
            <a:spLocks noChangeArrowheads="1"/>
          </p:cNvSpPr>
          <p:nvPr/>
        </p:nvSpPr>
        <p:spPr bwMode="gray">
          <a:xfrm>
            <a:off x="5074603" y="1825939"/>
            <a:ext cx="1953543" cy="5302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</a:p>
        </p:txBody>
      </p:sp>
      <p:sp>
        <p:nvSpPr>
          <p:cNvPr id="12" name="BoxContent"/>
          <p:cNvSpPr>
            <a:spLocks noChangeArrowheads="1"/>
          </p:cNvSpPr>
          <p:nvPr/>
        </p:nvSpPr>
        <p:spPr bwMode="gray">
          <a:xfrm>
            <a:off x="5074603" y="2356164"/>
            <a:ext cx="1953543" cy="36020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>
            <a:noAutofit/>
          </a:bodyPr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 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53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제목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9247" cy="286232"/>
          </a:xfrm>
        </p:spPr>
        <p:txBody>
          <a:bodyPr/>
          <a:lstStyle/>
          <a:p>
            <a:r>
              <a:rPr lang="en-US" altLang="ko-KR" dirty="0" smtClean="0"/>
              <a:t>BOXES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BoxHeader"/>
          <p:cNvSpPr>
            <a:spLocks noChangeArrowheads="1"/>
          </p:cNvSpPr>
          <p:nvPr/>
        </p:nvSpPr>
        <p:spPr bwMode="gray">
          <a:xfrm>
            <a:off x="895346" y="1604298"/>
            <a:ext cx="3792547" cy="4820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" name="BoxContent"/>
          <p:cNvSpPr>
            <a:spLocks noChangeArrowheads="1"/>
          </p:cNvSpPr>
          <p:nvPr/>
        </p:nvSpPr>
        <p:spPr bwMode="gray">
          <a:xfrm>
            <a:off x="895346" y="2086321"/>
            <a:ext cx="3792547" cy="168037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7" name="BoxHeader"/>
          <p:cNvSpPr>
            <a:spLocks noChangeArrowheads="1"/>
          </p:cNvSpPr>
          <p:nvPr/>
        </p:nvSpPr>
        <p:spPr bwMode="gray">
          <a:xfrm>
            <a:off x="5230807" y="1604298"/>
            <a:ext cx="3792549" cy="4820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" name="BoxContent"/>
          <p:cNvSpPr>
            <a:spLocks noChangeArrowheads="1"/>
          </p:cNvSpPr>
          <p:nvPr/>
        </p:nvSpPr>
        <p:spPr bwMode="gray">
          <a:xfrm>
            <a:off x="5230807" y="2086321"/>
            <a:ext cx="3792549" cy="168037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9" name="BoxHeader"/>
          <p:cNvSpPr>
            <a:spLocks noChangeArrowheads="1"/>
          </p:cNvSpPr>
          <p:nvPr/>
        </p:nvSpPr>
        <p:spPr bwMode="gray">
          <a:xfrm>
            <a:off x="895346" y="4033600"/>
            <a:ext cx="3792547" cy="4820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0" name="BoxContent"/>
          <p:cNvSpPr>
            <a:spLocks noChangeArrowheads="1"/>
          </p:cNvSpPr>
          <p:nvPr/>
        </p:nvSpPr>
        <p:spPr bwMode="gray">
          <a:xfrm>
            <a:off x="895346" y="4515623"/>
            <a:ext cx="3792547" cy="168037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1" name="BoxHeader"/>
          <p:cNvSpPr>
            <a:spLocks noChangeArrowheads="1"/>
          </p:cNvSpPr>
          <p:nvPr/>
        </p:nvSpPr>
        <p:spPr bwMode="gray">
          <a:xfrm>
            <a:off x="5230807" y="4033600"/>
            <a:ext cx="3792549" cy="4820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2" name="BoxContent"/>
          <p:cNvSpPr>
            <a:spLocks noChangeArrowheads="1"/>
          </p:cNvSpPr>
          <p:nvPr/>
        </p:nvSpPr>
        <p:spPr bwMode="gray">
          <a:xfrm>
            <a:off x="5230807" y="4515623"/>
            <a:ext cx="3792549" cy="168037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tIns="91440" bIns="9144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08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2079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70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03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02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24814" cy="286232"/>
          </a:xfrm>
        </p:spPr>
        <p:txBody>
          <a:bodyPr/>
          <a:lstStyle/>
          <a:p>
            <a:r>
              <a:rPr lang="en-US" altLang="ko-KR" dirty="0" smtClean="0"/>
              <a:t>TABLE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02631992"/>
              </p:ext>
            </p:extLst>
          </p:nvPr>
        </p:nvGraphicFramePr>
        <p:xfrm>
          <a:off x="484670" y="1582486"/>
          <a:ext cx="8756651" cy="4619169"/>
        </p:xfrm>
        <a:graphic>
          <a:graphicData uri="http://schemas.openxmlformats.org/drawingml/2006/table">
            <a:tbl>
              <a:tblPr/>
              <a:tblGrid>
                <a:gridCol w="204070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0177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981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960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구분</a:t>
                      </a:r>
                      <a:endParaRPr kumimoji="0" lang="en-US" sz="16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169863" marR="0" lvl="0" indent="-169863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list</a:t>
                      </a:r>
                      <a:endParaRPr kumimoji="0" lang="en-US" sz="16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Point</a:t>
                      </a:r>
                      <a:endParaRPr kumimoji="0" lang="en-US" sz="16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1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spc="-2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2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3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4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5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6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7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217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9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EE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EE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EE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89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10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spc="-2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11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cap="none" spc="-20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776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항목 </a:t>
                      </a:r>
                      <a:r>
                        <a:rPr kumimoji="0" lang="en-US" altLang="ko-KR" sz="1200" b="0" i="0" u="none" strike="noStrike" cap="none" spc="-20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charset="0"/>
                        </a:rPr>
                        <a:t>12</a:t>
                      </a: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lvl="0" algn="ctr"/>
                      <a:r>
                        <a:rPr lang="ko-KR" altLang="en-US" sz="120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마스터 텍스트 스타일을 편집합니다</a:t>
                      </a:r>
                    </a:p>
                  </a:txBody>
                  <a:tcPr marL="9525" marR="72000" marT="9525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7543151" y="1999716"/>
            <a:ext cx="1698170" cy="4201939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24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61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24814" cy="286232"/>
          </a:xfrm>
        </p:spPr>
        <p:txBody>
          <a:bodyPr/>
          <a:lstStyle/>
          <a:p>
            <a:r>
              <a:rPr lang="en-US" altLang="ko-KR" dirty="0" smtClean="0"/>
              <a:t>TABLE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279100"/>
              </p:ext>
            </p:extLst>
          </p:nvPr>
        </p:nvGraphicFramePr>
        <p:xfrm>
          <a:off x="509012" y="1752032"/>
          <a:ext cx="4271747" cy="4388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615">
                  <a:extLst>
                    <a:ext uri="{9D8B030D-6E8A-4147-A177-3AD203B41FA5}">
                      <a16:colId xmlns="" xmlns:a16="http://schemas.microsoft.com/office/drawing/2014/main" val="3220493403"/>
                    </a:ext>
                  </a:extLst>
                </a:gridCol>
                <a:gridCol w="1374283">
                  <a:extLst>
                    <a:ext uri="{9D8B030D-6E8A-4147-A177-3AD203B41FA5}">
                      <a16:colId xmlns="" xmlns:a16="http://schemas.microsoft.com/office/drawing/2014/main" val="296670493"/>
                    </a:ext>
                  </a:extLst>
                </a:gridCol>
                <a:gridCol w="665283">
                  <a:extLst>
                    <a:ext uri="{9D8B030D-6E8A-4147-A177-3AD203B41FA5}">
                      <a16:colId xmlns="" xmlns:a16="http://schemas.microsoft.com/office/drawing/2014/main" val="3616520958"/>
                    </a:ext>
                  </a:extLst>
                </a:gridCol>
                <a:gridCol w="665283">
                  <a:extLst>
                    <a:ext uri="{9D8B030D-6E8A-4147-A177-3AD203B41FA5}">
                      <a16:colId xmlns="" xmlns:a16="http://schemas.microsoft.com/office/drawing/2014/main" val="3431477169"/>
                    </a:ext>
                  </a:extLst>
                </a:gridCol>
                <a:gridCol w="665283">
                  <a:extLst>
                    <a:ext uri="{9D8B030D-6E8A-4147-A177-3AD203B41FA5}">
                      <a16:colId xmlns="" xmlns:a16="http://schemas.microsoft.com/office/drawing/2014/main" val="3131181197"/>
                    </a:ext>
                  </a:extLst>
                </a:gridCol>
              </a:tblGrid>
              <a:tr h="329616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 </a:t>
                      </a:r>
                      <a:r>
                        <a:rPr lang="ko-KR" altLang="en-US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항목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세부내역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연도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YoY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00572319"/>
                  </a:ext>
                </a:extLst>
              </a:tr>
              <a:tr h="32961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4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2018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2019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46154364"/>
                  </a:ext>
                </a:extLst>
              </a:tr>
              <a:tr h="306953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자산총계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61,928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63,028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1,101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7779148"/>
                  </a:ext>
                </a:extLst>
              </a:tr>
              <a:tr h="306953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유동자산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16,764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19,188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2,424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39027549"/>
                  </a:ext>
                </a:extLst>
              </a:tr>
              <a:tr h="306953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현금 및 </a:t>
                      </a:r>
                      <a:r>
                        <a:rPr lang="ko-KR" altLang="en-US" sz="1000" spc="-2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현금성</a:t>
                      </a: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 자산 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2,896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3,736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840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8916471"/>
                  </a:ext>
                </a:extLst>
              </a:tr>
              <a:tr h="30695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2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매출채권 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7,203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7,970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767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37285962"/>
                  </a:ext>
                </a:extLst>
              </a:tr>
              <a:tr h="306953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비유동자산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45,164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43,840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-1,324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6589164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유형자산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33,615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32,313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-1,302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45278764"/>
                  </a:ext>
                </a:extLst>
              </a:tr>
              <a:tr h="306953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부채총계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33,264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35,010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1,745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54614257"/>
                  </a:ext>
                </a:extLst>
              </a:tr>
              <a:tr h="306953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유동부채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27,028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28,950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1,922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159284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차입금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19,190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17,010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-2,180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01845456"/>
                  </a:ext>
                </a:extLst>
              </a:tr>
              <a:tr h="306953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비유동부채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000" spc="-20" baseline="0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6,237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6,060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177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59426436"/>
                  </a:ext>
                </a:extLst>
              </a:tr>
              <a:tr h="330312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차입금</a:t>
                      </a:r>
                      <a:endParaRPr lang="en-US" altLang="ko-KR" sz="1000" spc="-20" baseline="0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5,329</a:t>
                      </a: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5,261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-645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89940595"/>
                  </a:ext>
                </a:extLst>
              </a:tr>
              <a:tr h="329616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자본총계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2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28,663</a:t>
                      </a:r>
                      <a:endParaRPr lang="ko-KR" altLang="en-US" sz="12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spc="-20" baseline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28,018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-645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65538596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627946"/>
              </p:ext>
            </p:extLst>
          </p:nvPr>
        </p:nvGraphicFramePr>
        <p:xfrm>
          <a:off x="5135352" y="1752032"/>
          <a:ext cx="4271747" cy="4388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615">
                  <a:extLst>
                    <a:ext uri="{9D8B030D-6E8A-4147-A177-3AD203B41FA5}">
                      <a16:colId xmlns="" xmlns:a16="http://schemas.microsoft.com/office/drawing/2014/main" val="3220493403"/>
                    </a:ext>
                  </a:extLst>
                </a:gridCol>
                <a:gridCol w="1374283">
                  <a:extLst>
                    <a:ext uri="{9D8B030D-6E8A-4147-A177-3AD203B41FA5}">
                      <a16:colId xmlns="" xmlns:a16="http://schemas.microsoft.com/office/drawing/2014/main" val="296670493"/>
                    </a:ext>
                  </a:extLst>
                </a:gridCol>
                <a:gridCol w="665283">
                  <a:extLst>
                    <a:ext uri="{9D8B030D-6E8A-4147-A177-3AD203B41FA5}">
                      <a16:colId xmlns="" xmlns:a16="http://schemas.microsoft.com/office/drawing/2014/main" val="3616520958"/>
                    </a:ext>
                  </a:extLst>
                </a:gridCol>
                <a:gridCol w="665283">
                  <a:extLst>
                    <a:ext uri="{9D8B030D-6E8A-4147-A177-3AD203B41FA5}">
                      <a16:colId xmlns="" xmlns:a16="http://schemas.microsoft.com/office/drawing/2014/main" val="3431477169"/>
                    </a:ext>
                  </a:extLst>
                </a:gridCol>
                <a:gridCol w="665283">
                  <a:extLst>
                    <a:ext uri="{9D8B030D-6E8A-4147-A177-3AD203B41FA5}">
                      <a16:colId xmlns="" xmlns:a16="http://schemas.microsoft.com/office/drawing/2014/main" val="2486052967"/>
                    </a:ext>
                  </a:extLst>
                </a:gridCol>
              </a:tblGrid>
              <a:tr h="332731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 </a:t>
                      </a:r>
                      <a:r>
                        <a:rPr lang="ko-KR" altLang="en-US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항목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세부내역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연도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YoY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00572319"/>
                  </a:ext>
                </a:extLst>
              </a:tr>
              <a:tr h="33273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4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2018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2019</a:t>
                      </a: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46154364"/>
                  </a:ext>
                </a:extLst>
              </a:tr>
              <a:tr h="308227">
                <a:tc gridSpan="2">
                  <a:txBody>
                    <a:bodyPr/>
                    <a:lstStyle/>
                    <a:p>
                      <a:pPr marL="0" indent="0"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자산총계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61,928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63,028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1,101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7779148"/>
                  </a:ext>
                </a:extLst>
              </a:tr>
              <a:tr h="308227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유동자산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16,764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19,188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2,424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8916471"/>
                  </a:ext>
                </a:extLst>
              </a:tr>
              <a:tr h="308227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현금 및 </a:t>
                      </a:r>
                      <a:r>
                        <a:rPr lang="ko-KR" altLang="en-US" sz="1000" spc="-2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현금성</a:t>
                      </a: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 자산 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2,896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3,736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840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37285962"/>
                  </a:ext>
                </a:extLst>
              </a:tr>
              <a:tr h="308227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2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매출채권 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7,203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7,970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767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53269459"/>
                  </a:ext>
                </a:extLst>
              </a:tr>
              <a:tr h="308227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비유동자산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45,164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43,840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-1,324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58265145"/>
                  </a:ext>
                </a:extLst>
              </a:tr>
              <a:tr h="30822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유형자산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33,615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32,313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-1,302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0159284"/>
                  </a:ext>
                </a:extLst>
              </a:tr>
              <a:tr h="308227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부채총계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33,264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35,010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</a:rPr>
                        <a:t>1,745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59426436"/>
                  </a:ext>
                </a:extLst>
              </a:tr>
              <a:tr h="308227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유동부채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27,028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28,950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1,922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1724078"/>
                  </a:ext>
                </a:extLst>
              </a:tr>
              <a:tr h="30822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차입금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19,190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17,010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-2,180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07355323"/>
                  </a:ext>
                </a:extLst>
              </a:tr>
              <a:tr h="308227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1000" spc="-2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비유동부채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en-US" altLang="ko-KR" sz="1000" spc="-20" baseline="0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6,237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6,060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177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88448669"/>
                  </a:ext>
                </a:extLst>
              </a:tr>
              <a:tr h="308227"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차입금</a:t>
                      </a:r>
                      <a:endParaRPr lang="en-US" altLang="ko-KR" sz="1000" spc="-20" baseline="0" dirty="0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5,329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5,261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10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-645</a:t>
                      </a:r>
                      <a:endParaRPr lang="ko-KR" altLang="en-US" sz="10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57127448"/>
                  </a:ext>
                </a:extLst>
              </a:tr>
              <a:tr h="332731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자산총계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200" spc="-20" baseline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28,663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28,018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spc="-2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-645</a:t>
                      </a:r>
                      <a:endParaRPr lang="ko-KR" altLang="en-US" sz="1200" spc="-2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65538596"/>
                  </a:ext>
                </a:extLst>
              </a:tr>
            </a:tbl>
          </a:graphicData>
        </a:graphic>
      </p:graphicFrame>
      <p:sp>
        <p:nvSpPr>
          <p:cNvPr id="60" name="직사각형 59"/>
          <p:cNvSpPr/>
          <p:nvPr/>
        </p:nvSpPr>
        <p:spPr>
          <a:xfrm>
            <a:off x="3448051" y="2076450"/>
            <a:ext cx="666750" cy="4057650"/>
          </a:xfrm>
          <a:prstGeom prst="rect">
            <a:avLst/>
          </a:prstGeom>
          <a:noFill/>
          <a:ln w="19050" cap="flat" cmpd="sng" algn="ctr">
            <a:solidFill>
              <a:srgbClr val="D55633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50770" y="1495816"/>
            <a:ext cx="1243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단위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억원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631145" y="1495816"/>
            <a:ext cx="12435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단위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억원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)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6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개체 2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85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6" name="개체 2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제목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24814" cy="286232"/>
          </a:xfrm>
        </p:spPr>
        <p:txBody>
          <a:bodyPr/>
          <a:lstStyle/>
          <a:p>
            <a:r>
              <a:rPr lang="en-US" altLang="ko-KR" dirty="0" smtClean="0"/>
              <a:t>TABLE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66683" y="1831021"/>
            <a:ext cx="1484835" cy="139147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lang="en-US" altLang="ko-KR" sz="1400" spc="-20" dirty="0"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lvl="0" algn="ctr">
              <a:defRPr/>
            </a:pPr>
            <a:r>
              <a:rPr lang="en-US" altLang="ko-KR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</a:p>
          <a:p>
            <a:pPr lvl="0" algn="ctr">
              <a:defRPr/>
            </a:pPr>
            <a:r>
              <a:rPr lang="en-US" altLang="ko-KR" sz="1400" spc="-20" dirty="0" smtClean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lang="en-US" altLang="ko-KR" sz="1400" spc="-20" dirty="0"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9" name="텍스트 개체 틀 11"/>
          <p:cNvSpPr txBox="1">
            <a:spLocks/>
          </p:cNvSpPr>
          <p:nvPr/>
        </p:nvSpPr>
        <p:spPr>
          <a:xfrm>
            <a:off x="2173131" y="1841610"/>
            <a:ext cx="4606291" cy="1381741"/>
          </a:xfrm>
          <a:prstGeom prst="rect">
            <a:avLst/>
          </a:prstGeom>
        </p:spPr>
        <p:txBody>
          <a:bodyPr vert="horz" lIns="91440" tIns="3600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marR="0" lvl="1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0" name="텍스트 개체 틀 11"/>
          <p:cNvSpPr txBox="1">
            <a:spLocks/>
          </p:cNvSpPr>
          <p:nvPr/>
        </p:nvSpPr>
        <p:spPr>
          <a:xfrm>
            <a:off x="6901035" y="1841610"/>
            <a:ext cx="2242163" cy="1381741"/>
          </a:xfrm>
          <a:prstGeom prst="rect">
            <a:avLst/>
          </a:prstGeom>
        </p:spPr>
        <p:txBody>
          <a:bodyPr vert="horz" lIns="91440" tIns="3600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marR="0" lvl="1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173131" y="3304168"/>
            <a:ext cx="4606291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cxnSp>
        <p:nvCxnSpPr>
          <p:cNvPr id="12" name="직선 연결선 11"/>
          <p:cNvCxnSpPr/>
          <p:nvPr/>
        </p:nvCxnSpPr>
        <p:spPr>
          <a:xfrm>
            <a:off x="6901035" y="3304168"/>
            <a:ext cx="2242163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13" name="텍스트 개체 틀 11"/>
          <p:cNvSpPr txBox="1">
            <a:spLocks/>
          </p:cNvSpPr>
          <p:nvPr/>
        </p:nvSpPr>
        <p:spPr>
          <a:xfrm>
            <a:off x="564718" y="3304168"/>
            <a:ext cx="1486800" cy="139567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t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  <a:endParaRPr kumimoji="0" lang="en-US" altLang="ko-KR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4" name="텍스트 개체 틀 11"/>
          <p:cNvSpPr txBox="1">
            <a:spLocks/>
          </p:cNvSpPr>
          <p:nvPr/>
        </p:nvSpPr>
        <p:spPr>
          <a:xfrm>
            <a:off x="2173131" y="3312400"/>
            <a:ext cx="4606291" cy="1395671"/>
          </a:xfrm>
          <a:prstGeom prst="rect">
            <a:avLst/>
          </a:prstGeom>
        </p:spPr>
        <p:txBody>
          <a:bodyPr tIns="36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marR="0" lvl="1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5" name="텍스트 개체 틀 11"/>
          <p:cNvSpPr txBox="1">
            <a:spLocks/>
          </p:cNvSpPr>
          <p:nvPr/>
        </p:nvSpPr>
        <p:spPr>
          <a:xfrm>
            <a:off x="6901035" y="3312400"/>
            <a:ext cx="2242163" cy="1395671"/>
          </a:xfrm>
          <a:prstGeom prst="rect">
            <a:avLst/>
          </a:prstGeom>
        </p:spPr>
        <p:txBody>
          <a:bodyPr tIns="3600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marR="0" lvl="1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2173131" y="4776398"/>
            <a:ext cx="4606291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cxnSp>
        <p:nvCxnSpPr>
          <p:cNvPr id="17" name="직선 연결선 16"/>
          <p:cNvCxnSpPr/>
          <p:nvPr/>
        </p:nvCxnSpPr>
        <p:spPr>
          <a:xfrm>
            <a:off x="6901035" y="4776398"/>
            <a:ext cx="2242163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18" name="텍스트 개체 틀 11"/>
          <p:cNvSpPr txBox="1">
            <a:spLocks/>
          </p:cNvSpPr>
          <p:nvPr/>
        </p:nvSpPr>
        <p:spPr>
          <a:xfrm>
            <a:off x="564718" y="4786989"/>
            <a:ext cx="1486800" cy="15217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tIns="36000"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  <a:endParaRPr kumimoji="0" lang="en-US" altLang="ko-KR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9" name="텍스트 개체 틀 11"/>
          <p:cNvSpPr txBox="1">
            <a:spLocks/>
          </p:cNvSpPr>
          <p:nvPr/>
        </p:nvSpPr>
        <p:spPr>
          <a:xfrm>
            <a:off x="2173131" y="4786989"/>
            <a:ext cx="4606291" cy="1398456"/>
          </a:xfrm>
          <a:prstGeom prst="rect">
            <a:avLst/>
          </a:prstGeom>
        </p:spPr>
        <p:txBody>
          <a:bodyPr tIns="36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marR="0" lvl="1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20" name="텍스트 개체 틀 11"/>
          <p:cNvSpPr txBox="1">
            <a:spLocks/>
          </p:cNvSpPr>
          <p:nvPr/>
        </p:nvSpPr>
        <p:spPr>
          <a:xfrm>
            <a:off x="6901035" y="4786989"/>
            <a:ext cx="2242163" cy="1398456"/>
          </a:xfrm>
          <a:prstGeom prst="rect">
            <a:avLst/>
          </a:prstGeom>
        </p:spPr>
        <p:txBody>
          <a:bodyPr tIns="3600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800" kern="1200">
                <a:solidFill>
                  <a:schemeClr val="bg1">
                    <a:lumMod val="50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marR="0" lvl="1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50271" y="6308726"/>
            <a:ext cx="4606291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cxnSp>
        <p:nvCxnSpPr>
          <p:cNvPr id="22" name="직선 연결선 21"/>
          <p:cNvCxnSpPr/>
          <p:nvPr/>
        </p:nvCxnSpPr>
        <p:spPr>
          <a:xfrm>
            <a:off x="6901035" y="6308725"/>
            <a:ext cx="2242163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</p:cxnSp>
      <p:sp>
        <p:nvSpPr>
          <p:cNvPr id="23" name="ColumnHeader"/>
          <p:cNvSpPr>
            <a:spLocks noChangeArrowheads="1"/>
          </p:cNvSpPr>
          <p:nvPr/>
        </p:nvSpPr>
        <p:spPr bwMode="gray">
          <a:xfrm>
            <a:off x="6901036" y="1429440"/>
            <a:ext cx="2242162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4" name="ColumnHeader"/>
          <p:cNvSpPr>
            <a:spLocks noChangeArrowheads="1"/>
          </p:cNvSpPr>
          <p:nvPr/>
        </p:nvSpPr>
        <p:spPr bwMode="gray">
          <a:xfrm>
            <a:off x="566684" y="1429440"/>
            <a:ext cx="1498336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5" name="ColumnHeader"/>
          <p:cNvSpPr>
            <a:spLocks noChangeArrowheads="1"/>
          </p:cNvSpPr>
          <p:nvPr/>
        </p:nvSpPr>
        <p:spPr bwMode="gray">
          <a:xfrm>
            <a:off x="2173131" y="1429440"/>
            <a:ext cx="4606292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</p:spTree>
    <p:extLst>
      <p:ext uri="{BB962C8B-B14F-4D97-AF65-F5344CB8AC3E}">
        <p14:creationId xmlns:p14="http://schemas.microsoft.com/office/powerpoint/2010/main" val="1950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개체 1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09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13" name="개체 1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제목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9" name="텍스트 개체 틀 4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24814" cy="286232"/>
          </a:xfrm>
        </p:spPr>
        <p:txBody>
          <a:bodyPr/>
          <a:lstStyle/>
          <a:p>
            <a:r>
              <a:rPr lang="en-US" altLang="ko-KR" dirty="0" smtClean="0"/>
              <a:t>TABLE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69614" y="2059010"/>
            <a:ext cx="1265422" cy="46166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아연도금강판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6" name="텍스트 개체 틀 22"/>
          <p:cNvSpPr txBox="1">
            <a:spLocks/>
          </p:cNvSpPr>
          <p:nvPr/>
        </p:nvSpPr>
        <p:spPr>
          <a:xfrm>
            <a:off x="2241900" y="3390267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사용용도</a:t>
            </a:r>
          </a:p>
        </p:txBody>
      </p:sp>
      <p:sp>
        <p:nvSpPr>
          <p:cNvPr id="7" name="ColumnHeader"/>
          <p:cNvSpPr>
            <a:spLocks noChangeArrowheads="1"/>
          </p:cNvSpPr>
          <p:nvPr/>
        </p:nvSpPr>
        <p:spPr bwMode="gray">
          <a:xfrm>
            <a:off x="647700" y="1582574"/>
            <a:ext cx="862330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4537" y="2059010"/>
            <a:ext cx="1265422" cy="46166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칼라강판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59460" y="2059010"/>
            <a:ext cx="1265422" cy="46166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err="1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석도강판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4383" y="2059010"/>
            <a:ext cx="1265422" cy="46166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강관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49306" y="2059010"/>
            <a:ext cx="1265422" cy="46166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err="1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용접형강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4691" y="2656376"/>
            <a:ext cx="1265422" cy="123237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생산제품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</a:b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및 용도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8" name="Line 64"/>
          <p:cNvSpPr>
            <a:spLocks noChangeShapeType="1"/>
          </p:cNvSpPr>
          <p:nvPr/>
        </p:nvSpPr>
        <p:spPr bwMode="auto">
          <a:xfrm>
            <a:off x="724691" y="3971129"/>
            <a:ext cx="84900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텍스트 개체 틀 22"/>
          <p:cNvSpPr txBox="1">
            <a:spLocks/>
          </p:cNvSpPr>
          <p:nvPr/>
        </p:nvSpPr>
        <p:spPr>
          <a:xfrm>
            <a:off x="3686823" y="3390267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사용용도</a:t>
            </a:r>
          </a:p>
        </p:txBody>
      </p:sp>
      <p:sp>
        <p:nvSpPr>
          <p:cNvPr id="20" name="텍스트 개체 틀 22"/>
          <p:cNvSpPr txBox="1">
            <a:spLocks/>
          </p:cNvSpPr>
          <p:nvPr/>
        </p:nvSpPr>
        <p:spPr>
          <a:xfrm>
            <a:off x="5131746" y="3390267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사용용도</a:t>
            </a:r>
          </a:p>
        </p:txBody>
      </p:sp>
      <p:sp>
        <p:nvSpPr>
          <p:cNvPr id="21" name="텍스트 개체 틀 22"/>
          <p:cNvSpPr txBox="1">
            <a:spLocks/>
          </p:cNvSpPr>
          <p:nvPr/>
        </p:nvSpPr>
        <p:spPr>
          <a:xfrm>
            <a:off x="6576669" y="3390267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사용용도</a:t>
            </a:r>
          </a:p>
        </p:txBody>
      </p:sp>
      <p:sp>
        <p:nvSpPr>
          <p:cNvPr id="22" name="텍스트 개체 틀 22"/>
          <p:cNvSpPr txBox="1">
            <a:spLocks/>
          </p:cNvSpPr>
          <p:nvPr/>
        </p:nvSpPr>
        <p:spPr>
          <a:xfrm>
            <a:off x="8021592" y="3390267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사용용도</a:t>
            </a:r>
          </a:p>
        </p:txBody>
      </p:sp>
      <p:sp>
        <p:nvSpPr>
          <p:cNvPr id="23" name="Line 64"/>
          <p:cNvSpPr>
            <a:spLocks noChangeShapeType="1"/>
          </p:cNvSpPr>
          <p:nvPr/>
        </p:nvSpPr>
        <p:spPr bwMode="auto">
          <a:xfrm>
            <a:off x="724691" y="5390354"/>
            <a:ext cx="84900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4691" y="4046753"/>
            <a:ext cx="1265422" cy="372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매출액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4691" y="4488760"/>
            <a:ext cx="1265422" cy="372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매출비중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4691" y="4930767"/>
            <a:ext cx="1265422" cy="372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매출이익률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4691" y="5477095"/>
            <a:ext cx="1265422" cy="79727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산업현황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8" name="텍스트 개체 틀 22"/>
          <p:cNvSpPr txBox="1">
            <a:spLocks/>
          </p:cNvSpPr>
          <p:nvPr/>
        </p:nvSpPr>
        <p:spPr>
          <a:xfrm>
            <a:off x="2241900" y="4063030"/>
            <a:ext cx="1120850" cy="354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1600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억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9" name="텍스트 개체 틀 22"/>
          <p:cNvSpPr txBox="1">
            <a:spLocks/>
          </p:cNvSpPr>
          <p:nvPr/>
        </p:nvSpPr>
        <p:spPr>
          <a:xfrm>
            <a:off x="3686823" y="4046754"/>
            <a:ext cx="1120850" cy="370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3000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억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0" name="텍스트 개체 틀 22"/>
          <p:cNvSpPr txBox="1">
            <a:spLocks/>
          </p:cNvSpPr>
          <p:nvPr/>
        </p:nvSpPr>
        <p:spPr>
          <a:xfrm>
            <a:off x="5131746" y="4046754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300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억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1" name="텍스트 개체 틀 22"/>
          <p:cNvSpPr txBox="1">
            <a:spLocks/>
          </p:cNvSpPr>
          <p:nvPr/>
        </p:nvSpPr>
        <p:spPr>
          <a:xfrm>
            <a:off x="6576669" y="4046754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400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억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2" name="텍스트 개체 틀 22"/>
          <p:cNvSpPr txBox="1">
            <a:spLocks/>
          </p:cNvSpPr>
          <p:nvPr/>
        </p:nvSpPr>
        <p:spPr>
          <a:xfrm>
            <a:off x="8021592" y="4046754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50</a:t>
            </a:r>
            <a:r>
              <a:rPr kumimoji="0" lang="ko-KR" altLang="en-US" sz="1200" b="0" i="0" u="none" strike="noStrike" kern="1200" cap="none" spc="-2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억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3" name="텍스트 개체 틀 22"/>
          <p:cNvSpPr txBox="1">
            <a:spLocks/>
          </p:cNvSpPr>
          <p:nvPr/>
        </p:nvSpPr>
        <p:spPr>
          <a:xfrm>
            <a:off x="2241900" y="5491999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산업현황</a:t>
            </a:r>
          </a:p>
        </p:txBody>
      </p:sp>
      <p:sp>
        <p:nvSpPr>
          <p:cNvPr id="34" name="텍스트 개체 틀 22"/>
          <p:cNvSpPr txBox="1">
            <a:spLocks/>
          </p:cNvSpPr>
          <p:nvPr/>
        </p:nvSpPr>
        <p:spPr>
          <a:xfrm>
            <a:off x="3686823" y="5475723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산업현황</a:t>
            </a:r>
          </a:p>
        </p:txBody>
      </p:sp>
      <p:sp>
        <p:nvSpPr>
          <p:cNvPr id="35" name="텍스트 개체 틀 22"/>
          <p:cNvSpPr txBox="1">
            <a:spLocks/>
          </p:cNvSpPr>
          <p:nvPr/>
        </p:nvSpPr>
        <p:spPr>
          <a:xfrm>
            <a:off x="5131746" y="5475723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산업현황</a:t>
            </a:r>
          </a:p>
        </p:txBody>
      </p:sp>
      <p:sp>
        <p:nvSpPr>
          <p:cNvPr id="36" name="텍스트 개체 틀 22"/>
          <p:cNvSpPr txBox="1">
            <a:spLocks/>
          </p:cNvSpPr>
          <p:nvPr/>
        </p:nvSpPr>
        <p:spPr>
          <a:xfrm>
            <a:off x="6576669" y="5475723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산업현황</a:t>
            </a:r>
          </a:p>
        </p:txBody>
      </p:sp>
      <p:sp>
        <p:nvSpPr>
          <p:cNvPr id="37" name="텍스트 개체 틀 22"/>
          <p:cNvSpPr txBox="1">
            <a:spLocks/>
          </p:cNvSpPr>
          <p:nvPr/>
        </p:nvSpPr>
        <p:spPr>
          <a:xfrm>
            <a:off x="8021592" y="5475723"/>
            <a:ext cx="1120850" cy="498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산업현황</a:t>
            </a:r>
          </a:p>
        </p:txBody>
      </p:sp>
      <p:sp>
        <p:nvSpPr>
          <p:cNvPr id="38" name="텍스트 개체 틀 22"/>
          <p:cNvSpPr txBox="1">
            <a:spLocks/>
          </p:cNvSpPr>
          <p:nvPr/>
        </p:nvSpPr>
        <p:spPr>
          <a:xfrm>
            <a:off x="2241900" y="4505036"/>
            <a:ext cx="1120850" cy="354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20%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9" name="텍스트 개체 틀 22"/>
          <p:cNvSpPr txBox="1">
            <a:spLocks/>
          </p:cNvSpPr>
          <p:nvPr/>
        </p:nvSpPr>
        <p:spPr>
          <a:xfrm>
            <a:off x="3686823" y="4488760"/>
            <a:ext cx="1120850" cy="370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60%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0" name="텍스트 개체 틀 22"/>
          <p:cNvSpPr txBox="1">
            <a:spLocks/>
          </p:cNvSpPr>
          <p:nvPr/>
        </p:nvSpPr>
        <p:spPr>
          <a:xfrm>
            <a:off x="5131746" y="4488760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1" name="텍스트 개체 틀 22"/>
          <p:cNvSpPr txBox="1">
            <a:spLocks/>
          </p:cNvSpPr>
          <p:nvPr/>
        </p:nvSpPr>
        <p:spPr>
          <a:xfrm>
            <a:off x="6576669" y="4488760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2" name="텍스트 개체 틀 22"/>
          <p:cNvSpPr txBox="1">
            <a:spLocks/>
          </p:cNvSpPr>
          <p:nvPr/>
        </p:nvSpPr>
        <p:spPr>
          <a:xfrm>
            <a:off x="8021592" y="4488760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3" name="텍스트 개체 틀 22"/>
          <p:cNvSpPr txBox="1">
            <a:spLocks/>
          </p:cNvSpPr>
          <p:nvPr/>
        </p:nvSpPr>
        <p:spPr>
          <a:xfrm>
            <a:off x="2241900" y="4942094"/>
            <a:ext cx="1120850" cy="3544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4" name="텍스트 개체 틀 22"/>
          <p:cNvSpPr txBox="1">
            <a:spLocks/>
          </p:cNvSpPr>
          <p:nvPr/>
        </p:nvSpPr>
        <p:spPr>
          <a:xfrm>
            <a:off x="3686823" y="4925818"/>
            <a:ext cx="1120850" cy="370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5" name="텍스트 개체 틀 22"/>
          <p:cNvSpPr txBox="1">
            <a:spLocks/>
          </p:cNvSpPr>
          <p:nvPr/>
        </p:nvSpPr>
        <p:spPr>
          <a:xfrm>
            <a:off x="5131746" y="4925818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21%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6" name="텍스트 개체 틀 22"/>
          <p:cNvSpPr txBox="1">
            <a:spLocks/>
          </p:cNvSpPr>
          <p:nvPr/>
        </p:nvSpPr>
        <p:spPr>
          <a:xfrm>
            <a:off x="6576669" y="4925818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7" name="텍스트 개체 틀 22"/>
          <p:cNvSpPr txBox="1">
            <a:spLocks/>
          </p:cNvSpPr>
          <p:nvPr/>
        </p:nvSpPr>
        <p:spPr>
          <a:xfrm>
            <a:off x="8021592" y="4925818"/>
            <a:ext cx="1120850" cy="3707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</a:t>
            </a:r>
            <a:endParaRPr kumimoji="0" lang="ko-KR" altLang="en-US" sz="1200" b="0" i="0" u="none" strike="noStrike" kern="1200" cap="none" spc="-2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2156" y="2646632"/>
            <a:ext cx="1265422" cy="123237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생산제품</a:t>
            </a: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/>
            </a:r>
            <a:b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</a:b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및 용도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2156" y="4037009"/>
            <a:ext cx="1265422" cy="372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매출액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2156" y="4479016"/>
            <a:ext cx="1265422" cy="372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매출비중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42156" y="4921023"/>
            <a:ext cx="1265422" cy="372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매출이익률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42156" y="5467351"/>
            <a:ext cx="1265422" cy="79727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산업현황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9614" y="2646632"/>
            <a:ext cx="1265422" cy="641991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537" y="2646632"/>
            <a:ext cx="1265422" cy="641990"/>
          </a:xfrm>
          <a:prstGeom prst="rect">
            <a:avLst/>
          </a:prstGeom>
          <a:ln w="3175">
            <a:solidFill>
              <a:schemeClr val="bg2"/>
            </a:solidFill>
          </a:ln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9460" y="2646632"/>
            <a:ext cx="1265422" cy="641990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4383" y="2646632"/>
            <a:ext cx="1268170" cy="641990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9306" y="2646632"/>
            <a:ext cx="1265422" cy="6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37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개체 6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3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4" name="개체 6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제목 6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24814" cy="286232"/>
          </a:xfrm>
        </p:spPr>
        <p:txBody>
          <a:bodyPr/>
          <a:lstStyle/>
          <a:p>
            <a:r>
              <a:rPr lang="en-US" altLang="ko-KR" dirty="0" smtClean="0"/>
              <a:t>TABLE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Rectangle 35"/>
          <p:cNvSpPr>
            <a:spLocks noChangeArrowheads="1"/>
          </p:cNvSpPr>
          <p:nvPr/>
        </p:nvSpPr>
        <p:spPr bwMode="auto">
          <a:xfrm>
            <a:off x="4329730" y="6089177"/>
            <a:ext cx="392113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8" name="Rectangle 36"/>
          <p:cNvSpPr>
            <a:spLocks noChangeArrowheads="1"/>
          </p:cNvSpPr>
          <p:nvPr/>
        </p:nvSpPr>
        <p:spPr bwMode="auto">
          <a:xfrm>
            <a:off x="4650406" y="6138545"/>
            <a:ext cx="109709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</a:t>
            </a:r>
            <a:endParaRPr kumimoji="0" lang="en-US" altLang="ko-KR" sz="10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5928959" y="6138545"/>
            <a:ext cx="49847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++</a:t>
            </a:r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>
            <a:off x="6365521" y="6153676"/>
            <a:ext cx="109709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</a:t>
            </a:r>
            <a:endParaRPr kumimoji="0" lang="en-US" altLang="ko-KR" sz="10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" name="Rectangle 39"/>
          <p:cNvSpPr>
            <a:spLocks noChangeArrowheads="1"/>
          </p:cNvSpPr>
          <p:nvPr/>
        </p:nvSpPr>
        <p:spPr bwMode="auto">
          <a:xfrm>
            <a:off x="7702550" y="6138545"/>
            <a:ext cx="50165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12" name="Rectangle 40"/>
          <p:cNvSpPr>
            <a:spLocks noChangeArrowheads="1"/>
          </p:cNvSpPr>
          <p:nvPr/>
        </p:nvSpPr>
        <p:spPr bwMode="auto">
          <a:xfrm>
            <a:off x="8061325" y="6153676"/>
            <a:ext cx="109709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2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</a:t>
            </a:r>
            <a:endParaRPr kumimoji="0" lang="en-US" altLang="ko-KR" sz="1000" b="0" i="0" u="none" strike="noStrike" kern="1200" cap="none" spc="-20" normalizeH="0" baseline="0" noProof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493713" y="1922145"/>
            <a:ext cx="2363787" cy="5318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20" dirty="0" smtClean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 smtClean="0"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93713" y="2601595"/>
            <a:ext cx="2363787" cy="5318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93713" y="3281045"/>
            <a:ext cx="2363787" cy="5318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493713" y="3960495"/>
            <a:ext cx="2363787" cy="5318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493713" y="4639945"/>
            <a:ext cx="2363787" cy="5318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gray">
          <a:xfrm>
            <a:off x="2967038" y="1496695"/>
            <a:ext cx="1541462" cy="273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0" bIns="3600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2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gray">
          <a:xfrm>
            <a:off x="4611688" y="1496695"/>
            <a:ext cx="1539875" cy="273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0" bIns="36000" anchor="b"/>
          <a:lstStyle/>
          <a:p>
            <a:pPr lvl="0" algn="ctr">
              <a:defRPr/>
            </a:pPr>
            <a:r>
              <a:rPr lang="ko-KR" altLang="en-US" sz="14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gray">
          <a:xfrm>
            <a:off x="6264275" y="1496695"/>
            <a:ext cx="1539875" cy="273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0" bIns="36000" anchor="b"/>
          <a:lstStyle/>
          <a:p>
            <a:pPr lvl="0" algn="ctr">
              <a:defRPr/>
            </a:pPr>
            <a:r>
              <a:rPr lang="ko-KR" altLang="en-US" sz="14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</a:p>
        </p:txBody>
      </p:sp>
      <p:sp>
        <p:nvSpPr>
          <p:cNvPr id="21" name="Rectangle 11"/>
          <p:cNvSpPr>
            <a:spLocks noChangeArrowheads="1"/>
          </p:cNvSpPr>
          <p:nvPr/>
        </p:nvSpPr>
        <p:spPr bwMode="gray">
          <a:xfrm>
            <a:off x="7907338" y="1496695"/>
            <a:ext cx="1541462" cy="273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0" bIns="36000" anchor="b"/>
          <a:lstStyle/>
          <a:p>
            <a:pPr lvl="0" algn="ctr">
              <a:defRPr/>
            </a:pPr>
            <a:r>
              <a:rPr lang="ko-KR" altLang="en-US" sz="14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3311525" y="1922145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3311525" y="2601595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++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3311525" y="3281045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25" name="Rectangle 15"/>
          <p:cNvSpPr>
            <a:spLocks noChangeArrowheads="1"/>
          </p:cNvSpPr>
          <p:nvPr/>
        </p:nvSpPr>
        <p:spPr bwMode="auto">
          <a:xfrm>
            <a:off x="3311525" y="3960495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++</a:t>
            </a:r>
          </a:p>
        </p:txBody>
      </p:sp>
      <p:sp>
        <p:nvSpPr>
          <p:cNvPr id="26" name="Rectangle 16"/>
          <p:cNvSpPr>
            <a:spLocks noChangeArrowheads="1"/>
          </p:cNvSpPr>
          <p:nvPr/>
        </p:nvSpPr>
        <p:spPr bwMode="auto">
          <a:xfrm>
            <a:off x="3311525" y="4639945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4951413" y="258889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4951413" y="327152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4951413" y="395414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4951413" y="463677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6592888" y="1922145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6592888" y="2487295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6592888" y="3271520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6592888" y="4185920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6592888" y="4636770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36" name="Rectangle 26"/>
          <p:cNvSpPr>
            <a:spLocks noChangeArrowheads="1"/>
          </p:cNvSpPr>
          <p:nvPr/>
        </p:nvSpPr>
        <p:spPr bwMode="auto">
          <a:xfrm>
            <a:off x="8234363" y="192214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8234363" y="2574608"/>
            <a:ext cx="882650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38" name="Rectangle 28"/>
          <p:cNvSpPr>
            <a:spLocks noChangeArrowheads="1"/>
          </p:cNvSpPr>
          <p:nvPr/>
        </p:nvSpPr>
        <p:spPr bwMode="auto">
          <a:xfrm>
            <a:off x="8234363" y="322707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39" name="Rectangle 29"/>
          <p:cNvSpPr>
            <a:spLocks noChangeArrowheads="1"/>
          </p:cNvSpPr>
          <p:nvPr/>
        </p:nvSpPr>
        <p:spPr bwMode="auto">
          <a:xfrm>
            <a:off x="8234363" y="400177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6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40" name="Rectangle 30"/>
          <p:cNvSpPr>
            <a:spLocks noChangeArrowheads="1"/>
          </p:cNvSpPr>
          <p:nvPr/>
        </p:nvSpPr>
        <p:spPr bwMode="auto">
          <a:xfrm>
            <a:off x="8234363" y="465582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493713" y="5319395"/>
            <a:ext cx="2363787" cy="5318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0000" tIns="90000" rIns="90000" bIns="90000" anchor="ctr"/>
          <a:lstStyle/>
          <a:p>
            <a:pPr lvl="0" algn="ctr">
              <a:spcBef>
                <a:spcPct val="50000"/>
              </a:spcBef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</a:p>
        </p:txBody>
      </p:sp>
      <p:sp>
        <p:nvSpPr>
          <p:cNvPr id="42" name="Rectangle 32"/>
          <p:cNvSpPr>
            <a:spLocks noChangeArrowheads="1"/>
          </p:cNvSpPr>
          <p:nvPr/>
        </p:nvSpPr>
        <p:spPr bwMode="auto">
          <a:xfrm>
            <a:off x="3311525" y="5319395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43" name="Rectangle 33"/>
          <p:cNvSpPr>
            <a:spLocks noChangeArrowheads="1"/>
          </p:cNvSpPr>
          <p:nvPr/>
        </p:nvSpPr>
        <p:spPr bwMode="auto">
          <a:xfrm>
            <a:off x="4951413" y="531939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44" name="Rectangle 34"/>
          <p:cNvSpPr>
            <a:spLocks noChangeArrowheads="1"/>
          </p:cNvSpPr>
          <p:nvPr/>
        </p:nvSpPr>
        <p:spPr bwMode="auto">
          <a:xfrm>
            <a:off x="6592888" y="5319395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46" name="Line 41"/>
          <p:cNvSpPr>
            <a:spLocks noChangeShapeType="1"/>
          </p:cNvSpPr>
          <p:nvPr/>
        </p:nvSpPr>
        <p:spPr bwMode="auto">
          <a:xfrm>
            <a:off x="446088" y="2519045"/>
            <a:ext cx="90122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47" name="Line 42"/>
          <p:cNvSpPr>
            <a:spLocks noChangeShapeType="1"/>
          </p:cNvSpPr>
          <p:nvPr/>
        </p:nvSpPr>
        <p:spPr bwMode="auto">
          <a:xfrm>
            <a:off x="446088" y="3198495"/>
            <a:ext cx="90122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48" name="Line 43"/>
          <p:cNvSpPr>
            <a:spLocks noChangeShapeType="1"/>
          </p:cNvSpPr>
          <p:nvPr/>
        </p:nvSpPr>
        <p:spPr bwMode="auto">
          <a:xfrm>
            <a:off x="446088" y="3877945"/>
            <a:ext cx="90122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49" name="Line 44"/>
          <p:cNvSpPr>
            <a:spLocks noChangeShapeType="1"/>
          </p:cNvSpPr>
          <p:nvPr/>
        </p:nvSpPr>
        <p:spPr bwMode="auto">
          <a:xfrm>
            <a:off x="446088" y="4557395"/>
            <a:ext cx="90122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50" name="Line 45"/>
          <p:cNvSpPr>
            <a:spLocks noChangeShapeType="1"/>
          </p:cNvSpPr>
          <p:nvPr/>
        </p:nvSpPr>
        <p:spPr bwMode="auto">
          <a:xfrm>
            <a:off x="446088" y="5238433"/>
            <a:ext cx="9012237" cy="0"/>
          </a:xfrm>
          <a:prstGeom prst="line">
            <a:avLst/>
          </a:prstGeom>
          <a:noFill/>
          <a:ln w="31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Normal"/>
              <a:cs typeface="+mn-cs"/>
            </a:endParaRPr>
          </a:p>
        </p:txBody>
      </p:sp>
      <p:sp>
        <p:nvSpPr>
          <p:cNvPr id="51" name="Rectangle 46"/>
          <p:cNvSpPr>
            <a:spLocks noChangeArrowheads="1"/>
          </p:cNvSpPr>
          <p:nvPr/>
        </p:nvSpPr>
        <p:spPr bwMode="auto">
          <a:xfrm>
            <a:off x="8234363" y="258254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2" name="Rectangle 47"/>
          <p:cNvSpPr>
            <a:spLocks noChangeArrowheads="1"/>
          </p:cNvSpPr>
          <p:nvPr/>
        </p:nvSpPr>
        <p:spPr bwMode="auto">
          <a:xfrm>
            <a:off x="6592888" y="2588895"/>
            <a:ext cx="881062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3" name="Rectangle 48"/>
          <p:cNvSpPr>
            <a:spLocks noChangeArrowheads="1"/>
          </p:cNvSpPr>
          <p:nvPr/>
        </p:nvSpPr>
        <p:spPr bwMode="auto">
          <a:xfrm>
            <a:off x="4951413" y="190627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4" name="Rectangle 49"/>
          <p:cNvSpPr>
            <a:spLocks noChangeArrowheads="1"/>
          </p:cNvSpPr>
          <p:nvPr/>
        </p:nvSpPr>
        <p:spPr bwMode="auto">
          <a:xfrm>
            <a:off x="8234363" y="531939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5" name="Rectangle 50"/>
          <p:cNvSpPr>
            <a:spLocks noChangeArrowheads="1"/>
          </p:cNvSpPr>
          <p:nvPr/>
        </p:nvSpPr>
        <p:spPr bwMode="auto">
          <a:xfrm>
            <a:off x="8234363" y="4001770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6" name="Rectangle 13"/>
          <p:cNvSpPr>
            <a:spLocks noChangeArrowheads="1"/>
          </p:cNvSpPr>
          <p:nvPr/>
        </p:nvSpPr>
        <p:spPr bwMode="auto">
          <a:xfrm>
            <a:off x="3311525" y="2601740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++</a:t>
            </a: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3311525" y="3281190"/>
            <a:ext cx="881063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8" name="Rectangle 18"/>
          <p:cNvSpPr>
            <a:spLocks noChangeArrowheads="1"/>
          </p:cNvSpPr>
          <p:nvPr/>
        </p:nvSpPr>
        <p:spPr bwMode="auto">
          <a:xfrm>
            <a:off x="4951413" y="327166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  <p:sp>
        <p:nvSpPr>
          <p:cNvPr id="59" name="Rectangle 48"/>
          <p:cNvSpPr>
            <a:spLocks noChangeArrowheads="1"/>
          </p:cNvSpPr>
          <p:nvPr/>
        </p:nvSpPr>
        <p:spPr bwMode="auto">
          <a:xfrm>
            <a:off x="4951413" y="1906415"/>
            <a:ext cx="8826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본고딕 Medium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83160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96102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94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04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182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47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9883" y="2204864"/>
            <a:ext cx="2662138" cy="2664000"/>
          </a:xfrm>
          <a:prstGeom prst="rect">
            <a:avLst/>
          </a:prstGeom>
          <a:solidFill>
            <a:schemeClr val="bg2"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75000"/>
                  <a:lumOff val="25000"/>
                </a:srgb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694276" y="2204864"/>
            <a:ext cx="2662138" cy="2664000"/>
          </a:xfrm>
          <a:prstGeom prst="rect">
            <a:avLst/>
          </a:prstGeom>
          <a:solidFill>
            <a:schemeClr val="accent2"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622080" y="2204864"/>
            <a:ext cx="2662138" cy="2664000"/>
          </a:xfrm>
          <a:prstGeom prst="rect">
            <a:avLst/>
          </a:prstGeom>
          <a:solidFill>
            <a:schemeClr val="accent3">
              <a:alpha val="69804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59715" y="1776393"/>
            <a:ext cx="1734652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8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01</a:t>
            </a:r>
            <a:endParaRPr kumimoji="0" lang="en-US" altLang="ko-KR" sz="88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333387" y="1788760"/>
            <a:ext cx="1734652" cy="1603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8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02</a:t>
            </a:r>
            <a:endParaRPr kumimoji="0" lang="en-US" altLang="ko-KR" sz="88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403252" y="1788760"/>
            <a:ext cx="1734652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8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03</a:t>
            </a:r>
            <a:endParaRPr kumimoji="0" lang="en-US" altLang="ko-KR" sz="88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49883" y="5045634"/>
            <a:ext cx="26621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lang="ko-KR" altLang="en-US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rPr>
              <a:t>입력하세요 텍스트를 입력하세요 텍스트를 입력하세요 </a:t>
            </a:r>
            <a:endParaRPr lang="en-US" altLang="ko-KR" sz="1200" spc="-20" dirty="0" smtClean="0">
              <a:ln>
                <a:solidFill>
                  <a:srgbClr val="E6E6E6">
                    <a:alpha val="0"/>
                  </a:srgbClr>
                </a:solidFill>
              </a:ln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rPr>
              <a:t>텍스트를 입력하세요 텍스트를 입력하세요 텍스트를 입력하세요 </a:t>
            </a:r>
            <a:endParaRPr lang="en-US" altLang="ko-KR" sz="1200" spc="-20" dirty="0">
              <a:ln>
                <a:solidFill>
                  <a:srgbClr val="E6E6E6">
                    <a:alpha val="0"/>
                  </a:srgbClr>
                </a:solidFill>
              </a:ln>
            </a:endParaRPr>
          </a:p>
          <a:p>
            <a:pPr algn="ctr">
              <a:lnSpc>
                <a:spcPct val="120000"/>
              </a:lnSpc>
              <a:defRPr/>
            </a:pPr>
            <a:endParaRPr lang="en-US" altLang="ko-KR" sz="1200" spc="-20" dirty="0">
              <a:ln>
                <a:solidFill>
                  <a:srgbClr val="E6E6E6">
                    <a:alpha val="0"/>
                  </a:srgbClr>
                </a:solidFill>
              </a:ln>
            </a:endParaRPr>
          </a:p>
        </p:txBody>
      </p:sp>
      <p:sp>
        <p:nvSpPr>
          <p:cNvPr id="22" name="텍스트 개체 틀 5"/>
          <p:cNvSpPr txBox="1">
            <a:spLocks/>
          </p:cNvSpPr>
          <p:nvPr/>
        </p:nvSpPr>
        <p:spPr>
          <a:xfrm>
            <a:off x="276186" y="3098210"/>
            <a:ext cx="9343276" cy="438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3" name="텍스트 개체 틀 5"/>
          <p:cNvSpPr txBox="1">
            <a:spLocks/>
          </p:cNvSpPr>
          <p:nvPr/>
        </p:nvSpPr>
        <p:spPr>
          <a:xfrm>
            <a:off x="276186" y="3484554"/>
            <a:ext cx="9343276" cy="438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4" name="텍스트 개체 틀 5"/>
          <p:cNvSpPr txBox="1">
            <a:spLocks/>
          </p:cNvSpPr>
          <p:nvPr/>
        </p:nvSpPr>
        <p:spPr>
          <a:xfrm>
            <a:off x="276186" y="3860933"/>
            <a:ext cx="9343276" cy="438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5" name="텍스트 개체 틀 5"/>
          <p:cNvSpPr txBox="1">
            <a:spLocks/>
          </p:cNvSpPr>
          <p:nvPr/>
        </p:nvSpPr>
        <p:spPr>
          <a:xfrm>
            <a:off x="276186" y="4439809"/>
            <a:ext cx="9343276" cy="4386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22147" y="3422880"/>
            <a:ext cx="1117614" cy="3671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395204" y="3422880"/>
            <a:ext cx="1117614" cy="3671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7444432" y="3422880"/>
            <a:ext cx="1161536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 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2080" y="5045634"/>
            <a:ext cx="26621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lang="ko-KR" altLang="en-US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rPr>
              <a:t>입력하세요 텍스트를 입력하세요 텍스트를 입력하세요 </a:t>
            </a:r>
            <a:endParaRPr lang="en-US" altLang="ko-KR" sz="1200" spc="-20" dirty="0" smtClean="0">
              <a:ln>
                <a:solidFill>
                  <a:srgbClr val="E6E6E6">
                    <a:alpha val="0"/>
                  </a:srgbClr>
                </a:solidFill>
              </a:ln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rPr>
              <a:t>텍스트를 입력하세요 텍스트를 입력하세요 텍스트를 입력하세요 </a:t>
            </a:r>
            <a:endParaRPr lang="en-US" altLang="ko-KR" sz="1200" spc="-20" dirty="0">
              <a:ln>
                <a:solidFill>
                  <a:srgbClr val="E6E6E6">
                    <a:alpha val="0"/>
                  </a:srgbClr>
                </a:solidFill>
              </a:ln>
            </a:endParaRPr>
          </a:p>
          <a:p>
            <a:pPr algn="ctr">
              <a:lnSpc>
                <a:spcPct val="120000"/>
              </a:lnSpc>
              <a:defRPr/>
            </a:pPr>
            <a:endParaRPr lang="en-US" altLang="ko-KR" sz="1200" spc="-20" dirty="0">
              <a:ln>
                <a:solidFill>
                  <a:srgbClr val="E6E6E6">
                    <a:alpha val="0"/>
                  </a:srgbClr>
                </a:solidFill>
              </a:ln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694131" y="5045634"/>
            <a:ext cx="26621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lang="ko-KR" altLang="en-US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rPr>
              <a:t>입력하세요 텍스트를 입력하세요 텍스트를 입력하세요 </a:t>
            </a:r>
            <a:endParaRPr lang="en-US" altLang="ko-KR" sz="1200" spc="-20" dirty="0" smtClean="0">
              <a:ln>
                <a:solidFill>
                  <a:srgbClr val="E6E6E6">
                    <a:alpha val="0"/>
                  </a:srgbClr>
                </a:solidFill>
              </a:ln>
            </a:endParaRPr>
          </a:p>
          <a:p>
            <a:pPr algn="ctr">
              <a:lnSpc>
                <a:spcPct val="120000"/>
              </a:lnSpc>
              <a:defRPr/>
            </a:pPr>
            <a:r>
              <a:rPr lang="ko-KR" altLang="en-US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rPr>
              <a:t>텍스트를 입력하세요 텍스트를 입력하세요 텍스트를 입력하세요 </a:t>
            </a:r>
            <a:endParaRPr lang="en-US" altLang="ko-KR" sz="1200" spc="-20" dirty="0">
              <a:ln>
                <a:solidFill>
                  <a:srgbClr val="E6E6E6">
                    <a:alpha val="0"/>
                  </a:srgbClr>
                </a:solidFill>
              </a:ln>
            </a:endParaRPr>
          </a:p>
          <a:p>
            <a:pPr algn="ctr">
              <a:lnSpc>
                <a:spcPct val="120000"/>
              </a:lnSpc>
              <a:defRPr/>
            </a:pPr>
            <a:endParaRPr lang="en-US" altLang="ko-KR" sz="1200" spc="-20" dirty="0">
              <a:ln>
                <a:solidFill>
                  <a:srgbClr val="E6E6E6">
                    <a:alpha val="0"/>
                  </a:srgb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675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순서도: 연결자 6">
            <a:extLst>
              <a:ext uri="{FF2B5EF4-FFF2-40B4-BE49-F238E27FC236}">
                <a16:creationId xmlns="" xmlns:a16="http://schemas.microsoft.com/office/drawing/2014/main" id="{FDE57F70-791F-4DB7-BBB5-34DDAF56F340}"/>
              </a:ext>
            </a:extLst>
          </p:cNvPr>
          <p:cNvSpPr/>
          <p:nvPr/>
        </p:nvSpPr>
        <p:spPr>
          <a:xfrm>
            <a:off x="1988084" y="2949908"/>
            <a:ext cx="1785124" cy="1785124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="" xmlns:a16="http://schemas.microsoft.com/office/drawing/2014/main" id="{9C3544CE-81D6-4101-B54A-F26F0BFCCA6A}"/>
              </a:ext>
            </a:extLst>
          </p:cNvPr>
          <p:cNvSpPr/>
          <p:nvPr/>
        </p:nvSpPr>
        <p:spPr>
          <a:xfrm>
            <a:off x="4096112" y="2949908"/>
            <a:ext cx="1785124" cy="1785124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="" xmlns:a16="http://schemas.microsoft.com/office/drawing/2014/main" id="{6AE170B1-2E14-48FB-BD59-A363A9A34BC8}"/>
              </a:ext>
            </a:extLst>
          </p:cNvPr>
          <p:cNvSpPr/>
          <p:nvPr/>
        </p:nvSpPr>
        <p:spPr>
          <a:xfrm>
            <a:off x="6204139" y="2949908"/>
            <a:ext cx="1785124" cy="1785124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1386763" y="2457044"/>
            <a:ext cx="7230498" cy="2809876"/>
          </a:xfrm>
          <a:custGeom>
            <a:avLst/>
            <a:gdLst>
              <a:gd name="connsiteX0" fmla="*/ 5133586 w 7229476"/>
              <a:gd name="connsiteY0" fmla="*/ 0 h 2809876"/>
              <a:gd name="connsiteX1" fmla="*/ 5824538 w 7229476"/>
              <a:gd name="connsiteY1" fmla="*/ 0 h 2809876"/>
              <a:gd name="connsiteX2" fmla="*/ 7229476 w 7229476"/>
              <a:gd name="connsiteY2" fmla="*/ 1404938 h 2809876"/>
              <a:gd name="connsiteX3" fmla="*/ 7229475 w 7229476"/>
              <a:gd name="connsiteY3" fmla="*/ 1404938 h 2809876"/>
              <a:gd name="connsiteX4" fmla="*/ 5824537 w 7229476"/>
              <a:gd name="connsiteY4" fmla="*/ 2809876 h 2809876"/>
              <a:gd name="connsiteX5" fmla="*/ 5687927 w 7229476"/>
              <a:gd name="connsiteY5" fmla="*/ 2809876 h 2809876"/>
              <a:gd name="connsiteX6" fmla="*/ 5687927 w 7229476"/>
              <a:gd name="connsiteY6" fmla="*/ 2669509 h 2809876"/>
              <a:gd name="connsiteX7" fmla="*/ 5803917 w 7229476"/>
              <a:gd name="connsiteY7" fmla="*/ 2669509 h 2809876"/>
              <a:gd name="connsiteX8" fmla="*/ 7068488 w 7229476"/>
              <a:gd name="connsiteY8" fmla="*/ 1404938 h 2809876"/>
              <a:gd name="connsiteX9" fmla="*/ 7068489 w 7229476"/>
              <a:gd name="connsiteY9" fmla="*/ 1404938 h 2809876"/>
              <a:gd name="connsiteX10" fmla="*/ 5803918 w 7229476"/>
              <a:gd name="connsiteY10" fmla="*/ 140367 h 2809876"/>
              <a:gd name="connsiteX11" fmla="*/ 5133586 w 7229476"/>
              <a:gd name="connsiteY11" fmla="*/ 140367 h 2809876"/>
              <a:gd name="connsiteX12" fmla="*/ 1404938 w 7229476"/>
              <a:gd name="connsiteY12" fmla="*/ 0 h 2809876"/>
              <a:gd name="connsiteX13" fmla="*/ 2095891 w 7229476"/>
              <a:gd name="connsiteY13" fmla="*/ 0 h 2809876"/>
              <a:gd name="connsiteX14" fmla="*/ 2095891 w 7229476"/>
              <a:gd name="connsiteY14" fmla="*/ 140367 h 2809876"/>
              <a:gd name="connsiteX15" fmla="*/ 1425557 w 7229476"/>
              <a:gd name="connsiteY15" fmla="*/ 140367 h 2809876"/>
              <a:gd name="connsiteX16" fmla="*/ 186678 w 7229476"/>
              <a:gd name="connsiteY16" fmla="*/ 1150083 h 2809876"/>
              <a:gd name="connsiteX17" fmla="*/ 160986 w 7229476"/>
              <a:gd name="connsiteY17" fmla="*/ 1404938 h 2809876"/>
              <a:gd name="connsiteX18" fmla="*/ 186678 w 7229476"/>
              <a:gd name="connsiteY18" fmla="*/ 1659792 h 2809876"/>
              <a:gd name="connsiteX19" fmla="*/ 1425557 w 7229476"/>
              <a:gd name="connsiteY19" fmla="*/ 2669508 h 2809876"/>
              <a:gd name="connsiteX20" fmla="*/ 1541549 w 7229476"/>
              <a:gd name="connsiteY20" fmla="*/ 2669508 h 2809876"/>
              <a:gd name="connsiteX21" fmla="*/ 1541549 w 7229476"/>
              <a:gd name="connsiteY21" fmla="*/ 2809875 h 2809876"/>
              <a:gd name="connsiteX22" fmla="*/ 1404938 w 7229476"/>
              <a:gd name="connsiteY22" fmla="*/ 2809875 h 2809876"/>
              <a:gd name="connsiteX23" fmla="*/ 28544 w 7229476"/>
              <a:gd name="connsiteY23" fmla="*/ 1688081 h 2809876"/>
              <a:gd name="connsiteX24" fmla="*/ 0 w 7229476"/>
              <a:gd name="connsiteY24" fmla="*/ 1404938 h 2809876"/>
              <a:gd name="connsiteX25" fmla="*/ 28544 w 7229476"/>
              <a:gd name="connsiteY25" fmla="*/ 1121794 h 2809876"/>
              <a:gd name="connsiteX26" fmla="*/ 1404938 w 7229476"/>
              <a:gd name="connsiteY26" fmla="*/ 0 h 2809876"/>
              <a:gd name="connsiteX0" fmla="*/ 5133586 w 7229476"/>
              <a:gd name="connsiteY0" fmla="*/ 0 h 2809876"/>
              <a:gd name="connsiteX1" fmla="*/ 5824538 w 7229476"/>
              <a:gd name="connsiteY1" fmla="*/ 0 h 2809876"/>
              <a:gd name="connsiteX2" fmla="*/ 7229476 w 7229476"/>
              <a:gd name="connsiteY2" fmla="*/ 1404938 h 2809876"/>
              <a:gd name="connsiteX3" fmla="*/ 7229475 w 7229476"/>
              <a:gd name="connsiteY3" fmla="*/ 1404938 h 2809876"/>
              <a:gd name="connsiteX4" fmla="*/ 5824537 w 7229476"/>
              <a:gd name="connsiteY4" fmla="*/ 2809876 h 2809876"/>
              <a:gd name="connsiteX5" fmla="*/ 5687927 w 7229476"/>
              <a:gd name="connsiteY5" fmla="*/ 2809876 h 2809876"/>
              <a:gd name="connsiteX6" fmla="*/ 5687927 w 7229476"/>
              <a:gd name="connsiteY6" fmla="*/ 2669509 h 2809876"/>
              <a:gd name="connsiteX7" fmla="*/ 5803917 w 7229476"/>
              <a:gd name="connsiteY7" fmla="*/ 2669509 h 2809876"/>
              <a:gd name="connsiteX8" fmla="*/ 7068488 w 7229476"/>
              <a:gd name="connsiteY8" fmla="*/ 1404938 h 2809876"/>
              <a:gd name="connsiteX9" fmla="*/ 7068489 w 7229476"/>
              <a:gd name="connsiteY9" fmla="*/ 1404938 h 2809876"/>
              <a:gd name="connsiteX10" fmla="*/ 5803918 w 7229476"/>
              <a:gd name="connsiteY10" fmla="*/ 140367 h 2809876"/>
              <a:gd name="connsiteX11" fmla="*/ 5133586 w 7229476"/>
              <a:gd name="connsiteY11" fmla="*/ 140367 h 2809876"/>
              <a:gd name="connsiteX12" fmla="*/ 5133586 w 7229476"/>
              <a:gd name="connsiteY12" fmla="*/ 0 h 2809876"/>
              <a:gd name="connsiteX13" fmla="*/ 1404938 w 7229476"/>
              <a:gd name="connsiteY13" fmla="*/ 0 h 2809876"/>
              <a:gd name="connsiteX14" fmla="*/ 2095891 w 7229476"/>
              <a:gd name="connsiteY14" fmla="*/ 0 h 2809876"/>
              <a:gd name="connsiteX15" fmla="*/ 2095891 w 7229476"/>
              <a:gd name="connsiteY15" fmla="*/ 140367 h 2809876"/>
              <a:gd name="connsiteX16" fmla="*/ 1425557 w 7229476"/>
              <a:gd name="connsiteY16" fmla="*/ 140367 h 2809876"/>
              <a:gd name="connsiteX17" fmla="*/ 186678 w 7229476"/>
              <a:gd name="connsiteY17" fmla="*/ 1150083 h 2809876"/>
              <a:gd name="connsiteX18" fmla="*/ 160986 w 7229476"/>
              <a:gd name="connsiteY18" fmla="*/ 1404938 h 2809876"/>
              <a:gd name="connsiteX19" fmla="*/ 186678 w 7229476"/>
              <a:gd name="connsiteY19" fmla="*/ 1659792 h 2809876"/>
              <a:gd name="connsiteX20" fmla="*/ 1425557 w 7229476"/>
              <a:gd name="connsiteY20" fmla="*/ 2669508 h 2809876"/>
              <a:gd name="connsiteX21" fmla="*/ 1541549 w 7229476"/>
              <a:gd name="connsiteY21" fmla="*/ 2669508 h 2809876"/>
              <a:gd name="connsiteX22" fmla="*/ 1541549 w 7229476"/>
              <a:gd name="connsiteY22" fmla="*/ 2809875 h 2809876"/>
              <a:gd name="connsiteX23" fmla="*/ 1404938 w 7229476"/>
              <a:gd name="connsiteY23" fmla="*/ 2809875 h 2809876"/>
              <a:gd name="connsiteX24" fmla="*/ 28544 w 7229476"/>
              <a:gd name="connsiteY24" fmla="*/ 1688081 h 2809876"/>
              <a:gd name="connsiteX25" fmla="*/ 0 w 7229476"/>
              <a:gd name="connsiteY25" fmla="*/ 1404938 h 2809876"/>
              <a:gd name="connsiteX26" fmla="*/ 28544 w 7229476"/>
              <a:gd name="connsiteY26" fmla="*/ 1121794 h 2809876"/>
              <a:gd name="connsiteX27" fmla="*/ 1404938 w 7229476"/>
              <a:gd name="connsiteY27" fmla="*/ 0 h 2809876"/>
              <a:gd name="connsiteX0" fmla="*/ 5133586 w 7229476"/>
              <a:gd name="connsiteY0" fmla="*/ 0 h 2809876"/>
              <a:gd name="connsiteX1" fmla="*/ 5824538 w 7229476"/>
              <a:gd name="connsiteY1" fmla="*/ 0 h 2809876"/>
              <a:gd name="connsiteX2" fmla="*/ 7229476 w 7229476"/>
              <a:gd name="connsiteY2" fmla="*/ 1404938 h 2809876"/>
              <a:gd name="connsiteX3" fmla="*/ 7229475 w 7229476"/>
              <a:gd name="connsiteY3" fmla="*/ 1404938 h 2809876"/>
              <a:gd name="connsiteX4" fmla="*/ 5824537 w 7229476"/>
              <a:gd name="connsiteY4" fmla="*/ 2809876 h 2809876"/>
              <a:gd name="connsiteX5" fmla="*/ 5687927 w 7229476"/>
              <a:gd name="connsiteY5" fmla="*/ 2809876 h 2809876"/>
              <a:gd name="connsiteX6" fmla="*/ 5687927 w 7229476"/>
              <a:gd name="connsiteY6" fmla="*/ 2669509 h 2809876"/>
              <a:gd name="connsiteX7" fmla="*/ 5803917 w 7229476"/>
              <a:gd name="connsiteY7" fmla="*/ 2669509 h 2809876"/>
              <a:gd name="connsiteX8" fmla="*/ 7068488 w 7229476"/>
              <a:gd name="connsiteY8" fmla="*/ 1404938 h 2809876"/>
              <a:gd name="connsiteX9" fmla="*/ 7068489 w 7229476"/>
              <a:gd name="connsiteY9" fmla="*/ 1404938 h 2809876"/>
              <a:gd name="connsiteX10" fmla="*/ 5803918 w 7229476"/>
              <a:gd name="connsiteY10" fmla="*/ 140367 h 2809876"/>
              <a:gd name="connsiteX11" fmla="*/ 5133586 w 7229476"/>
              <a:gd name="connsiteY11" fmla="*/ 140367 h 2809876"/>
              <a:gd name="connsiteX12" fmla="*/ 5133586 w 7229476"/>
              <a:gd name="connsiteY12" fmla="*/ 0 h 2809876"/>
              <a:gd name="connsiteX13" fmla="*/ 1404938 w 7229476"/>
              <a:gd name="connsiteY13" fmla="*/ 0 h 2809876"/>
              <a:gd name="connsiteX14" fmla="*/ 2095891 w 7229476"/>
              <a:gd name="connsiteY14" fmla="*/ 0 h 2809876"/>
              <a:gd name="connsiteX15" fmla="*/ 2095891 w 7229476"/>
              <a:gd name="connsiteY15" fmla="*/ 140367 h 2809876"/>
              <a:gd name="connsiteX16" fmla="*/ 1425557 w 7229476"/>
              <a:gd name="connsiteY16" fmla="*/ 140367 h 2809876"/>
              <a:gd name="connsiteX17" fmla="*/ 186678 w 7229476"/>
              <a:gd name="connsiteY17" fmla="*/ 1150083 h 2809876"/>
              <a:gd name="connsiteX18" fmla="*/ 160986 w 7229476"/>
              <a:gd name="connsiteY18" fmla="*/ 1404938 h 2809876"/>
              <a:gd name="connsiteX19" fmla="*/ 186678 w 7229476"/>
              <a:gd name="connsiteY19" fmla="*/ 1659792 h 2809876"/>
              <a:gd name="connsiteX20" fmla="*/ 1425557 w 7229476"/>
              <a:gd name="connsiteY20" fmla="*/ 2669508 h 2809876"/>
              <a:gd name="connsiteX21" fmla="*/ 1541549 w 7229476"/>
              <a:gd name="connsiteY21" fmla="*/ 2669508 h 2809876"/>
              <a:gd name="connsiteX22" fmla="*/ 1541549 w 7229476"/>
              <a:gd name="connsiteY22" fmla="*/ 2809875 h 2809876"/>
              <a:gd name="connsiteX23" fmla="*/ 1404938 w 7229476"/>
              <a:gd name="connsiteY23" fmla="*/ 2809875 h 2809876"/>
              <a:gd name="connsiteX24" fmla="*/ 28544 w 7229476"/>
              <a:gd name="connsiteY24" fmla="*/ 1688081 h 2809876"/>
              <a:gd name="connsiteX25" fmla="*/ 0 w 7229476"/>
              <a:gd name="connsiteY25" fmla="*/ 1404938 h 2809876"/>
              <a:gd name="connsiteX26" fmla="*/ 28544 w 7229476"/>
              <a:gd name="connsiteY26" fmla="*/ 1121794 h 2809876"/>
              <a:gd name="connsiteX27" fmla="*/ 1404938 w 7229476"/>
              <a:gd name="connsiteY27" fmla="*/ 0 h 2809876"/>
              <a:gd name="connsiteX0" fmla="*/ 5262174 w 7358064"/>
              <a:gd name="connsiteY0" fmla="*/ 0 h 2809876"/>
              <a:gd name="connsiteX1" fmla="*/ 5953126 w 7358064"/>
              <a:gd name="connsiteY1" fmla="*/ 0 h 2809876"/>
              <a:gd name="connsiteX2" fmla="*/ 7358064 w 7358064"/>
              <a:gd name="connsiteY2" fmla="*/ 1404938 h 2809876"/>
              <a:gd name="connsiteX3" fmla="*/ 7358063 w 7358064"/>
              <a:gd name="connsiteY3" fmla="*/ 1404938 h 2809876"/>
              <a:gd name="connsiteX4" fmla="*/ 5953125 w 7358064"/>
              <a:gd name="connsiteY4" fmla="*/ 2809876 h 2809876"/>
              <a:gd name="connsiteX5" fmla="*/ 5816515 w 7358064"/>
              <a:gd name="connsiteY5" fmla="*/ 2809876 h 2809876"/>
              <a:gd name="connsiteX6" fmla="*/ 5816515 w 7358064"/>
              <a:gd name="connsiteY6" fmla="*/ 2669509 h 2809876"/>
              <a:gd name="connsiteX7" fmla="*/ 5932505 w 7358064"/>
              <a:gd name="connsiteY7" fmla="*/ 2669509 h 2809876"/>
              <a:gd name="connsiteX8" fmla="*/ 7197076 w 7358064"/>
              <a:gd name="connsiteY8" fmla="*/ 1404938 h 2809876"/>
              <a:gd name="connsiteX9" fmla="*/ 7197077 w 7358064"/>
              <a:gd name="connsiteY9" fmla="*/ 1404938 h 2809876"/>
              <a:gd name="connsiteX10" fmla="*/ 5932506 w 7358064"/>
              <a:gd name="connsiteY10" fmla="*/ 140367 h 2809876"/>
              <a:gd name="connsiteX11" fmla="*/ 5262174 w 7358064"/>
              <a:gd name="connsiteY11" fmla="*/ 140367 h 2809876"/>
              <a:gd name="connsiteX12" fmla="*/ 5262174 w 7358064"/>
              <a:gd name="connsiteY12" fmla="*/ 0 h 2809876"/>
              <a:gd name="connsiteX13" fmla="*/ 1533526 w 7358064"/>
              <a:gd name="connsiteY13" fmla="*/ 0 h 2809876"/>
              <a:gd name="connsiteX14" fmla="*/ 2224479 w 7358064"/>
              <a:gd name="connsiteY14" fmla="*/ 0 h 2809876"/>
              <a:gd name="connsiteX15" fmla="*/ 2224479 w 7358064"/>
              <a:gd name="connsiteY15" fmla="*/ 140367 h 2809876"/>
              <a:gd name="connsiteX16" fmla="*/ 1554145 w 7358064"/>
              <a:gd name="connsiteY16" fmla="*/ 140367 h 2809876"/>
              <a:gd name="connsiteX17" fmla="*/ 315266 w 7358064"/>
              <a:gd name="connsiteY17" fmla="*/ 1150083 h 2809876"/>
              <a:gd name="connsiteX18" fmla="*/ 289574 w 7358064"/>
              <a:gd name="connsiteY18" fmla="*/ 1404938 h 2809876"/>
              <a:gd name="connsiteX19" fmla="*/ 315266 w 7358064"/>
              <a:gd name="connsiteY19" fmla="*/ 1659792 h 2809876"/>
              <a:gd name="connsiteX20" fmla="*/ 1554145 w 7358064"/>
              <a:gd name="connsiteY20" fmla="*/ 2669508 h 2809876"/>
              <a:gd name="connsiteX21" fmla="*/ 1670137 w 7358064"/>
              <a:gd name="connsiteY21" fmla="*/ 2669508 h 2809876"/>
              <a:gd name="connsiteX22" fmla="*/ 1670137 w 7358064"/>
              <a:gd name="connsiteY22" fmla="*/ 2809875 h 2809876"/>
              <a:gd name="connsiteX23" fmla="*/ 1533526 w 7358064"/>
              <a:gd name="connsiteY23" fmla="*/ 2809875 h 2809876"/>
              <a:gd name="connsiteX24" fmla="*/ 157132 w 7358064"/>
              <a:gd name="connsiteY24" fmla="*/ 1688081 h 2809876"/>
              <a:gd name="connsiteX25" fmla="*/ 0 w 7358064"/>
              <a:gd name="connsiteY25" fmla="*/ 1414463 h 2809876"/>
              <a:gd name="connsiteX26" fmla="*/ 157132 w 7358064"/>
              <a:gd name="connsiteY26" fmla="*/ 1121794 h 2809876"/>
              <a:gd name="connsiteX27" fmla="*/ 1533526 w 7358064"/>
              <a:gd name="connsiteY27" fmla="*/ 0 h 2809876"/>
              <a:gd name="connsiteX0" fmla="*/ 5131205 w 7227095"/>
              <a:gd name="connsiteY0" fmla="*/ 0 h 2809876"/>
              <a:gd name="connsiteX1" fmla="*/ 5822157 w 7227095"/>
              <a:gd name="connsiteY1" fmla="*/ 0 h 2809876"/>
              <a:gd name="connsiteX2" fmla="*/ 7227095 w 7227095"/>
              <a:gd name="connsiteY2" fmla="*/ 1404938 h 2809876"/>
              <a:gd name="connsiteX3" fmla="*/ 7227094 w 7227095"/>
              <a:gd name="connsiteY3" fmla="*/ 1404938 h 2809876"/>
              <a:gd name="connsiteX4" fmla="*/ 5822156 w 7227095"/>
              <a:gd name="connsiteY4" fmla="*/ 2809876 h 2809876"/>
              <a:gd name="connsiteX5" fmla="*/ 5685546 w 7227095"/>
              <a:gd name="connsiteY5" fmla="*/ 2809876 h 2809876"/>
              <a:gd name="connsiteX6" fmla="*/ 5685546 w 7227095"/>
              <a:gd name="connsiteY6" fmla="*/ 2669509 h 2809876"/>
              <a:gd name="connsiteX7" fmla="*/ 5801536 w 7227095"/>
              <a:gd name="connsiteY7" fmla="*/ 2669509 h 2809876"/>
              <a:gd name="connsiteX8" fmla="*/ 7066107 w 7227095"/>
              <a:gd name="connsiteY8" fmla="*/ 1404938 h 2809876"/>
              <a:gd name="connsiteX9" fmla="*/ 7066108 w 7227095"/>
              <a:gd name="connsiteY9" fmla="*/ 1404938 h 2809876"/>
              <a:gd name="connsiteX10" fmla="*/ 5801537 w 7227095"/>
              <a:gd name="connsiteY10" fmla="*/ 140367 h 2809876"/>
              <a:gd name="connsiteX11" fmla="*/ 5131205 w 7227095"/>
              <a:gd name="connsiteY11" fmla="*/ 140367 h 2809876"/>
              <a:gd name="connsiteX12" fmla="*/ 5131205 w 7227095"/>
              <a:gd name="connsiteY12" fmla="*/ 0 h 2809876"/>
              <a:gd name="connsiteX13" fmla="*/ 1402557 w 7227095"/>
              <a:gd name="connsiteY13" fmla="*/ 0 h 2809876"/>
              <a:gd name="connsiteX14" fmla="*/ 2093510 w 7227095"/>
              <a:gd name="connsiteY14" fmla="*/ 0 h 2809876"/>
              <a:gd name="connsiteX15" fmla="*/ 2093510 w 7227095"/>
              <a:gd name="connsiteY15" fmla="*/ 140367 h 2809876"/>
              <a:gd name="connsiteX16" fmla="*/ 1423176 w 7227095"/>
              <a:gd name="connsiteY16" fmla="*/ 140367 h 2809876"/>
              <a:gd name="connsiteX17" fmla="*/ 184297 w 7227095"/>
              <a:gd name="connsiteY17" fmla="*/ 1150083 h 2809876"/>
              <a:gd name="connsiteX18" fmla="*/ 158605 w 7227095"/>
              <a:gd name="connsiteY18" fmla="*/ 1404938 h 2809876"/>
              <a:gd name="connsiteX19" fmla="*/ 184297 w 7227095"/>
              <a:gd name="connsiteY19" fmla="*/ 1659792 h 2809876"/>
              <a:gd name="connsiteX20" fmla="*/ 1423176 w 7227095"/>
              <a:gd name="connsiteY20" fmla="*/ 2669508 h 2809876"/>
              <a:gd name="connsiteX21" fmla="*/ 1539168 w 7227095"/>
              <a:gd name="connsiteY21" fmla="*/ 2669508 h 2809876"/>
              <a:gd name="connsiteX22" fmla="*/ 1539168 w 7227095"/>
              <a:gd name="connsiteY22" fmla="*/ 2809875 h 2809876"/>
              <a:gd name="connsiteX23" fmla="*/ 1402557 w 7227095"/>
              <a:gd name="connsiteY23" fmla="*/ 2809875 h 2809876"/>
              <a:gd name="connsiteX24" fmla="*/ 26163 w 7227095"/>
              <a:gd name="connsiteY24" fmla="*/ 1688081 h 2809876"/>
              <a:gd name="connsiteX25" fmla="*/ 0 w 7227095"/>
              <a:gd name="connsiteY25" fmla="*/ 1421607 h 2809876"/>
              <a:gd name="connsiteX26" fmla="*/ 26163 w 7227095"/>
              <a:gd name="connsiteY26" fmla="*/ 1121794 h 2809876"/>
              <a:gd name="connsiteX27" fmla="*/ 1402557 w 7227095"/>
              <a:gd name="connsiteY27" fmla="*/ 0 h 2809876"/>
              <a:gd name="connsiteX0" fmla="*/ 5131205 w 7227095"/>
              <a:gd name="connsiteY0" fmla="*/ 0 h 2809876"/>
              <a:gd name="connsiteX1" fmla="*/ 5822157 w 7227095"/>
              <a:gd name="connsiteY1" fmla="*/ 0 h 2809876"/>
              <a:gd name="connsiteX2" fmla="*/ 7227095 w 7227095"/>
              <a:gd name="connsiteY2" fmla="*/ 1404938 h 2809876"/>
              <a:gd name="connsiteX3" fmla="*/ 7227094 w 7227095"/>
              <a:gd name="connsiteY3" fmla="*/ 1404938 h 2809876"/>
              <a:gd name="connsiteX4" fmla="*/ 5822156 w 7227095"/>
              <a:gd name="connsiteY4" fmla="*/ 2809876 h 2809876"/>
              <a:gd name="connsiteX5" fmla="*/ 5685546 w 7227095"/>
              <a:gd name="connsiteY5" fmla="*/ 2809876 h 2809876"/>
              <a:gd name="connsiteX6" fmla="*/ 5685546 w 7227095"/>
              <a:gd name="connsiteY6" fmla="*/ 2669509 h 2809876"/>
              <a:gd name="connsiteX7" fmla="*/ 5801536 w 7227095"/>
              <a:gd name="connsiteY7" fmla="*/ 2669509 h 2809876"/>
              <a:gd name="connsiteX8" fmla="*/ 7066107 w 7227095"/>
              <a:gd name="connsiteY8" fmla="*/ 1404938 h 2809876"/>
              <a:gd name="connsiteX9" fmla="*/ 7066108 w 7227095"/>
              <a:gd name="connsiteY9" fmla="*/ 1404938 h 2809876"/>
              <a:gd name="connsiteX10" fmla="*/ 5801537 w 7227095"/>
              <a:gd name="connsiteY10" fmla="*/ 140367 h 2809876"/>
              <a:gd name="connsiteX11" fmla="*/ 5131205 w 7227095"/>
              <a:gd name="connsiteY11" fmla="*/ 140367 h 2809876"/>
              <a:gd name="connsiteX12" fmla="*/ 5131205 w 7227095"/>
              <a:gd name="connsiteY12" fmla="*/ 0 h 2809876"/>
              <a:gd name="connsiteX13" fmla="*/ 1402557 w 7227095"/>
              <a:gd name="connsiteY13" fmla="*/ 0 h 2809876"/>
              <a:gd name="connsiteX14" fmla="*/ 2093510 w 7227095"/>
              <a:gd name="connsiteY14" fmla="*/ 0 h 2809876"/>
              <a:gd name="connsiteX15" fmla="*/ 2093510 w 7227095"/>
              <a:gd name="connsiteY15" fmla="*/ 140367 h 2809876"/>
              <a:gd name="connsiteX16" fmla="*/ 1423176 w 7227095"/>
              <a:gd name="connsiteY16" fmla="*/ 140367 h 2809876"/>
              <a:gd name="connsiteX17" fmla="*/ 186678 w 7227095"/>
              <a:gd name="connsiteY17" fmla="*/ 1150083 h 2809876"/>
              <a:gd name="connsiteX18" fmla="*/ 158605 w 7227095"/>
              <a:gd name="connsiteY18" fmla="*/ 1404938 h 2809876"/>
              <a:gd name="connsiteX19" fmla="*/ 184297 w 7227095"/>
              <a:gd name="connsiteY19" fmla="*/ 1659792 h 2809876"/>
              <a:gd name="connsiteX20" fmla="*/ 1423176 w 7227095"/>
              <a:gd name="connsiteY20" fmla="*/ 2669508 h 2809876"/>
              <a:gd name="connsiteX21" fmla="*/ 1539168 w 7227095"/>
              <a:gd name="connsiteY21" fmla="*/ 2669508 h 2809876"/>
              <a:gd name="connsiteX22" fmla="*/ 1539168 w 7227095"/>
              <a:gd name="connsiteY22" fmla="*/ 2809875 h 2809876"/>
              <a:gd name="connsiteX23" fmla="*/ 1402557 w 7227095"/>
              <a:gd name="connsiteY23" fmla="*/ 2809875 h 2809876"/>
              <a:gd name="connsiteX24" fmla="*/ 26163 w 7227095"/>
              <a:gd name="connsiteY24" fmla="*/ 1688081 h 2809876"/>
              <a:gd name="connsiteX25" fmla="*/ 0 w 7227095"/>
              <a:gd name="connsiteY25" fmla="*/ 1421607 h 2809876"/>
              <a:gd name="connsiteX26" fmla="*/ 26163 w 7227095"/>
              <a:gd name="connsiteY26" fmla="*/ 1121794 h 2809876"/>
              <a:gd name="connsiteX27" fmla="*/ 1402557 w 7227095"/>
              <a:gd name="connsiteY27" fmla="*/ 0 h 2809876"/>
              <a:gd name="connsiteX0" fmla="*/ 5131205 w 7227095"/>
              <a:gd name="connsiteY0" fmla="*/ 0 h 2809876"/>
              <a:gd name="connsiteX1" fmla="*/ 5822157 w 7227095"/>
              <a:gd name="connsiteY1" fmla="*/ 0 h 2809876"/>
              <a:gd name="connsiteX2" fmla="*/ 7227095 w 7227095"/>
              <a:gd name="connsiteY2" fmla="*/ 1404938 h 2809876"/>
              <a:gd name="connsiteX3" fmla="*/ 7227094 w 7227095"/>
              <a:gd name="connsiteY3" fmla="*/ 1404938 h 2809876"/>
              <a:gd name="connsiteX4" fmla="*/ 5822156 w 7227095"/>
              <a:gd name="connsiteY4" fmla="*/ 2809876 h 2809876"/>
              <a:gd name="connsiteX5" fmla="*/ 5685546 w 7227095"/>
              <a:gd name="connsiteY5" fmla="*/ 2809876 h 2809876"/>
              <a:gd name="connsiteX6" fmla="*/ 5685546 w 7227095"/>
              <a:gd name="connsiteY6" fmla="*/ 2669509 h 2809876"/>
              <a:gd name="connsiteX7" fmla="*/ 5801536 w 7227095"/>
              <a:gd name="connsiteY7" fmla="*/ 2669509 h 2809876"/>
              <a:gd name="connsiteX8" fmla="*/ 7066107 w 7227095"/>
              <a:gd name="connsiteY8" fmla="*/ 1404938 h 2809876"/>
              <a:gd name="connsiteX9" fmla="*/ 7066108 w 7227095"/>
              <a:gd name="connsiteY9" fmla="*/ 1404938 h 2809876"/>
              <a:gd name="connsiteX10" fmla="*/ 5801537 w 7227095"/>
              <a:gd name="connsiteY10" fmla="*/ 140367 h 2809876"/>
              <a:gd name="connsiteX11" fmla="*/ 5131205 w 7227095"/>
              <a:gd name="connsiteY11" fmla="*/ 140367 h 2809876"/>
              <a:gd name="connsiteX12" fmla="*/ 5131205 w 7227095"/>
              <a:gd name="connsiteY12" fmla="*/ 0 h 2809876"/>
              <a:gd name="connsiteX13" fmla="*/ 1402557 w 7227095"/>
              <a:gd name="connsiteY13" fmla="*/ 0 h 2809876"/>
              <a:gd name="connsiteX14" fmla="*/ 2093510 w 7227095"/>
              <a:gd name="connsiteY14" fmla="*/ 0 h 2809876"/>
              <a:gd name="connsiteX15" fmla="*/ 2093510 w 7227095"/>
              <a:gd name="connsiteY15" fmla="*/ 140367 h 2809876"/>
              <a:gd name="connsiteX16" fmla="*/ 1423176 w 7227095"/>
              <a:gd name="connsiteY16" fmla="*/ 140367 h 2809876"/>
              <a:gd name="connsiteX17" fmla="*/ 186678 w 7227095"/>
              <a:gd name="connsiteY17" fmla="*/ 1150083 h 2809876"/>
              <a:gd name="connsiteX18" fmla="*/ 163367 w 7227095"/>
              <a:gd name="connsiteY18" fmla="*/ 1404938 h 2809876"/>
              <a:gd name="connsiteX19" fmla="*/ 184297 w 7227095"/>
              <a:gd name="connsiteY19" fmla="*/ 1659792 h 2809876"/>
              <a:gd name="connsiteX20" fmla="*/ 1423176 w 7227095"/>
              <a:gd name="connsiteY20" fmla="*/ 2669508 h 2809876"/>
              <a:gd name="connsiteX21" fmla="*/ 1539168 w 7227095"/>
              <a:gd name="connsiteY21" fmla="*/ 2669508 h 2809876"/>
              <a:gd name="connsiteX22" fmla="*/ 1539168 w 7227095"/>
              <a:gd name="connsiteY22" fmla="*/ 2809875 h 2809876"/>
              <a:gd name="connsiteX23" fmla="*/ 1402557 w 7227095"/>
              <a:gd name="connsiteY23" fmla="*/ 2809875 h 2809876"/>
              <a:gd name="connsiteX24" fmla="*/ 26163 w 7227095"/>
              <a:gd name="connsiteY24" fmla="*/ 1688081 h 2809876"/>
              <a:gd name="connsiteX25" fmla="*/ 0 w 7227095"/>
              <a:gd name="connsiteY25" fmla="*/ 1421607 h 2809876"/>
              <a:gd name="connsiteX26" fmla="*/ 26163 w 7227095"/>
              <a:gd name="connsiteY26" fmla="*/ 1121794 h 2809876"/>
              <a:gd name="connsiteX27" fmla="*/ 1402557 w 7227095"/>
              <a:gd name="connsiteY27" fmla="*/ 0 h 2809876"/>
              <a:gd name="connsiteX0" fmla="*/ 5131230 w 7227120"/>
              <a:gd name="connsiteY0" fmla="*/ 0 h 2809876"/>
              <a:gd name="connsiteX1" fmla="*/ 5822182 w 7227120"/>
              <a:gd name="connsiteY1" fmla="*/ 0 h 2809876"/>
              <a:gd name="connsiteX2" fmla="*/ 7227120 w 7227120"/>
              <a:gd name="connsiteY2" fmla="*/ 1404938 h 2809876"/>
              <a:gd name="connsiteX3" fmla="*/ 7227119 w 7227120"/>
              <a:gd name="connsiteY3" fmla="*/ 1404938 h 2809876"/>
              <a:gd name="connsiteX4" fmla="*/ 5822181 w 7227120"/>
              <a:gd name="connsiteY4" fmla="*/ 2809876 h 2809876"/>
              <a:gd name="connsiteX5" fmla="*/ 5685571 w 7227120"/>
              <a:gd name="connsiteY5" fmla="*/ 2809876 h 2809876"/>
              <a:gd name="connsiteX6" fmla="*/ 5685571 w 7227120"/>
              <a:gd name="connsiteY6" fmla="*/ 2669509 h 2809876"/>
              <a:gd name="connsiteX7" fmla="*/ 5801561 w 7227120"/>
              <a:gd name="connsiteY7" fmla="*/ 2669509 h 2809876"/>
              <a:gd name="connsiteX8" fmla="*/ 7066132 w 7227120"/>
              <a:gd name="connsiteY8" fmla="*/ 1404938 h 2809876"/>
              <a:gd name="connsiteX9" fmla="*/ 7066133 w 7227120"/>
              <a:gd name="connsiteY9" fmla="*/ 1404938 h 2809876"/>
              <a:gd name="connsiteX10" fmla="*/ 5801562 w 7227120"/>
              <a:gd name="connsiteY10" fmla="*/ 140367 h 2809876"/>
              <a:gd name="connsiteX11" fmla="*/ 5131230 w 7227120"/>
              <a:gd name="connsiteY11" fmla="*/ 140367 h 2809876"/>
              <a:gd name="connsiteX12" fmla="*/ 5131230 w 7227120"/>
              <a:gd name="connsiteY12" fmla="*/ 0 h 2809876"/>
              <a:gd name="connsiteX13" fmla="*/ 1402582 w 7227120"/>
              <a:gd name="connsiteY13" fmla="*/ 0 h 2809876"/>
              <a:gd name="connsiteX14" fmla="*/ 2093535 w 7227120"/>
              <a:gd name="connsiteY14" fmla="*/ 0 h 2809876"/>
              <a:gd name="connsiteX15" fmla="*/ 2093535 w 7227120"/>
              <a:gd name="connsiteY15" fmla="*/ 140367 h 2809876"/>
              <a:gd name="connsiteX16" fmla="*/ 1423201 w 7227120"/>
              <a:gd name="connsiteY16" fmla="*/ 140367 h 2809876"/>
              <a:gd name="connsiteX17" fmla="*/ 186703 w 7227120"/>
              <a:gd name="connsiteY17" fmla="*/ 1150083 h 2809876"/>
              <a:gd name="connsiteX18" fmla="*/ 163392 w 7227120"/>
              <a:gd name="connsiteY18" fmla="*/ 1404938 h 2809876"/>
              <a:gd name="connsiteX19" fmla="*/ 184322 w 7227120"/>
              <a:gd name="connsiteY19" fmla="*/ 1659792 h 2809876"/>
              <a:gd name="connsiteX20" fmla="*/ 1423201 w 7227120"/>
              <a:gd name="connsiteY20" fmla="*/ 2669508 h 2809876"/>
              <a:gd name="connsiteX21" fmla="*/ 1539193 w 7227120"/>
              <a:gd name="connsiteY21" fmla="*/ 2669508 h 2809876"/>
              <a:gd name="connsiteX22" fmla="*/ 1539193 w 7227120"/>
              <a:gd name="connsiteY22" fmla="*/ 2809875 h 2809876"/>
              <a:gd name="connsiteX23" fmla="*/ 1402582 w 7227120"/>
              <a:gd name="connsiteY23" fmla="*/ 2809875 h 2809876"/>
              <a:gd name="connsiteX24" fmla="*/ 26188 w 7227120"/>
              <a:gd name="connsiteY24" fmla="*/ 1688081 h 2809876"/>
              <a:gd name="connsiteX25" fmla="*/ 25 w 7227120"/>
              <a:gd name="connsiteY25" fmla="*/ 1421607 h 2809876"/>
              <a:gd name="connsiteX26" fmla="*/ 26188 w 7227120"/>
              <a:gd name="connsiteY26" fmla="*/ 1121794 h 2809876"/>
              <a:gd name="connsiteX27" fmla="*/ 1402582 w 7227120"/>
              <a:gd name="connsiteY27" fmla="*/ 0 h 2809876"/>
              <a:gd name="connsiteX0" fmla="*/ 5132062 w 7227952"/>
              <a:gd name="connsiteY0" fmla="*/ 0 h 2809876"/>
              <a:gd name="connsiteX1" fmla="*/ 5823014 w 7227952"/>
              <a:gd name="connsiteY1" fmla="*/ 0 h 2809876"/>
              <a:gd name="connsiteX2" fmla="*/ 7227952 w 7227952"/>
              <a:gd name="connsiteY2" fmla="*/ 1404938 h 2809876"/>
              <a:gd name="connsiteX3" fmla="*/ 7227951 w 7227952"/>
              <a:gd name="connsiteY3" fmla="*/ 1404938 h 2809876"/>
              <a:gd name="connsiteX4" fmla="*/ 5823013 w 7227952"/>
              <a:gd name="connsiteY4" fmla="*/ 2809876 h 2809876"/>
              <a:gd name="connsiteX5" fmla="*/ 5686403 w 7227952"/>
              <a:gd name="connsiteY5" fmla="*/ 2809876 h 2809876"/>
              <a:gd name="connsiteX6" fmla="*/ 5686403 w 7227952"/>
              <a:gd name="connsiteY6" fmla="*/ 2669509 h 2809876"/>
              <a:gd name="connsiteX7" fmla="*/ 5802393 w 7227952"/>
              <a:gd name="connsiteY7" fmla="*/ 2669509 h 2809876"/>
              <a:gd name="connsiteX8" fmla="*/ 7066964 w 7227952"/>
              <a:gd name="connsiteY8" fmla="*/ 1404938 h 2809876"/>
              <a:gd name="connsiteX9" fmla="*/ 7066965 w 7227952"/>
              <a:gd name="connsiteY9" fmla="*/ 1404938 h 2809876"/>
              <a:gd name="connsiteX10" fmla="*/ 5802394 w 7227952"/>
              <a:gd name="connsiteY10" fmla="*/ 140367 h 2809876"/>
              <a:gd name="connsiteX11" fmla="*/ 5132062 w 7227952"/>
              <a:gd name="connsiteY11" fmla="*/ 140367 h 2809876"/>
              <a:gd name="connsiteX12" fmla="*/ 5132062 w 7227952"/>
              <a:gd name="connsiteY12" fmla="*/ 0 h 2809876"/>
              <a:gd name="connsiteX13" fmla="*/ 1403414 w 7227952"/>
              <a:gd name="connsiteY13" fmla="*/ 0 h 2809876"/>
              <a:gd name="connsiteX14" fmla="*/ 2094367 w 7227952"/>
              <a:gd name="connsiteY14" fmla="*/ 0 h 2809876"/>
              <a:gd name="connsiteX15" fmla="*/ 2094367 w 7227952"/>
              <a:gd name="connsiteY15" fmla="*/ 140367 h 2809876"/>
              <a:gd name="connsiteX16" fmla="*/ 1424033 w 7227952"/>
              <a:gd name="connsiteY16" fmla="*/ 140367 h 2809876"/>
              <a:gd name="connsiteX17" fmla="*/ 187535 w 7227952"/>
              <a:gd name="connsiteY17" fmla="*/ 1150083 h 2809876"/>
              <a:gd name="connsiteX18" fmla="*/ 164224 w 7227952"/>
              <a:gd name="connsiteY18" fmla="*/ 1404938 h 2809876"/>
              <a:gd name="connsiteX19" fmla="*/ 185154 w 7227952"/>
              <a:gd name="connsiteY19" fmla="*/ 1659792 h 2809876"/>
              <a:gd name="connsiteX20" fmla="*/ 1424033 w 7227952"/>
              <a:gd name="connsiteY20" fmla="*/ 2669508 h 2809876"/>
              <a:gd name="connsiteX21" fmla="*/ 1540025 w 7227952"/>
              <a:gd name="connsiteY21" fmla="*/ 2669508 h 2809876"/>
              <a:gd name="connsiteX22" fmla="*/ 1540025 w 7227952"/>
              <a:gd name="connsiteY22" fmla="*/ 2809875 h 2809876"/>
              <a:gd name="connsiteX23" fmla="*/ 1403414 w 7227952"/>
              <a:gd name="connsiteY23" fmla="*/ 2809875 h 2809876"/>
              <a:gd name="connsiteX24" fmla="*/ 27020 w 7227952"/>
              <a:gd name="connsiteY24" fmla="*/ 1688081 h 2809876"/>
              <a:gd name="connsiteX25" fmla="*/ 857 w 7227952"/>
              <a:gd name="connsiteY25" fmla="*/ 1421607 h 2809876"/>
              <a:gd name="connsiteX26" fmla="*/ 27020 w 7227952"/>
              <a:gd name="connsiteY26" fmla="*/ 1121794 h 2809876"/>
              <a:gd name="connsiteX27" fmla="*/ 1403414 w 7227952"/>
              <a:gd name="connsiteY27" fmla="*/ 0 h 2809876"/>
              <a:gd name="connsiteX0" fmla="*/ 5132062 w 7227952"/>
              <a:gd name="connsiteY0" fmla="*/ 0 h 2809876"/>
              <a:gd name="connsiteX1" fmla="*/ 5823014 w 7227952"/>
              <a:gd name="connsiteY1" fmla="*/ 0 h 2809876"/>
              <a:gd name="connsiteX2" fmla="*/ 7227952 w 7227952"/>
              <a:gd name="connsiteY2" fmla="*/ 1404938 h 2809876"/>
              <a:gd name="connsiteX3" fmla="*/ 7227951 w 7227952"/>
              <a:gd name="connsiteY3" fmla="*/ 1404938 h 2809876"/>
              <a:gd name="connsiteX4" fmla="*/ 5823013 w 7227952"/>
              <a:gd name="connsiteY4" fmla="*/ 2809876 h 2809876"/>
              <a:gd name="connsiteX5" fmla="*/ 5686403 w 7227952"/>
              <a:gd name="connsiteY5" fmla="*/ 2809876 h 2809876"/>
              <a:gd name="connsiteX6" fmla="*/ 5686403 w 7227952"/>
              <a:gd name="connsiteY6" fmla="*/ 2669509 h 2809876"/>
              <a:gd name="connsiteX7" fmla="*/ 5802393 w 7227952"/>
              <a:gd name="connsiteY7" fmla="*/ 2669509 h 2809876"/>
              <a:gd name="connsiteX8" fmla="*/ 7066964 w 7227952"/>
              <a:gd name="connsiteY8" fmla="*/ 1404938 h 2809876"/>
              <a:gd name="connsiteX9" fmla="*/ 7066965 w 7227952"/>
              <a:gd name="connsiteY9" fmla="*/ 1404938 h 2809876"/>
              <a:gd name="connsiteX10" fmla="*/ 5802394 w 7227952"/>
              <a:gd name="connsiteY10" fmla="*/ 140367 h 2809876"/>
              <a:gd name="connsiteX11" fmla="*/ 5132062 w 7227952"/>
              <a:gd name="connsiteY11" fmla="*/ 140367 h 2809876"/>
              <a:gd name="connsiteX12" fmla="*/ 5132062 w 7227952"/>
              <a:gd name="connsiteY12" fmla="*/ 0 h 2809876"/>
              <a:gd name="connsiteX13" fmla="*/ 1403414 w 7227952"/>
              <a:gd name="connsiteY13" fmla="*/ 0 h 2809876"/>
              <a:gd name="connsiteX14" fmla="*/ 2094367 w 7227952"/>
              <a:gd name="connsiteY14" fmla="*/ 0 h 2809876"/>
              <a:gd name="connsiteX15" fmla="*/ 2094367 w 7227952"/>
              <a:gd name="connsiteY15" fmla="*/ 140367 h 2809876"/>
              <a:gd name="connsiteX16" fmla="*/ 1424033 w 7227952"/>
              <a:gd name="connsiteY16" fmla="*/ 140367 h 2809876"/>
              <a:gd name="connsiteX17" fmla="*/ 187535 w 7227952"/>
              <a:gd name="connsiteY17" fmla="*/ 1150083 h 2809876"/>
              <a:gd name="connsiteX18" fmla="*/ 164224 w 7227952"/>
              <a:gd name="connsiteY18" fmla="*/ 1404938 h 2809876"/>
              <a:gd name="connsiteX19" fmla="*/ 185154 w 7227952"/>
              <a:gd name="connsiteY19" fmla="*/ 1659792 h 2809876"/>
              <a:gd name="connsiteX20" fmla="*/ 1424033 w 7227952"/>
              <a:gd name="connsiteY20" fmla="*/ 2669508 h 2809876"/>
              <a:gd name="connsiteX21" fmla="*/ 1540025 w 7227952"/>
              <a:gd name="connsiteY21" fmla="*/ 2669508 h 2809876"/>
              <a:gd name="connsiteX22" fmla="*/ 1540025 w 7227952"/>
              <a:gd name="connsiteY22" fmla="*/ 2809875 h 2809876"/>
              <a:gd name="connsiteX23" fmla="*/ 1403414 w 7227952"/>
              <a:gd name="connsiteY23" fmla="*/ 2809875 h 2809876"/>
              <a:gd name="connsiteX24" fmla="*/ 27020 w 7227952"/>
              <a:gd name="connsiteY24" fmla="*/ 1688081 h 2809876"/>
              <a:gd name="connsiteX25" fmla="*/ 857 w 7227952"/>
              <a:gd name="connsiteY25" fmla="*/ 1421607 h 2809876"/>
              <a:gd name="connsiteX26" fmla="*/ 27020 w 7227952"/>
              <a:gd name="connsiteY26" fmla="*/ 1121794 h 2809876"/>
              <a:gd name="connsiteX27" fmla="*/ 1403414 w 7227952"/>
              <a:gd name="connsiteY27" fmla="*/ 0 h 2809876"/>
              <a:gd name="connsiteX0" fmla="*/ 5132062 w 7227952"/>
              <a:gd name="connsiteY0" fmla="*/ 0 h 2809876"/>
              <a:gd name="connsiteX1" fmla="*/ 5823014 w 7227952"/>
              <a:gd name="connsiteY1" fmla="*/ 0 h 2809876"/>
              <a:gd name="connsiteX2" fmla="*/ 7227952 w 7227952"/>
              <a:gd name="connsiteY2" fmla="*/ 1404938 h 2809876"/>
              <a:gd name="connsiteX3" fmla="*/ 7227951 w 7227952"/>
              <a:gd name="connsiteY3" fmla="*/ 1404938 h 2809876"/>
              <a:gd name="connsiteX4" fmla="*/ 5823013 w 7227952"/>
              <a:gd name="connsiteY4" fmla="*/ 2809876 h 2809876"/>
              <a:gd name="connsiteX5" fmla="*/ 5686403 w 7227952"/>
              <a:gd name="connsiteY5" fmla="*/ 2809876 h 2809876"/>
              <a:gd name="connsiteX6" fmla="*/ 5686403 w 7227952"/>
              <a:gd name="connsiteY6" fmla="*/ 2669509 h 2809876"/>
              <a:gd name="connsiteX7" fmla="*/ 5802393 w 7227952"/>
              <a:gd name="connsiteY7" fmla="*/ 2669509 h 2809876"/>
              <a:gd name="connsiteX8" fmla="*/ 7066964 w 7227952"/>
              <a:gd name="connsiteY8" fmla="*/ 1404938 h 2809876"/>
              <a:gd name="connsiteX9" fmla="*/ 7066965 w 7227952"/>
              <a:gd name="connsiteY9" fmla="*/ 1404938 h 2809876"/>
              <a:gd name="connsiteX10" fmla="*/ 5802394 w 7227952"/>
              <a:gd name="connsiteY10" fmla="*/ 140367 h 2809876"/>
              <a:gd name="connsiteX11" fmla="*/ 5132062 w 7227952"/>
              <a:gd name="connsiteY11" fmla="*/ 140367 h 2809876"/>
              <a:gd name="connsiteX12" fmla="*/ 5132062 w 7227952"/>
              <a:gd name="connsiteY12" fmla="*/ 0 h 2809876"/>
              <a:gd name="connsiteX13" fmla="*/ 1403414 w 7227952"/>
              <a:gd name="connsiteY13" fmla="*/ 0 h 2809876"/>
              <a:gd name="connsiteX14" fmla="*/ 2094367 w 7227952"/>
              <a:gd name="connsiteY14" fmla="*/ 0 h 2809876"/>
              <a:gd name="connsiteX15" fmla="*/ 2094367 w 7227952"/>
              <a:gd name="connsiteY15" fmla="*/ 140367 h 2809876"/>
              <a:gd name="connsiteX16" fmla="*/ 1424033 w 7227952"/>
              <a:gd name="connsiteY16" fmla="*/ 140367 h 2809876"/>
              <a:gd name="connsiteX17" fmla="*/ 187535 w 7227952"/>
              <a:gd name="connsiteY17" fmla="*/ 1150083 h 2809876"/>
              <a:gd name="connsiteX18" fmla="*/ 164224 w 7227952"/>
              <a:gd name="connsiteY18" fmla="*/ 1404938 h 2809876"/>
              <a:gd name="connsiteX19" fmla="*/ 185154 w 7227952"/>
              <a:gd name="connsiteY19" fmla="*/ 1659792 h 2809876"/>
              <a:gd name="connsiteX20" fmla="*/ 1424033 w 7227952"/>
              <a:gd name="connsiteY20" fmla="*/ 2669508 h 2809876"/>
              <a:gd name="connsiteX21" fmla="*/ 1540025 w 7227952"/>
              <a:gd name="connsiteY21" fmla="*/ 2669508 h 2809876"/>
              <a:gd name="connsiteX22" fmla="*/ 1540025 w 7227952"/>
              <a:gd name="connsiteY22" fmla="*/ 2809875 h 2809876"/>
              <a:gd name="connsiteX23" fmla="*/ 1403414 w 7227952"/>
              <a:gd name="connsiteY23" fmla="*/ 2809875 h 2809876"/>
              <a:gd name="connsiteX24" fmla="*/ 27020 w 7227952"/>
              <a:gd name="connsiteY24" fmla="*/ 1688081 h 2809876"/>
              <a:gd name="connsiteX25" fmla="*/ 857 w 7227952"/>
              <a:gd name="connsiteY25" fmla="*/ 1421607 h 2809876"/>
              <a:gd name="connsiteX26" fmla="*/ 27020 w 7227952"/>
              <a:gd name="connsiteY26" fmla="*/ 1121794 h 2809876"/>
              <a:gd name="connsiteX27" fmla="*/ 1403414 w 7227952"/>
              <a:gd name="connsiteY27" fmla="*/ 0 h 2809876"/>
              <a:gd name="connsiteX0" fmla="*/ 5132341 w 7228231"/>
              <a:gd name="connsiteY0" fmla="*/ 0 h 2809876"/>
              <a:gd name="connsiteX1" fmla="*/ 5823293 w 7228231"/>
              <a:gd name="connsiteY1" fmla="*/ 0 h 2809876"/>
              <a:gd name="connsiteX2" fmla="*/ 7228231 w 7228231"/>
              <a:gd name="connsiteY2" fmla="*/ 1404938 h 2809876"/>
              <a:gd name="connsiteX3" fmla="*/ 7228230 w 7228231"/>
              <a:gd name="connsiteY3" fmla="*/ 1404938 h 2809876"/>
              <a:gd name="connsiteX4" fmla="*/ 5823292 w 7228231"/>
              <a:gd name="connsiteY4" fmla="*/ 2809876 h 2809876"/>
              <a:gd name="connsiteX5" fmla="*/ 5686682 w 7228231"/>
              <a:gd name="connsiteY5" fmla="*/ 2809876 h 2809876"/>
              <a:gd name="connsiteX6" fmla="*/ 5686682 w 7228231"/>
              <a:gd name="connsiteY6" fmla="*/ 2669509 h 2809876"/>
              <a:gd name="connsiteX7" fmla="*/ 5802672 w 7228231"/>
              <a:gd name="connsiteY7" fmla="*/ 2669509 h 2809876"/>
              <a:gd name="connsiteX8" fmla="*/ 7067243 w 7228231"/>
              <a:gd name="connsiteY8" fmla="*/ 1404938 h 2809876"/>
              <a:gd name="connsiteX9" fmla="*/ 7067244 w 7228231"/>
              <a:gd name="connsiteY9" fmla="*/ 1404938 h 2809876"/>
              <a:gd name="connsiteX10" fmla="*/ 5802673 w 7228231"/>
              <a:gd name="connsiteY10" fmla="*/ 140367 h 2809876"/>
              <a:gd name="connsiteX11" fmla="*/ 5132341 w 7228231"/>
              <a:gd name="connsiteY11" fmla="*/ 140367 h 2809876"/>
              <a:gd name="connsiteX12" fmla="*/ 5132341 w 7228231"/>
              <a:gd name="connsiteY12" fmla="*/ 0 h 2809876"/>
              <a:gd name="connsiteX13" fmla="*/ 1403693 w 7228231"/>
              <a:gd name="connsiteY13" fmla="*/ 0 h 2809876"/>
              <a:gd name="connsiteX14" fmla="*/ 2094646 w 7228231"/>
              <a:gd name="connsiteY14" fmla="*/ 0 h 2809876"/>
              <a:gd name="connsiteX15" fmla="*/ 2094646 w 7228231"/>
              <a:gd name="connsiteY15" fmla="*/ 140367 h 2809876"/>
              <a:gd name="connsiteX16" fmla="*/ 1424312 w 7228231"/>
              <a:gd name="connsiteY16" fmla="*/ 140367 h 2809876"/>
              <a:gd name="connsiteX17" fmla="*/ 187814 w 7228231"/>
              <a:gd name="connsiteY17" fmla="*/ 1150083 h 2809876"/>
              <a:gd name="connsiteX18" fmla="*/ 164503 w 7228231"/>
              <a:gd name="connsiteY18" fmla="*/ 1404938 h 2809876"/>
              <a:gd name="connsiteX19" fmla="*/ 185433 w 7228231"/>
              <a:gd name="connsiteY19" fmla="*/ 1659792 h 2809876"/>
              <a:gd name="connsiteX20" fmla="*/ 1424312 w 7228231"/>
              <a:gd name="connsiteY20" fmla="*/ 2669508 h 2809876"/>
              <a:gd name="connsiteX21" fmla="*/ 1540304 w 7228231"/>
              <a:gd name="connsiteY21" fmla="*/ 2669508 h 2809876"/>
              <a:gd name="connsiteX22" fmla="*/ 1540304 w 7228231"/>
              <a:gd name="connsiteY22" fmla="*/ 2809875 h 2809876"/>
              <a:gd name="connsiteX23" fmla="*/ 1403693 w 7228231"/>
              <a:gd name="connsiteY23" fmla="*/ 2809875 h 2809876"/>
              <a:gd name="connsiteX24" fmla="*/ 27299 w 7228231"/>
              <a:gd name="connsiteY24" fmla="*/ 1688081 h 2809876"/>
              <a:gd name="connsiteX25" fmla="*/ 1136 w 7228231"/>
              <a:gd name="connsiteY25" fmla="*/ 1421607 h 2809876"/>
              <a:gd name="connsiteX26" fmla="*/ 27299 w 7228231"/>
              <a:gd name="connsiteY26" fmla="*/ 1121794 h 2809876"/>
              <a:gd name="connsiteX27" fmla="*/ 1403693 w 7228231"/>
              <a:gd name="connsiteY27" fmla="*/ 0 h 2809876"/>
              <a:gd name="connsiteX0" fmla="*/ 5134608 w 7230498"/>
              <a:gd name="connsiteY0" fmla="*/ 0 h 2809876"/>
              <a:gd name="connsiteX1" fmla="*/ 5825560 w 7230498"/>
              <a:gd name="connsiteY1" fmla="*/ 0 h 2809876"/>
              <a:gd name="connsiteX2" fmla="*/ 7230498 w 7230498"/>
              <a:gd name="connsiteY2" fmla="*/ 1404938 h 2809876"/>
              <a:gd name="connsiteX3" fmla="*/ 7230497 w 7230498"/>
              <a:gd name="connsiteY3" fmla="*/ 1404938 h 2809876"/>
              <a:gd name="connsiteX4" fmla="*/ 5825559 w 7230498"/>
              <a:gd name="connsiteY4" fmla="*/ 2809876 h 2809876"/>
              <a:gd name="connsiteX5" fmla="*/ 5688949 w 7230498"/>
              <a:gd name="connsiteY5" fmla="*/ 2809876 h 2809876"/>
              <a:gd name="connsiteX6" fmla="*/ 5688949 w 7230498"/>
              <a:gd name="connsiteY6" fmla="*/ 2669509 h 2809876"/>
              <a:gd name="connsiteX7" fmla="*/ 5804939 w 7230498"/>
              <a:gd name="connsiteY7" fmla="*/ 2669509 h 2809876"/>
              <a:gd name="connsiteX8" fmla="*/ 7069510 w 7230498"/>
              <a:gd name="connsiteY8" fmla="*/ 1404938 h 2809876"/>
              <a:gd name="connsiteX9" fmla="*/ 7069511 w 7230498"/>
              <a:gd name="connsiteY9" fmla="*/ 1404938 h 2809876"/>
              <a:gd name="connsiteX10" fmla="*/ 5804940 w 7230498"/>
              <a:gd name="connsiteY10" fmla="*/ 140367 h 2809876"/>
              <a:gd name="connsiteX11" fmla="*/ 5134608 w 7230498"/>
              <a:gd name="connsiteY11" fmla="*/ 140367 h 2809876"/>
              <a:gd name="connsiteX12" fmla="*/ 5134608 w 7230498"/>
              <a:gd name="connsiteY12" fmla="*/ 0 h 2809876"/>
              <a:gd name="connsiteX13" fmla="*/ 1405960 w 7230498"/>
              <a:gd name="connsiteY13" fmla="*/ 0 h 2809876"/>
              <a:gd name="connsiteX14" fmla="*/ 2096913 w 7230498"/>
              <a:gd name="connsiteY14" fmla="*/ 0 h 2809876"/>
              <a:gd name="connsiteX15" fmla="*/ 2096913 w 7230498"/>
              <a:gd name="connsiteY15" fmla="*/ 140367 h 2809876"/>
              <a:gd name="connsiteX16" fmla="*/ 1426579 w 7230498"/>
              <a:gd name="connsiteY16" fmla="*/ 140367 h 2809876"/>
              <a:gd name="connsiteX17" fmla="*/ 190081 w 7230498"/>
              <a:gd name="connsiteY17" fmla="*/ 1150083 h 2809876"/>
              <a:gd name="connsiteX18" fmla="*/ 166770 w 7230498"/>
              <a:gd name="connsiteY18" fmla="*/ 1404938 h 2809876"/>
              <a:gd name="connsiteX19" fmla="*/ 187700 w 7230498"/>
              <a:gd name="connsiteY19" fmla="*/ 1659792 h 2809876"/>
              <a:gd name="connsiteX20" fmla="*/ 1426579 w 7230498"/>
              <a:gd name="connsiteY20" fmla="*/ 2669508 h 2809876"/>
              <a:gd name="connsiteX21" fmla="*/ 1542571 w 7230498"/>
              <a:gd name="connsiteY21" fmla="*/ 2669508 h 2809876"/>
              <a:gd name="connsiteX22" fmla="*/ 1542571 w 7230498"/>
              <a:gd name="connsiteY22" fmla="*/ 2809875 h 2809876"/>
              <a:gd name="connsiteX23" fmla="*/ 1405960 w 7230498"/>
              <a:gd name="connsiteY23" fmla="*/ 2809875 h 2809876"/>
              <a:gd name="connsiteX24" fmla="*/ 29566 w 7230498"/>
              <a:gd name="connsiteY24" fmla="*/ 1688081 h 2809876"/>
              <a:gd name="connsiteX25" fmla="*/ 1022 w 7230498"/>
              <a:gd name="connsiteY25" fmla="*/ 1416844 h 2809876"/>
              <a:gd name="connsiteX26" fmla="*/ 29566 w 7230498"/>
              <a:gd name="connsiteY26" fmla="*/ 1121794 h 2809876"/>
              <a:gd name="connsiteX27" fmla="*/ 1405960 w 7230498"/>
              <a:gd name="connsiteY27" fmla="*/ 0 h 2809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230498" h="2809876">
                <a:moveTo>
                  <a:pt x="5134608" y="0"/>
                </a:moveTo>
                <a:lnTo>
                  <a:pt x="5825560" y="0"/>
                </a:lnTo>
                <a:cubicBezTo>
                  <a:pt x="6601486" y="0"/>
                  <a:pt x="7230498" y="629012"/>
                  <a:pt x="7230498" y="1404938"/>
                </a:cubicBezTo>
                <a:lnTo>
                  <a:pt x="7230497" y="1404938"/>
                </a:lnTo>
                <a:cubicBezTo>
                  <a:pt x="7230497" y="2180864"/>
                  <a:pt x="6601485" y="2809876"/>
                  <a:pt x="5825559" y="2809876"/>
                </a:cubicBezTo>
                <a:lnTo>
                  <a:pt x="5688949" y="2809876"/>
                </a:lnTo>
                <a:lnTo>
                  <a:pt x="5688949" y="2669509"/>
                </a:lnTo>
                <a:lnTo>
                  <a:pt x="5804939" y="2669509"/>
                </a:lnTo>
                <a:cubicBezTo>
                  <a:pt x="6503342" y="2669509"/>
                  <a:pt x="7069510" y="2103341"/>
                  <a:pt x="7069510" y="1404938"/>
                </a:cubicBezTo>
                <a:lnTo>
                  <a:pt x="7069511" y="1404938"/>
                </a:lnTo>
                <a:cubicBezTo>
                  <a:pt x="7069511" y="706535"/>
                  <a:pt x="6503343" y="140367"/>
                  <a:pt x="5804940" y="140367"/>
                </a:cubicBezTo>
                <a:lnTo>
                  <a:pt x="5134608" y="140367"/>
                </a:lnTo>
                <a:lnTo>
                  <a:pt x="5134608" y="0"/>
                </a:lnTo>
                <a:close/>
                <a:moveTo>
                  <a:pt x="1405960" y="0"/>
                </a:moveTo>
                <a:lnTo>
                  <a:pt x="2096913" y="0"/>
                </a:lnTo>
                <a:lnTo>
                  <a:pt x="2096913" y="140367"/>
                </a:lnTo>
                <a:lnTo>
                  <a:pt x="1426579" y="140367"/>
                </a:lnTo>
                <a:cubicBezTo>
                  <a:pt x="815477" y="140367"/>
                  <a:pt x="307997" y="573840"/>
                  <a:pt x="190081" y="1150083"/>
                </a:cubicBezTo>
                <a:cubicBezTo>
                  <a:pt x="179135" y="1239797"/>
                  <a:pt x="168191" y="1319986"/>
                  <a:pt x="166770" y="1404938"/>
                </a:cubicBezTo>
                <a:cubicBezTo>
                  <a:pt x="170572" y="1492270"/>
                  <a:pt x="179136" y="1574841"/>
                  <a:pt x="187700" y="1659792"/>
                </a:cubicBezTo>
                <a:cubicBezTo>
                  <a:pt x="305616" y="2236036"/>
                  <a:pt x="815477" y="2669508"/>
                  <a:pt x="1426579" y="2669508"/>
                </a:cubicBezTo>
                <a:lnTo>
                  <a:pt x="1542571" y="2669508"/>
                </a:lnTo>
                <a:lnTo>
                  <a:pt x="1542571" y="2809875"/>
                </a:lnTo>
                <a:lnTo>
                  <a:pt x="1405960" y="2809875"/>
                </a:lnTo>
                <a:cubicBezTo>
                  <a:pt x="727025" y="2809875"/>
                  <a:pt x="160571" y="2328288"/>
                  <a:pt x="29566" y="1688081"/>
                </a:cubicBezTo>
                <a:cubicBezTo>
                  <a:pt x="20845" y="1599256"/>
                  <a:pt x="2599" y="1503288"/>
                  <a:pt x="1022" y="1416844"/>
                </a:cubicBezTo>
                <a:cubicBezTo>
                  <a:pt x="-4544" y="1319287"/>
                  <a:pt x="13701" y="1219351"/>
                  <a:pt x="29566" y="1121794"/>
                </a:cubicBezTo>
                <a:cubicBezTo>
                  <a:pt x="160571" y="481587"/>
                  <a:pt x="727025" y="0"/>
                  <a:pt x="1405960" y="0"/>
                </a:cubicBezTo>
                <a:close/>
              </a:path>
            </a:pathLst>
          </a:custGeom>
          <a:solidFill>
            <a:srgbClr val="002452"/>
          </a:soli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50543" y="2230425"/>
            <a:ext cx="2076274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20" dirty="0" err="1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00245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00245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16pt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00245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7543" y="2513775"/>
            <a:ext cx="1462260" cy="2984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 w="6350">
                  <a:solidFill>
                    <a:srgbClr val="E6E6E6"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Gotham Bold" pitchFamily="50" charset="0"/>
              </a:rPr>
              <a:t>텍스트를 입력하세요</a:t>
            </a:r>
            <a:endParaRPr kumimoji="0" lang="ko-KR" altLang="en-US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57544" y="4925038"/>
            <a:ext cx="146226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096393" y="4986510"/>
            <a:ext cx="0" cy="560819"/>
          </a:xfrm>
          <a:prstGeom prst="line">
            <a:avLst/>
          </a:prstGeom>
          <a:ln>
            <a:solidFill>
              <a:srgbClr val="00245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자유형 16">
            <a:extLst>
              <a:ext uri="{FF2B5EF4-FFF2-40B4-BE49-F238E27FC236}">
                <a16:creationId xmlns="" xmlns:a16="http://schemas.microsoft.com/office/drawing/2014/main" id="{FDE57F70-791F-4DB7-BBB5-34DDAF56F340}"/>
              </a:ext>
            </a:extLst>
          </p:cNvPr>
          <p:cNvSpPr/>
          <p:nvPr/>
        </p:nvSpPr>
        <p:spPr>
          <a:xfrm>
            <a:off x="2256849" y="3222205"/>
            <a:ext cx="1518739" cy="1516358"/>
          </a:xfrm>
          <a:custGeom>
            <a:avLst/>
            <a:gdLst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3370 w 1518739"/>
              <a:gd name="connsiteY0" fmla="*/ 0 h 1516358"/>
              <a:gd name="connsiteX1" fmla="*/ 1366303 w 1518739"/>
              <a:gd name="connsiteY1" fmla="*/ 124756 h 1516358"/>
              <a:gd name="connsiteX2" fmla="*/ 1518739 w 1518739"/>
              <a:gd name="connsiteY2" fmla="*/ 623796 h 1516358"/>
              <a:gd name="connsiteX3" fmla="*/ 626177 w 1518739"/>
              <a:gd name="connsiteY3" fmla="*/ 1516358 h 1516358"/>
              <a:gd name="connsiteX4" fmla="*/ 127137 w 1518739"/>
              <a:gd name="connsiteY4" fmla="*/ 1363923 h 1516358"/>
              <a:gd name="connsiteX5" fmla="*/ 0 w 1518739"/>
              <a:gd name="connsiteY5" fmla="*/ 1263370 h 1516358"/>
              <a:gd name="connsiteX6" fmla="*/ 1263370 w 1518739"/>
              <a:gd name="connsiteY6" fmla="*/ 0 h 1516358"/>
              <a:gd name="connsiteX0" fmla="*/ 1263370 w 1518739"/>
              <a:gd name="connsiteY0" fmla="*/ 0 h 1516358"/>
              <a:gd name="connsiteX1" fmla="*/ 1366303 w 1518739"/>
              <a:gd name="connsiteY1" fmla="*/ 124756 h 1516358"/>
              <a:gd name="connsiteX2" fmla="*/ 1518739 w 1518739"/>
              <a:gd name="connsiteY2" fmla="*/ 623796 h 1516358"/>
              <a:gd name="connsiteX3" fmla="*/ 626177 w 1518739"/>
              <a:gd name="connsiteY3" fmla="*/ 1516358 h 1516358"/>
              <a:gd name="connsiteX4" fmla="*/ 127137 w 1518739"/>
              <a:gd name="connsiteY4" fmla="*/ 1363923 h 1516358"/>
              <a:gd name="connsiteX5" fmla="*/ 0 w 1518739"/>
              <a:gd name="connsiteY5" fmla="*/ 1263370 h 1516358"/>
              <a:gd name="connsiteX6" fmla="*/ 1263370 w 1518739"/>
              <a:gd name="connsiteY6" fmla="*/ 0 h 151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8739" h="1516358">
                <a:moveTo>
                  <a:pt x="1263370" y="0"/>
                </a:moveTo>
                <a:cubicBezTo>
                  <a:pt x="1297681" y="41585"/>
                  <a:pt x="1310561" y="49834"/>
                  <a:pt x="1366303" y="124756"/>
                </a:cubicBezTo>
                <a:cubicBezTo>
                  <a:pt x="1462543" y="267210"/>
                  <a:pt x="1518739" y="438941"/>
                  <a:pt x="1518739" y="623796"/>
                </a:cubicBezTo>
                <a:cubicBezTo>
                  <a:pt x="1518739" y="1116744"/>
                  <a:pt x="1119125" y="1516358"/>
                  <a:pt x="626177" y="1516358"/>
                </a:cubicBezTo>
                <a:cubicBezTo>
                  <a:pt x="441322" y="1516358"/>
                  <a:pt x="269591" y="1460163"/>
                  <a:pt x="127137" y="1363923"/>
                </a:cubicBezTo>
                <a:cubicBezTo>
                  <a:pt x="35546" y="1298657"/>
                  <a:pt x="41585" y="1297681"/>
                  <a:pt x="0" y="1263370"/>
                </a:cubicBezTo>
                <a:lnTo>
                  <a:pt x="126337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8" name="자유형 17">
            <a:extLst>
              <a:ext uri="{FF2B5EF4-FFF2-40B4-BE49-F238E27FC236}">
                <a16:creationId xmlns="" xmlns:a16="http://schemas.microsoft.com/office/drawing/2014/main" id="{FDE57F70-791F-4DB7-BBB5-34DDAF56F340}"/>
              </a:ext>
            </a:extLst>
          </p:cNvPr>
          <p:cNvSpPr/>
          <p:nvPr/>
        </p:nvSpPr>
        <p:spPr>
          <a:xfrm>
            <a:off x="4364878" y="3218674"/>
            <a:ext cx="1516358" cy="1516358"/>
          </a:xfrm>
          <a:custGeom>
            <a:avLst/>
            <a:gdLst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358" h="1516358">
                <a:moveTo>
                  <a:pt x="1260989" y="0"/>
                </a:moveTo>
                <a:cubicBezTo>
                  <a:pt x="1297682" y="36823"/>
                  <a:pt x="1322468" y="68883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67210" y="1460163"/>
                  <a:pt x="124756" y="1363923"/>
                </a:cubicBezTo>
                <a:cubicBezTo>
                  <a:pt x="83171" y="1329612"/>
                  <a:pt x="36822" y="1302444"/>
                  <a:pt x="0" y="1260989"/>
                </a:cubicBez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9" name="자유형 18">
            <a:extLst>
              <a:ext uri="{FF2B5EF4-FFF2-40B4-BE49-F238E27FC236}">
                <a16:creationId xmlns="" xmlns:a16="http://schemas.microsoft.com/office/drawing/2014/main" id="{FDE57F70-791F-4DB7-BBB5-34DDAF56F340}"/>
              </a:ext>
            </a:extLst>
          </p:cNvPr>
          <p:cNvSpPr/>
          <p:nvPr/>
        </p:nvSpPr>
        <p:spPr>
          <a:xfrm>
            <a:off x="6472905" y="3218674"/>
            <a:ext cx="1516358" cy="1516358"/>
          </a:xfrm>
          <a:custGeom>
            <a:avLst/>
            <a:gdLst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24756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17612 w 1516358"/>
              <a:gd name="connsiteY4" fmla="*/ 1363923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  <a:gd name="connsiteX0" fmla="*/ 1260989 w 1516358"/>
              <a:gd name="connsiteY0" fmla="*/ 0 h 1516358"/>
              <a:gd name="connsiteX1" fmla="*/ 1363922 w 1516358"/>
              <a:gd name="connsiteY1" fmla="*/ 124756 h 1516358"/>
              <a:gd name="connsiteX2" fmla="*/ 1516358 w 1516358"/>
              <a:gd name="connsiteY2" fmla="*/ 623796 h 1516358"/>
              <a:gd name="connsiteX3" fmla="*/ 623796 w 1516358"/>
              <a:gd name="connsiteY3" fmla="*/ 1516358 h 1516358"/>
              <a:gd name="connsiteX4" fmla="*/ 108087 w 1516358"/>
              <a:gd name="connsiteY4" fmla="*/ 1359160 h 1516358"/>
              <a:gd name="connsiteX5" fmla="*/ 0 w 1516358"/>
              <a:gd name="connsiteY5" fmla="*/ 1260989 h 1516358"/>
              <a:gd name="connsiteX6" fmla="*/ 1260989 w 1516358"/>
              <a:gd name="connsiteY6" fmla="*/ 0 h 1516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358" h="1516358">
                <a:moveTo>
                  <a:pt x="1260989" y="0"/>
                </a:moveTo>
                <a:cubicBezTo>
                  <a:pt x="1295300" y="41585"/>
                  <a:pt x="1284367" y="16496"/>
                  <a:pt x="1363922" y="124756"/>
                </a:cubicBezTo>
                <a:cubicBezTo>
                  <a:pt x="1460162" y="267210"/>
                  <a:pt x="1516358" y="438941"/>
                  <a:pt x="1516358" y="623796"/>
                </a:cubicBezTo>
                <a:cubicBezTo>
                  <a:pt x="1516358" y="1116744"/>
                  <a:pt x="1116744" y="1516358"/>
                  <a:pt x="623796" y="1516358"/>
                </a:cubicBezTo>
                <a:cubicBezTo>
                  <a:pt x="438941" y="1516358"/>
                  <a:pt x="250541" y="1455400"/>
                  <a:pt x="108087" y="1359160"/>
                </a:cubicBezTo>
                <a:lnTo>
                  <a:pt x="0" y="1260989"/>
                </a:lnTo>
                <a:lnTo>
                  <a:pt x="1260989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13158" y="3309339"/>
            <a:ext cx="1299459" cy="35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  <a:endParaRPr kumimoji="0" lang="ko-KR" altLang="en-US" sz="14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29215" y="3309339"/>
            <a:ext cx="1299459" cy="332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ko-KR" altLang="en-US" sz="140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  <a:endParaRPr lang="ko-KR" altLang="en-US" sz="140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1187" y="3309339"/>
            <a:ext cx="1299459" cy="332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ko-KR" altLang="en-US" sz="140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 14pt</a:t>
            </a:r>
            <a:endParaRPr lang="ko-KR" altLang="en-US" sz="140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31760" y="3615384"/>
            <a:ext cx="146226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39787" y="3615384"/>
            <a:ext cx="146226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47815" y="3615384"/>
            <a:ext cx="146226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7" name="텍스트 개체 틀 8"/>
          <p:cNvSpPr txBox="1">
            <a:spLocks/>
          </p:cNvSpPr>
          <p:nvPr/>
        </p:nvSpPr>
        <p:spPr>
          <a:xfrm>
            <a:off x="425856" y="112945"/>
            <a:ext cx="961930" cy="286232"/>
          </a:xfrm>
          <a:prstGeom prst="rect">
            <a:avLst/>
          </a:prstGeom>
          <a:solidFill>
            <a:schemeClr val="tx2"/>
          </a:solidFill>
        </p:spPr>
        <p:txBody>
          <a:bodyPr vert="horz" wrap="none" lIns="91440" tIns="45720" rIns="91440" bIns="45720" rtlCol="0" anchor="ctr" anchorCtr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-20" baseline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mtClean="0"/>
              <a:t>DIAGRAM</a:t>
            </a:r>
            <a:endParaRPr lang="ko-KR" altLang="en-US" dirty="0"/>
          </a:p>
        </p:txBody>
      </p:sp>
      <p:cxnSp>
        <p:nvCxnSpPr>
          <p:cNvPr id="26" name="직선 연결선 25"/>
          <p:cNvCxnSpPr/>
          <p:nvPr/>
        </p:nvCxnSpPr>
        <p:spPr>
          <a:xfrm>
            <a:off x="6957193" y="4986510"/>
            <a:ext cx="0" cy="560819"/>
          </a:xfrm>
          <a:prstGeom prst="line">
            <a:avLst/>
          </a:prstGeom>
          <a:ln>
            <a:solidFill>
              <a:srgbClr val="002452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08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타원 88"/>
          <p:cNvSpPr/>
          <p:nvPr/>
        </p:nvSpPr>
        <p:spPr>
          <a:xfrm>
            <a:off x="3056222" y="3010785"/>
            <a:ext cx="894193" cy="894193"/>
          </a:xfrm>
          <a:prstGeom prst="ellips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5" name="자유형 84"/>
          <p:cNvSpPr/>
          <p:nvPr/>
        </p:nvSpPr>
        <p:spPr>
          <a:xfrm rot="16200000">
            <a:off x="4581961" y="1767726"/>
            <a:ext cx="742080" cy="1849000"/>
          </a:xfrm>
          <a:custGeom>
            <a:avLst/>
            <a:gdLst>
              <a:gd name="connsiteX0" fmla="*/ 897805 w 897917"/>
              <a:gd name="connsiteY0" fmla="*/ 1134410 h 2237290"/>
              <a:gd name="connsiteX1" fmla="*/ 511478 w 897917"/>
              <a:gd name="connsiteY1" fmla="*/ 2072746 h 2237290"/>
              <a:gd name="connsiteX2" fmla="*/ 437939 w 897917"/>
              <a:gd name="connsiteY2" fmla="*/ 2140948 h 2237290"/>
              <a:gd name="connsiteX3" fmla="*/ 417558 w 897917"/>
              <a:gd name="connsiteY3" fmla="*/ 2165649 h 2237290"/>
              <a:gd name="connsiteX4" fmla="*/ 244600 w 897917"/>
              <a:gd name="connsiteY4" fmla="*/ 2237290 h 2237290"/>
              <a:gd name="connsiteX5" fmla="*/ 0 w 897917"/>
              <a:gd name="connsiteY5" fmla="*/ 1992690 h 2237290"/>
              <a:gd name="connsiteX6" fmla="*/ 71642 w 897917"/>
              <a:gd name="connsiteY6" fmla="*/ 1819732 h 2237290"/>
              <a:gd name="connsiteX7" fmla="*/ 93927 w 897917"/>
              <a:gd name="connsiteY7" fmla="*/ 1804706 h 2237290"/>
              <a:gd name="connsiteX8" fmla="*/ 92878 w 897917"/>
              <a:gd name="connsiteY8" fmla="*/ 1803443 h 2237290"/>
              <a:gd name="connsiteX9" fmla="*/ 415023 w 897917"/>
              <a:gd name="connsiteY9" fmla="*/ 1128251 h 2237290"/>
              <a:gd name="connsiteX10" fmla="*/ 110205 w 897917"/>
              <a:gd name="connsiteY10" fmla="*/ 445061 h 2237290"/>
              <a:gd name="connsiteX11" fmla="*/ 111032 w 897917"/>
              <a:gd name="connsiteY11" fmla="*/ 444116 h 2237290"/>
              <a:gd name="connsiteX12" fmla="*/ 71642 w 897917"/>
              <a:gd name="connsiteY12" fmla="*/ 417559 h 2237290"/>
              <a:gd name="connsiteX13" fmla="*/ 0 w 897917"/>
              <a:gd name="connsiteY13" fmla="*/ 244600 h 2237290"/>
              <a:gd name="connsiteX14" fmla="*/ 244600 w 897917"/>
              <a:gd name="connsiteY14" fmla="*/ 0 h 2237290"/>
              <a:gd name="connsiteX15" fmla="*/ 417558 w 897917"/>
              <a:gd name="connsiteY15" fmla="*/ 71642 h 2237290"/>
              <a:gd name="connsiteX16" fmla="*/ 426933 w 897917"/>
              <a:gd name="connsiteY16" fmla="*/ 83004 h 2237290"/>
              <a:gd name="connsiteX17" fmla="*/ 428104 w 897917"/>
              <a:gd name="connsiteY17" fmla="*/ 81665 h 2237290"/>
              <a:gd name="connsiteX18" fmla="*/ 897805 w 897917"/>
              <a:gd name="connsiteY18" fmla="*/ 1134410 h 2237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6" name="자유형 85"/>
          <p:cNvSpPr/>
          <p:nvPr/>
        </p:nvSpPr>
        <p:spPr>
          <a:xfrm rot="5400000" flipH="1">
            <a:off x="5377728" y="2424759"/>
            <a:ext cx="2273510" cy="2066249"/>
          </a:xfrm>
          <a:custGeom>
            <a:avLst/>
            <a:gdLst>
              <a:gd name="connsiteX0" fmla="*/ 2750085 w 2750947"/>
              <a:gd name="connsiteY0" fmla="*/ 1326465 h 2500161"/>
              <a:gd name="connsiteX1" fmla="*/ 2407976 w 2750947"/>
              <a:gd name="connsiteY1" fmla="*/ 2284162 h 2500161"/>
              <a:gd name="connsiteX2" fmla="*/ 2259383 w 2750947"/>
              <a:gd name="connsiteY2" fmla="*/ 2428494 h 2500161"/>
              <a:gd name="connsiteX3" fmla="*/ 2258672 w 2750947"/>
              <a:gd name="connsiteY3" fmla="*/ 2429547 h 2500161"/>
              <a:gd name="connsiteX4" fmla="*/ 2256186 w 2750947"/>
              <a:gd name="connsiteY4" fmla="*/ 2431599 h 2500161"/>
              <a:gd name="connsiteX5" fmla="*/ 2254363 w 2750947"/>
              <a:gd name="connsiteY5" fmla="*/ 2433369 h 2500161"/>
              <a:gd name="connsiteX6" fmla="*/ 2254232 w 2750947"/>
              <a:gd name="connsiteY6" fmla="*/ 2433211 h 2500161"/>
              <a:gd name="connsiteX7" fmla="*/ 2222991 w 2750947"/>
              <a:gd name="connsiteY7" fmla="*/ 2458987 h 2500161"/>
              <a:gd name="connsiteX8" fmla="*/ 2088195 w 2750947"/>
              <a:gd name="connsiteY8" fmla="*/ 2500161 h 2500161"/>
              <a:gd name="connsiteX9" fmla="*/ 1847104 w 2750947"/>
              <a:gd name="connsiteY9" fmla="*/ 2259070 h 2500161"/>
              <a:gd name="connsiteX10" fmla="*/ 1917718 w 2750947"/>
              <a:gd name="connsiteY10" fmla="*/ 2088593 h 2500161"/>
              <a:gd name="connsiteX11" fmla="*/ 1947518 w 2750947"/>
              <a:gd name="connsiteY11" fmla="*/ 2064006 h 2500161"/>
              <a:gd name="connsiteX12" fmla="*/ 1945838 w 2750947"/>
              <a:gd name="connsiteY12" fmla="*/ 2061983 h 2500161"/>
              <a:gd name="connsiteX13" fmla="*/ 2215607 w 2750947"/>
              <a:gd name="connsiteY13" fmla="*/ 1073944 h 2500161"/>
              <a:gd name="connsiteX14" fmla="*/ 1379197 w 2750947"/>
              <a:gd name="connsiteY14" fmla="*/ 482831 h 2500161"/>
              <a:gd name="connsiteX15" fmla="*/ 537884 w 2750947"/>
              <a:gd name="connsiteY15" fmla="*/ 1066944 h 2500161"/>
              <a:gd name="connsiteX16" fmla="*/ 799398 w 2750947"/>
              <a:gd name="connsiteY16" fmla="*/ 2057200 h 2500161"/>
              <a:gd name="connsiteX17" fmla="*/ 797612 w 2750947"/>
              <a:gd name="connsiteY17" fmla="*/ 2059315 h 2500161"/>
              <a:gd name="connsiteX18" fmla="*/ 833097 w 2750947"/>
              <a:gd name="connsiteY18" fmla="*/ 2088593 h 2500161"/>
              <a:gd name="connsiteX19" fmla="*/ 903711 w 2750947"/>
              <a:gd name="connsiteY19" fmla="*/ 2259070 h 2500161"/>
              <a:gd name="connsiteX20" fmla="*/ 662620 w 2750947"/>
              <a:gd name="connsiteY20" fmla="*/ 2500161 h 2500161"/>
              <a:gd name="connsiteX21" fmla="*/ 492143 w 2750947"/>
              <a:gd name="connsiteY21" fmla="*/ 2429547 h 2500161"/>
              <a:gd name="connsiteX22" fmla="*/ 488878 w 2750947"/>
              <a:gd name="connsiteY22" fmla="*/ 2424704 h 2500161"/>
              <a:gd name="connsiteX23" fmla="*/ 487783 w 2750947"/>
              <a:gd name="connsiteY23" fmla="*/ 2425999 h 2500161"/>
              <a:gd name="connsiteX24" fmla="*/ 84809 w 2750947"/>
              <a:gd name="connsiteY24" fmla="*/ 900087 h 2500161"/>
              <a:gd name="connsiteX25" fmla="*/ 1381211 w 2750947"/>
              <a:gd name="connsiteY25" fmla="*/ 12 h 2500161"/>
              <a:gd name="connsiteX26" fmla="*/ 2670057 w 2750947"/>
              <a:gd name="connsiteY26" fmla="*/ 910874 h 2500161"/>
              <a:gd name="connsiteX27" fmla="*/ 2750085 w 2750947"/>
              <a:gd name="connsiteY27" fmla="*/ 1326465 h 2500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7" name="자유형 86"/>
          <p:cNvSpPr/>
          <p:nvPr/>
        </p:nvSpPr>
        <p:spPr>
          <a:xfrm rot="5400000" flipV="1">
            <a:off x="4581961" y="3293796"/>
            <a:ext cx="742080" cy="1849000"/>
          </a:xfrm>
          <a:custGeom>
            <a:avLst/>
            <a:gdLst>
              <a:gd name="connsiteX0" fmla="*/ 897805 w 897917"/>
              <a:gd name="connsiteY0" fmla="*/ 1134410 h 2237290"/>
              <a:gd name="connsiteX1" fmla="*/ 511478 w 897917"/>
              <a:gd name="connsiteY1" fmla="*/ 2072746 h 2237290"/>
              <a:gd name="connsiteX2" fmla="*/ 437939 w 897917"/>
              <a:gd name="connsiteY2" fmla="*/ 2140948 h 2237290"/>
              <a:gd name="connsiteX3" fmla="*/ 417558 w 897917"/>
              <a:gd name="connsiteY3" fmla="*/ 2165649 h 2237290"/>
              <a:gd name="connsiteX4" fmla="*/ 244600 w 897917"/>
              <a:gd name="connsiteY4" fmla="*/ 2237290 h 2237290"/>
              <a:gd name="connsiteX5" fmla="*/ 0 w 897917"/>
              <a:gd name="connsiteY5" fmla="*/ 1992690 h 2237290"/>
              <a:gd name="connsiteX6" fmla="*/ 71642 w 897917"/>
              <a:gd name="connsiteY6" fmla="*/ 1819732 h 2237290"/>
              <a:gd name="connsiteX7" fmla="*/ 93927 w 897917"/>
              <a:gd name="connsiteY7" fmla="*/ 1804706 h 2237290"/>
              <a:gd name="connsiteX8" fmla="*/ 92878 w 897917"/>
              <a:gd name="connsiteY8" fmla="*/ 1803443 h 2237290"/>
              <a:gd name="connsiteX9" fmla="*/ 415023 w 897917"/>
              <a:gd name="connsiteY9" fmla="*/ 1128251 h 2237290"/>
              <a:gd name="connsiteX10" fmla="*/ 110205 w 897917"/>
              <a:gd name="connsiteY10" fmla="*/ 445061 h 2237290"/>
              <a:gd name="connsiteX11" fmla="*/ 111032 w 897917"/>
              <a:gd name="connsiteY11" fmla="*/ 444116 h 2237290"/>
              <a:gd name="connsiteX12" fmla="*/ 71642 w 897917"/>
              <a:gd name="connsiteY12" fmla="*/ 417559 h 2237290"/>
              <a:gd name="connsiteX13" fmla="*/ 0 w 897917"/>
              <a:gd name="connsiteY13" fmla="*/ 244600 h 2237290"/>
              <a:gd name="connsiteX14" fmla="*/ 244600 w 897917"/>
              <a:gd name="connsiteY14" fmla="*/ 0 h 2237290"/>
              <a:gd name="connsiteX15" fmla="*/ 417558 w 897917"/>
              <a:gd name="connsiteY15" fmla="*/ 71642 h 2237290"/>
              <a:gd name="connsiteX16" fmla="*/ 426933 w 897917"/>
              <a:gd name="connsiteY16" fmla="*/ 83004 h 2237290"/>
              <a:gd name="connsiteX17" fmla="*/ 428104 w 897917"/>
              <a:gd name="connsiteY17" fmla="*/ 81665 h 2237290"/>
              <a:gd name="connsiteX18" fmla="*/ 897805 w 897917"/>
              <a:gd name="connsiteY18" fmla="*/ 1134410 h 2237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97917" h="2237290">
                <a:moveTo>
                  <a:pt x="897805" y="1134410"/>
                </a:moveTo>
                <a:cubicBezTo>
                  <a:pt x="893309" y="1486828"/>
                  <a:pt x="753839" y="1822024"/>
                  <a:pt x="511478" y="2072746"/>
                </a:cubicBezTo>
                <a:lnTo>
                  <a:pt x="437939" y="2140948"/>
                </a:lnTo>
                <a:lnTo>
                  <a:pt x="417558" y="2165649"/>
                </a:lnTo>
                <a:cubicBezTo>
                  <a:pt x="373295" y="2209913"/>
                  <a:pt x="312145" y="2237290"/>
                  <a:pt x="244600" y="2237290"/>
                </a:cubicBezTo>
                <a:cubicBezTo>
                  <a:pt x="109511" y="2237290"/>
                  <a:pt x="0" y="2127779"/>
                  <a:pt x="0" y="1992690"/>
                </a:cubicBezTo>
                <a:cubicBezTo>
                  <a:pt x="0" y="1925146"/>
                  <a:pt x="27378" y="1863996"/>
                  <a:pt x="71642" y="1819732"/>
                </a:cubicBezTo>
                <a:lnTo>
                  <a:pt x="93927" y="1804706"/>
                </a:lnTo>
                <a:lnTo>
                  <a:pt x="92878" y="1803443"/>
                </a:lnTo>
                <a:cubicBezTo>
                  <a:pt x="293946" y="1636408"/>
                  <a:pt x="411689" y="1389628"/>
                  <a:pt x="415023" y="1128251"/>
                </a:cubicBezTo>
                <a:cubicBezTo>
                  <a:pt x="418357" y="866874"/>
                  <a:pt x="306948" y="617171"/>
                  <a:pt x="110205" y="445061"/>
                </a:cubicBezTo>
                <a:lnTo>
                  <a:pt x="111032" y="444116"/>
                </a:lnTo>
                <a:lnTo>
                  <a:pt x="71642" y="417559"/>
                </a:lnTo>
                <a:cubicBezTo>
                  <a:pt x="27378" y="373295"/>
                  <a:pt x="0" y="312145"/>
                  <a:pt x="0" y="244600"/>
                </a:cubicBezTo>
                <a:cubicBezTo>
                  <a:pt x="0" y="109511"/>
                  <a:pt x="109511" y="0"/>
                  <a:pt x="244600" y="0"/>
                </a:cubicBezTo>
                <a:cubicBezTo>
                  <a:pt x="312145" y="0"/>
                  <a:pt x="373295" y="27378"/>
                  <a:pt x="417558" y="71642"/>
                </a:cubicBezTo>
                <a:lnTo>
                  <a:pt x="426933" y="83004"/>
                </a:lnTo>
                <a:lnTo>
                  <a:pt x="428104" y="81665"/>
                </a:lnTo>
                <a:cubicBezTo>
                  <a:pt x="731269" y="346873"/>
                  <a:pt x="902943" y="731647"/>
                  <a:pt x="897805" y="1134410"/>
                </a:cubicBezTo>
                <a:close/>
              </a:path>
            </a:pathLst>
          </a:custGeom>
          <a:solidFill>
            <a:schemeClr val="accent2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8" name="자유형 87"/>
          <p:cNvSpPr/>
          <p:nvPr/>
        </p:nvSpPr>
        <p:spPr>
          <a:xfrm rot="16200000">
            <a:off x="2261116" y="2424759"/>
            <a:ext cx="2273510" cy="2066249"/>
          </a:xfrm>
          <a:custGeom>
            <a:avLst/>
            <a:gdLst>
              <a:gd name="connsiteX0" fmla="*/ 2750085 w 2750947"/>
              <a:gd name="connsiteY0" fmla="*/ 1326465 h 2500161"/>
              <a:gd name="connsiteX1" fmla="*/ 2407976 w 2750947"/>
              <a:gd name="connsiteY1" fmla="*/ 2284162 h 2500161"/>
              <a:gd name="connsiteX2" fmla="*/ 2259383 w 2750947"/>
              <a:gd name="connsiteY2" fmla="*/ 2428494 h 2500161"/>
              <a:gd name="connsiteX3" fmla="*/ 2258672 w 2750947"/>
              <a:gd name="connsiteY3" fmla="*/ 2429547 h 2500161"/>
              <a:gd name="connsiteX4" fmla="*/ 2256186 w 2750947"/>
              <a:gd name="connsiteY4" fmla="*/ 2431599 h 2500161"/>
              <a:gd name="connsiteX5" fmla="*/ 2254363 w 2750947"/>
              <a:gd name="connsiteY5" fmla="*/ 2433369 h 2500161"/>
              <a:gd name="connsiteX6" fmla="*/ 2254232 w 2750947"/>
              <a:gd name="connsiteY6" fmla="*/ 2433211 h 2500161"/>
              <a:gd name="connsiteX7" fmla="*/ 2222991 w 2750947"/>
              <a:gd name="connsiteY7" fmla="*/ 2458987 h 2500161"/>
              <a:gd name="connsiteX8" fmla="*/ 2088195 w 2750947"/>
              <a:gd name="connsiteY8" fmla="*/ 2500161 h 2500161"/>
              <a:gd name="connsiteX9" fmla="*/ 1847104 w 2750947"/>
              <a:gd name="connsiteY9" fmla="*/ 2259070 h 2500161"/>
              <a:gd name="connsiteX10" fmla="*/ 1917718 w 2750947"/>
              <a:gd name="connsiteY10" fmla="*/ 2088593 h 2500161"/>
              <a:gd name="connsiteX11" fmla="*/ 1947518 w 2750947"/>
              <a:gd name="connsiteY11" fmla="*/ 2064006 h 2500161"/>
              <a:gd name="connsiteX12" fmla="*/ 1945838 w 2750947"/>
              <a:gd name="connsiteY12" fmla="*/ 2061983 h 2500161"/>
              <a:gd name="connsiteX13" fmla="*/ 2215607 w 2750947"/>
              <a:gd name="connsiteY13" fmla="*/ 1073944 h 2500161"/>
              <a:gd name="connsiteX14" fmla="*/ 1379197 w 2750947"/>
              <a:gd name="connsiteY14" fmla="*/ 482831 h 2500161"/>
              <a:gd name="connsiteX15" fmla="*/ 537884 w 2750947"/>
              <a:gd name="connsiteY15" fmla="*/ 1066944 h 2500161"/>
              <a:gd name="connsiteX16" fmla="*/ 799398 w 2750947"/>
              <a:gd name="connsiteY16" fmla="*/ 2057200 h 2500161"/>
              <a:gd name="connsiteX17" fmla="*/ 797612 w 2750947"/>
              <a:gd name="connsiteY17" fmla="*/ 2059315 h 2500161"/>
              <a:gd name="connsiteX18" fmla="*/ 833097 w 2750947"/>
              <a:gd name="connsiteY18" fmla="*/ 2088593 h 2500161"/>
              <a:gd name="connsiteX19" fmla="*/ 903711 w 2750947"/>
              <a:gd name="connsiteY19" fmla="*/ 2259070 h 2500161"/>
              <a:gd name="connsiteX20" fmla="*/ 662620 w 2750947"/>
              <a:gd name="connsiteY20" fmla="*/ 2500161 h 2500161"/>
              <a:gd name="connsiteX21" fmla="*/ 492143 w 2750947"/>
              <a:gd name="connsiteY21" fmla="*/ 2429547 h 2500161"/>
              <a:gd name="connsiteX22" fmla="*/ 488878 w 2750947"/>
              <a:gd name="connsiteY22" fmla="*/ 2424704 h 2500161"/>
              <a:gd name="connsiteX23" fmla="*/ 487783 w 2750947"/>
              <a:gd name="connsiteY23" fmla="*/ 2425999 h 2500161"/>
              <a:gd name="connsiteX24" fmla="*/ 84809 w 2750947"/>
              <a:gd name="connsiteY24" fmla="*/ 900087 h 2500161"/>
              <a:gd name="connsiteX25" fmla="*/ 1381211 w 2750947"/>
              <a:gd name="connsiteY25" fmla="*/ 12 h 2500161"/>
              <a:gd name="connsiteX26" fmla="*/ 2670057 w 2750947"/>
              <a:gd name="connsiteY26" fmla="*/ 910874 h 2500161"/>
              <a:gd name="connsiteX27" fmla="*/ 2750085 w 2750947"/>
              <a:gd name="connsiteY27" fmla="*/ 1326465 h 2500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750947" h="2500161">
                <a:moveTo>
                  <a:pt x="2750085" y="1326465"/>
                </a:moveTo>
                <a:cubicBezTo>
                  <a:pt x="2762446" y="1674911"/>
                  <a:pt x="2641680" y="2018794"/>
                  <a:pt x="2407976" y="2284162"/>
                </a:cubicBezTo>
                <a:lnTo>
                  <a:pt x="2259383" y="2428494"/>
                </a:lnTo>
                <a:lnTo>
                  <a:pt x="2258672" y="2429547"/>
                </a:lnTo>
                <a:lnTo>
                  <a:pt x="2256186" y="2431599"/>
                </a:lnTo>
                <a:lnTo>
                  <a:pt x="2254363" y="2433369"/>
                </a:lnTo>
                <a:lnTo>
                  <a:pt x="2254232" y="2433211"/>
                </a:lnTo>
                <a:lnTo>
                  <a:pt x="2222991" y="2458987"/>
                </a:lnTo>
                <a:cubicBezTo>
                  <a:pt x="2184513" y="2484982"/>
                  <a:pt x="2138127" y="2500161"/>
                  <a:pt x="2088195" y="2500161"/>
                </a:cubicBezTo>
                <a:cubicBezTo>
                  <a:pt x="1955044" y="2500161"/>
                  <a:pt x="1847104" y="2392221"/>
                  <a:pt x="1847104" y="2259070"/>
                </a:cubicBezTo>
                <a:cubicBezTo>
                  <a:pt x="1847104" y="2192495"/>
                  <a:pt x="1874089" y="2132222"/>
                  <a:pt x="1917718" y="2088593"/>
                </a:cubicBezTo>
                <a:lnTo>
                  <a:pt x="1947518" y="2064006"/>
                </a:lnTo>
                <a:lnTo>
                  <a:pt x="1945838" y="2061983"/>
                </a:lnTo>
                <a:cubicBezTo>
                  <a:pt x="2234569" y="1822123"/>
                  <a:pt x="2342382" y="1427251"/>
                  <a:pt x="2215607" y="1073944"/>
                </a:cubicBezTo>
                <a:cubicBezTo>
                  <a:pt x="2088831" y="720637"/>
                  <a:pt x="1754558" y="484397"/>
                  <a:pt x="1379197" y="482831"/>
                </a:cubicBezTo>
                <a:cubicBezTo>
                  <a:pt x="1003836" y="481265"/>
                  <a:pt x="667603" y="714707"/>
                  <a:pt x="537884" y="1066944"/>
                </a:cubicBezTo>
                <a:cubicBezTo>
                  <a:pt x="408164" y="1419181"/>
                  <a:pt x="512679" y="1814939"/>
                  <a:pt x="799398" y="2057200"/>
                </a:cubicBezTo>
                <a:lnTo>
                  <a:pt x="797612" y="2059315"/>
                </a:lnTo>
                <a:lnTo>
                  <a:pt x="833097" y="2088593"/>
                </a:lnTo>
                <a:cubicBezTo>
                  <a:pt x="876726" y="2132222"/>
                  <a:pt x="903711" y="2192495"/>
                  <a:pt x="903711" y="2259070"/>
                </a:cubicBezTo>
                <a:cubicBezTo>
                  <a:pt x="903711" y="2392221"/>
                  <a:pt x="795771" y="2500161"/>
                  <a:pt x="662620" y="2500161"/>
                </a:cubicBezTo>
                <a:cubicBezTo>
                  <a:pt x="596045" y="2500161"/>
                  <a:pt x="535772" y="2473176"/>
                  <a:pt x="492143" y="2429547"/>
                </a:cubicBezTo>
                <a:lnTo>
                  <a:pt x="488878" y="2424704"/>
                </a:lnTo>
                <a:lnTo>
                  <a:pt x="487783" y="2425999"/>
                </a:lnTo>
                <a:cubicBezTo>
                  <a:pt x="45970" y="2052693"/>
                  <a:pt x="-115079" y="1442859"/>
                  <a:pt x="84809" y="900087"/>
                </a:cubicBezTo>
                <a:cubicBezTo>
                  <a:pt x="284698" y="357316"/>
                  <a:pt x="802808" y="-2401"/>
                  <a:pt x="1381211" y="12"/>
                </a:cubicBezTo>
                <a:cubicBezTo>
                  <a:pt x="1959614" y="2426"/>
                  <a:pt x="2474705" y="366454"/>
                  <a:pt x="2670057" y="910874"/>
                </a:cubicBezTo>
                <a:cubicBezTo>
                  <a:pt x="2718895" y="1046979"/>
                  <a:pt x="2745140" y="1187087"/>
                  <a:pt x="2750085" y="1326465"/>
                </a:cubicBezTo>
                <a:close/>
              </a:path>
            </a:pathLst>
          </a:custGeom>
          <a:solidFill>
            <a:schemeClr val="accent3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4509080" y="3010785"/>
            <a:ext cx="894193" cy="894193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5955586" y="3010785"/>
            <a:ext cx="894193" cy="894193"/>
          </a:xfrm>
          <a:prstGeom prst="ellips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769519" y="3003924"/>
            <a:ext cx="1493359" cy="1111050"/>
            <a:chOff x="817142" y="2975041"/>
            <a:chExt cx="1493359" cy="1111050"/>
          </a:xfrm>
        </p:grpSpPr>
        <p:sp>
          <p:nvSpPr>
            <p:cNvPr id="93" name="TextBox 92"/>
            <p:cNvSpPr txBox="1"/>
            <p:nvPr/>
          </p:nvSpPr>
          <p:spPr>
            <a:xfrm>
              <a:off x="841829" y="2975041"/>
              <a:ext cx="1468672" cy="367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kern="0" spc="-20" dirty="0" err="1" smtClean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중제목</a:t>
              </a:r>
              <a:r>
                <a:rPr lang="en-US" altLang="ko-KR" sz="1600" kern="0" spc="-20" dirty="0" smtClean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/M 16pt</a:t>
              </a:r>
              <a:endParaRPr kumimoji="0" lang="en-US" altLang="ko-KR" sz="16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17142" y="3328961"/>
              <a:ext cx="1493359" cy="7571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95" name="그룹 94"/>
          <p:cNvGrpSpPr/>
          <p:nvPr/>
        </p:nvGrpSpPr>
        <p:grpSpPr>
          <a:xfrm>
            <a:off x="4156982" y="4688967"/>
            <a:ext cx="1592037" cy="1111050"/>
            <a:chOff x="3226443" y="5744047"/>
            <a:chExt cx="1592037" cy="1111050"/>
          </a:xfrm>
        </p:grpSpPr>
        <p:sp>
          <p:nvSpPr>
            <p:cNvPr id="96" name="TextBox 95"/>
            <p:cNvSpPr txBox="1"/>
            <p:nvPr/>
          </p:nvSpPr>
          <p:spPr>
            <a:xfrm>
              <a:off x="3285464" y="5744047"/>
              <a:ext cx="1468672" cy="367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 defTabSz="914400">
                <a:lnSpc>
                  <a:spcPct val="120000"/>
                </a:lnSpc>
                <a:defRPr/>
              </a:pPr>
              <a:r>
                <a:rPr lang="ko-KR" altLang="en-US" sz="1600" kern="0" spc="-20" dirty="0" err="1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중제목</a:t>
              </a:r>
              <a:r>
                <a:rPr lang="en-US" altLang="ko-KR" sz="1600" kern="0" spc="-20" dirty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/M 16pt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226443" y="6097967"/>
              <a:ext cx="1592037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98" name="그룹 97"/>
          <p:cNvGrpSpPr/>
          <p:nvPr/>
        </p:nvGrpSpPr>
        <p:grpSpPr>
          <a:xfrm>
            <a:off x="7618978" y="2986239"/>
            <a:ext cx="1468672" cy="1130969"/>
            <a:chOff x="7728956" y="2932806"/>
            <a:chExt cx="1468672" cy="1130969"/>
          </a:xfrm>
        </p:grpSpPr>
        <p:sp>
          <p:nvSpPr>
            <p:cNvPr id="99" name="TextBox 98"/>
            <p:cNvSpPr txBox="1"/>
            <p:nvPr/>
          </p:nvSpPr>
          <p:spPr>
            <a:xfrm>
              <a:off x="7728956" y="2932806"/>
              <a:ext cx="1468672" cy="3671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r" defTabSz="914400">
                <a:lnSpc>
                  <a:spcPct val="120000"/>
                </a:lnSpc>
                <a:defRPr/>
              </a:pPr>
              <a:r>
                <a:rPr lang="ko-KR" altLang="en-US" sz="1600" kern="0" spc="-20" dirty="0" err="1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중제목</a:t>
              </a:r>
              <a:r>
                <a:rPr lang="en-US" altLang="ko-KR" sz="1600" kern="0" spc="-20" dirty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/M 16pt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7735368" y="3322097"/>
              <a:ext cx="1462260" cy="7416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>
                  <a:ln>
                    <a:solidFill>
                      <a:srgbClr val="E6E6E6">
                        <a:shade val="50000"/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101" name="자유형 100"/>
          <p:cNvSpPr/>
          <p:nvPr/>
        </p:nvSpPr>
        <p:spPr>
          <a:xfrm>
            <a:off x="3190054" y="3144618"/>
            <a:ext cx="760361" cy="760361"/>
          </a:xfrm>
          <a:custGeom>
            <a:avLst/>
            <a:gdLst>
              <a:gd name="connsiteX0" fmla="*/ 631786 w 760361"/>
              <a:gd name="connsiteY0" fmla="*/ 0 h 760361"/>
              <a:gd name="connsiteX1" fmla="*/ 684004 w 760361"/>
              <a:gd name="connsiteY1" fmla="*/ 63288 h 760361"/>
              <a:gd name="connsiteX2" fmla="*/ 760361 w 760361"/>
              <a:gd name="connsiteY2" fmla="*/ 313264 h 760361"/>
              <a:gd name="connsiteX3" fmla="*/ 313264 w 760361"/>
              <a:gd name="connsiteY3" fmla="*/ 760361 h 760361"/>
              <a:gd name="connsiteX4" fmla="*/ 63288 w 760361"/>
              <a:gd name="connsiteY4" fmla="*/ 684004 h 760361"/>
              <a:gd name="connsiteX5" fmla="*/ 0 w 760361"/>
              <a:gd name="connsiteY5" fmla="*/ 631787 h 760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2" name="자유형 101"/>
          <p:cNvSpPr/>
          <p:nvPr/>
        </p:nvSpPr>
        <p:spPr>
          <a:xfrm>
            <a:off x="4642912" y="3144618"/>
            <a:ext cx="760361" cy="760361"/>
          </a:xfrm>
          <a:custGeom>
            <a:avLst/>
            <a:gdLst>
              <a:gd name="connsiteX0" fmla="*/ 631786 w 760361"/>
              <a:gd name="connsiteY0" fmla="*/ 0 h 760361"/>
              <a:gd name="connsiteX1" fmla="*/ 684004 w 760361"/>
              <a:gd name="connsiteY1" fmla="*/ 63288 h 760361"/>
              <a:gd name="connsiteX2" fmla="*/ 760361 w 760361"/>
              <a:gd name="connsiteY2" fmla="*/ 313264 h 760361"/>
              <a:gd name="connsiteX3" fmla="*/ 313264 w 760361"/>
              <a:gd name="connsiteY3" fmla="*/ 760361 h 760361"/>
              <a:gd name="connsiteX4" fmla="*/ 63288 w 760361"/>
              <a:gd name="connsiteY4" fmla="*/ 684004 h 760361"/>
              <a:gd name="connsiteX5" fmla="*/ 0 w 760361"/>
              <a:gd name="connsiteY5" fmla="*/ 631787 h 760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3" name="자유형 102"/>
          <p:cNvSpPr/>
          <p:nvPr/>
        </p:nvSpPr>
        <p:spPr>
          <a:xfrm>
            <a:off x="6089418" y="3144618"/>
            <a:ext cx="760361" cy="760361"/>
          </a:xfrm>
          <a:custGeom>
            <a:avLst/>
            <a:gdLst>
              <a:gd name="connsiteX0" fmla="*/ 631786 w 760361"/>
              <a:gd name="connsiteY0" fmla="*/ 0 h 760361"/>
              <a:gd name="connsiteX1" fmla="*/ 684004 w 760361"/>
              <a:gd name="connsiteY1" fmla="*/ 63288 h 760361"/>
              <a:gd name="connsiteX2" fmla="*/ 760361 w 760361"/>
              <a:gd name="connsiteY2" fmla="*/ 313264 h 760361"/>
              <a:gd name="connsiteX3" fmla="*/ 313264 w 760361"/>
              <a:gd name="connsiteY3" fmla="*/ 760361 h 760361"/>
              <a:gd name="connsiteX4" fmla="*/ 63288 w 760361"/>
              <a:gd name="connsiteY4" fmla="*/ 684004 h 760361"/>
              <a:gd name="connsiteX5" fmla="*/ 0 w 760361"/>
              <a:gd name="connsiteY5" fmla="*/ 631787 h 760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361" h="760361">
                <a:moveTo>
                  <a:pt x="631786" y="0"/>
                </a:moveTo>
                <a:lnTo>
                  <a:pt x="684004" y="63288"/>
                </a:lnTo>
                <a:cubicBezTo>
                  <a:pt x="732212" y="134645"/>
                  <a:pt x="760361" y="220667"/>
                  <a:pt x="760361" y="313264"/>
                </a:cubicBezTo>
                <a:cubicBezTo>
                  <a:pt x="760361" y="560189"/>
                  <a:pt x="560189" y="760361"/>
                  <a:pt x="313264" y="760361"/>
                </a:cubicBezTo>
                <a:cubicBezTo>
                  <a:pt x="220667" y="760361"/>
                  <a:pt x="134645" y="732212"/>
                  <a:pt x="63288" y="684004"/>
                </a:cubicBezTo>
                <a:lnTo>
                  <a:pt x="0" y="63178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2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023" y="3247672"/>
            <a:ext cx="480543" cy="297417"/>
          </a:xfrm>
          <a:prstGeom prst="rect">
            <a:avLst/>
          </a:prstGeom>
        </p:spPr>
      </p:pic>
      <p:grpSp>
        <p:nvGrpSpPr>
          <p:cNvPr id="34" name="Group 74"/>
          <p:cNvGrpSpPr>
            <a:grpSpLocks noChangeAspect="1"/>
          </p:cNvGrpSpPr>
          <p:nvPr/>
        </p:nvGrpSpPr>
        <p:grpSpPr bwMode="auto">
          <a:xfrm>
            <a:off x="3347677" y="3393119"/>
            <a:ext cx="445113" cy="285450"/>
            <a:chOff x="2441" y="2416"/>
            <a:chExt cx="1971" cy="1264"/>
          </a:xfrm>
        </p:grpSpPr>
        <p:sp>
          <p:nvSpPr>
            <p:cNvPr id="35" name="AutoShape 73"/>
            <p:cNvSpPr>
              <a:spLocks noChangeAspect="1" noChangeArrowheads="1" noTextEdit="1"/>
            </p:cNvSpPr>
            <p:nvPr/>
          </p:nvSpPr>
          <p:spPr bwMode="auto">
            <a:xfrm>
              <a:off x="2441" y="2416"/>
              <a:ext cx="1971" cy="1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6" name="Freeform 75"/>
            <p:cNvSpPr>
              <a:spLocks noEditPoints="1"/>
            </p:cNvSpPr>
            <p:nvPr/>
          </p:nvSpPr>
          <p:spPr bwMode="auto">
            <a:xfrm>
              <a:off x="2441" y="2416"/>
              <a:ext cx="1971" cy="1264"/>
            </a:xfrm>
            <a:custGeom>
              <a:avLst/>
              <a:gdLst>
                <a:gd name="T0" fmla="*/ 1756 w 1971"/>
                <a:gd name="T1" fmla="*/ 192 h 1264"/>
                <a:gd name="T2" fmla="*/ 1658 w 1971"/>
                <a:gd name="T3" fmla="*/ 19 h 1264"/>
                <a:gd name="T4" fmla="*/ 0 w 1971"/>
                <a:gd name="T5" fmla="*/ 716 h 1264"/>
                <a:gd name="T6" fmla="*/ 59 w 1971"/>
                <a:gd name="T7" fmla="*/ 1127 h 1264"/>
                <a:gd name="T8" fmla="*/ 372 w 1971"/>
                <a:gd name="T9" fmla="*/ 1087 h 1264"/>
                <a:gd name="T10" fmla="*/ 430 w 1971"/>
                <a:gd name="T11" fmla="*/ 1264 h 1264"/>
                <a:gd name="T12" fmla="*/ 1971 w 1971"/>
                <a:gd name="T13" fmla="*/ 465 h 1264"/>
                <a:gd name="T14" fmla="*/ 1921 w 1971"/>
                <a:gd name="T15" fmla="*/ 115 h 1264"/>
                <a:gd name="T16" fmla="*/ 1929 w 1971"/>
                <a:gd name="T17" fmla="*/ 144 h 1264"/>
                <a:gd name="T18" fmla="*/ 415 w 1971"/>
                <a:gd name="T19" fmla="*/ 859 h 1264"/>
                <a:gd name="T20" fmla="*/ 1922 w 1971"/>
                <a:gd name="T21" fmla="*/ 142 h 1264"/>
                <a:gd name="T22" fmla="*/ 372 w 1971"/>
                <a:gd name="T23" fmla="*/ 853 h 1264"/>
                <a:gd name="T24" fmla="*/ 83 w 1971"/>
                <a:gd name="T25" fmla="*/ 908 h 1264"/>
                <a:gd name="T26" fmla="*/ 1725 w 1971"/>
                <a:gd name="T27" fmla="*/ 206 h 1264"/>
                <a:gd name="T28" fmla="*/ 70 w 1971"/>
                <a:gd name="T29" fmla="*/ 887 h 1264"/>
                <a:gd name="T30" fmla="*/ 1634 w 1971"/>
                <a:gd name="T31" fmla="*/ 46 h 1264"/>
                <a:gd name="T32" fmla="*/ 1608 w 1971"/>
                <a:gd name="T33" fmla="*/ 26 h 1264"/>
                <a:gd name="T34" fmla="*/ 58 w 1971"/>
                <a:gd name="T35" fmla="*/ 727 h 1264"/>
                <a:gd name="T36" fmla="*/ 1608 w 1971"/>
                <a:gd name="T37" fmla="*/ 26 h 1264"/>
                <a:gd name="T38" fmla="*/ 70 w 1971"/>
                <a:gd name="T39" fmla="*/ 975 h 1264"/>
                <a:gd name="T40" fmla="*/ 70 w 1971"/>
                <a:gd name="T41" fmla="*/ 1091 h 1264"/>
                <a:gd name="T42" fmla="*/ 213 w 1971"/>
                <a:gd name="T43" fmla="*/ 1003 h 1264"/>
                <a:gd name="T44" fmla="*/ 207 w 1971"/>
                <a:gd name="T45" fmla="*/ 1000 h 1264"/>
                <a:gd name="T46" fmla="*/ 46 w 1971"/>
                <a:gd name="T47" fmla="*/ 941 h 1264"/>
                <a:gd name="T48" fmla="*/ 24 w 1971"/>
                <a:gd name="T49" fmla="*/ 1089 h 1264"/>
                <a:gd name="T50" fmla="*/ 46 w 1971"/>
                <a:gd name="T51" fmla="*/ 748 h 1264"/>
                <a:gd name="T52" fmla="*/ 52 w 1971"/>
                <a:gd name="T53" fmla="*/ 922 h 1264"/>
                <a:gd name="T54" fmla="*/ 396 w 1971"/>
                <a:gd name="T55" fmla="*/ 877 h 1264"/>
                <a:gd name="T56" fmla="*/ 417 w 1971"/>
                <a:gd name="T57" fmla="*/ 1234 h 1264"/>
                <a:gd name="T58" fmla="*/ 396 w 1971"/>
                <a:gd name="T59" fmla="*/ 1070 h 1264"/>
                <a:gd name="T60" fmla="*/ 441 w 1971"/>
                <a:gd name="T61" fmla="*/ 1230 h 1264"/>
                <a:gd name="T62" fmla="*/ 1947 w 1971"/>
                <a:gd name="T63" fmla="*/ 162 h 1264"/>
                <a:gd name="T64" fmla="*/ 441 w 1971"/>
                <a:gd name="T65" fmla="*/ 1230 h 1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212838" y="3279169"/>
            <a:ext cx="379687" cy="346376"/>
            <a:chOff x="6880911" y="3333357"/>
            <a:chExt cx="379687" cy="346376"/>
          </a:xfrm>
        </p:grpSpPr>
        <p:sp>
          <p:nvSpPr>
            <p:cNvPr id="38" name="AutoShape 56"/>
            <p:cNvSpPr>
              <a:spLocks noChangeAspect="1" noChangeArrowheads="1" noTextEdit="1"/>
            </p:cNvSpPr>
            <p:nvPr/>
          </p:nvSpPr>
          <p:spPr bwMode="auto">
            <a:xfrm>
              <a:off x="6880911" y="3333357"/>
              <a:ext cx="379687" cy="346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9" name="Freeform 58"/>
            <p:cNvSpPr>
              <a:spLocks noEditPoints="1"/>
            </p:cNvSpPr>
            <p:nvPr/>
          </p:nvSpPr>
          <p:spPr bwMode="auto">
            <a:xfrm>
              <a:off x="6898893" y="3465569"/>
              <a:ext cx="148868" cy="193528"/>
            </a:xfrm>
            <a:custGeom>
              <a:avLst/>
              <a:gdLst>
                <a:gd name="T0" fmla="*/ 1008 w 1010"/>
                <a:gd name="T1" fmla="*/ 911 h 1313"/>
                <a:gd name="T2" fmla="*/ 1002 w 1010"/>
                <a:gd name="T3" fmla="*/ 852 h 1313"/>
                <a:gd name="T4" fmla="*/ 940 w 1010"/>
                <a:gd name="T5" fmla="*/ 626 h 1313"/>
                <a:gd name="T6" fmla="*/ 888 w 1010"/>
                <a:gd name="T7" fmla="*/ 512 h 1313"/>
                <a:gd name="T8" fmla="*/ 840 w 1010"/>
                <a:gd name="T9" fmla="*/ 430 h 1313"/>
                <a:gd name="T10" fmla="*/ 666 w 1010"/>
                <a:gd name="T11" fmla="*/ 208 h 1313"/>
                <a:gd name="T12" fmla="*/ 488 w 1010"/>
                <a:gd name="T13" fmla="*/ 70 h 1313"/>
                <a:gd name="T14" fmla="*/ 446 w 1010"/>
                <a:gd name="T15" fmla="*/ 46 h 1313"/>
                <a:gd name="T16" fmla="*/ 398 w 1010"/>
                <a:gd name="T17" fmla="*/ 26 h 1313"/>
                <a:gd name="T18" fmla="*/ 354 w 1010"/>
                <a:gd name="T19" fmla="*/ 12 h 1313"/>
                <a:gd name="T20" fmla="*/ 262 w 1010"/>
                <a:gd name="T21" fmla="*/ 0 h 1313"/>
                <a:gd name="T22" fmla="*/ 194 w 1010"/>
                <a:gd name="T23" fmla="*/ 8 h 1313"/>
                <a:gd name="T24" fmla="*/ 176 w 1010"/>
                <a:gd name="T25" fmla="*/ 14 h 1313"/>
                <a:gd name="T26" fmla="*/ 156 w 1010"/>
                <a:gd name="T27" fmla="*/ 22 h 1313"/>
                <a:gd name="T28" fmla="*/ 126 w 1010"/>
                <a:gd name="T29" fmla="*/ 38 h 1313"/>
                <a:gd name="T30" fmla="*/ 42 w 1010"/>
                <a:gd name="T31" fmla="*/ 138 h 1313"/>
                <a:gd name="T32" fmla="*/ 0 w 1010"/>
                <a:gd name="T33" fmla="*/ 344 h 1313"/>
                <a:gd name="T34" fmla="*/ 104 w 1010"/>
                <a:gd name="T35" fmla="*/ 764 h 1313"/>
                <a:gd name="T36" fmla="*/ 206 w 1010"/>
                <a:gd name="T37" fmla="*/ 941 h 1313"/>
                <a:gd name="T38" fmla="*/ 522 w 1010"/>
                <a:gd name="T39" fmla="*/ 1243 h 1313"/>
                <a:gd name="T40" fmla="*/ 722 w 1010"/>
                <a:gd name="T41" fmla="*/ 1313 h 1313"/>
                <a:gd name="T42" fmla="*/ 854 w 1010"/>
                <a:gd name="T43" fmla="*/ 1291 h 1313"/>
                <a:gd name="T44" fmla="*/ 878 w 1010"/>
                <a:gd name="T45" fmla="*/ 1279 h 1313"/>
                <a:gd name="T46" fmla="*/ 944 w 1010"/>
                <a:gd name="T47" fmla="*/ 1217 h 1313"/>
                <a:gd name="T48" fmla="*/ 1002 w 1010"/>
                <a:gd name="T49" fmla="*/ 1069 h 1313"/>
                <a:gd name="T50" fmla="*/ 1006 w 1010"/>
                <a:gd name="T51" fmla="*/ 1041 h 1313"/>
                <a:gd name="T52" fmla="*/ 1010 w 1010"/>
                <a:gd name="T53" fmla="*/ 999 h 1313"/>
                <a:gd name="T54" fmla="*/ 960 w 1010"/>
                <a:gd name="T55" fmla="*/ 961 h 1313"/>
                <a:gd name="T56" fmla="*/ 958 w 1010"/>
                <a:gd name="T57" fmla="*/ 987 h 1313"/>
                <a:gd name="T58" fmla="*/ 956 w 1010"/>
                <a:gd name="T59" fmla="*/ 1009 h 1313"/>
                <a:gd name="T60" fmla="*/ 926 w 1010"/>
                <a:gd name="T61" fmla="*/ 1115 h 1313"/>
                <a:gd name="T62" fmla="*/ 846 w 1010"/>
                <a:gd name="T63" fmla="*/ 1213 h 1313"/>
                <a:gd name="T64" fmla="*/ 832 w 1010"/>
                <a:gd name="T65" fmla="*/ 1221 h 1313"/>
                <a:gd name="T66" fmla="*/ 738 w 1010"/>
                <a:gd name="T67" fmla="*/ 1247 h 1313"/>
                <a:gd name="T68" fmla="*/ 520 w 1010"/>
                <a:gd name="T69" fmla="*/ 1185 h 1313"/>
                <a:gd name="T70" fmla="*/ 236 w 1010"/>
                <a:gd name="T71" fmla="*/ 913 h 1313"/>
                <a:gd name="T72" fmla="*/ 144 w 1010"/>
                <a:gd name="T73" fmla="*/ 752 h 1313"/>
                <a:gd name="T74" fmla="*/ 50 w 1010"/>
                <a:gd name="T75" fmla="*/ 374 h 1313"/>
                <a:gd name="T76" fmla="*/ 106 w 1010"/>
                <a:gd name="T77" fmla="*/ 160 h 1313"/>
                <a:gd name="T78" fmla="*/ 178 w 1010"/>
                <a:gd name="T79" fmla="*/ 92 h 1313"/>
                <a:gd name="T80" fmla="*/ 200 w 1010"/>
                <a:gd name="T81" fmla="*/ 82 h 1313"/>
                <a:gd name="T82" fmla="*/ 218 w 1010"/>
                <a:gd name="T83" fmla="*/ 74 h 1313"/>
                <a:gd name="T84" fmla="*/ 244 w 1010"/>
                <a:gd name="T85" fmla="*/ 68 h 1313"/>
                <a:gd name="T86" fmla="*/ 296 w 1010"/>
                <a:gd name="T87" fmla="*/ 66 h 1313"/>
                <a:gd name="T88" fmla="*/ 376 w 1010"/>
                <a:gd name="T89" fmla="*/ 78 h 1313"/>
                <a:gd name="T90" fmla="*/ 424 w 1010"/>
                <a:gd name="T91" fmla="*/ 96 h 1313"/>
                <a:gd name="T92" fmla="*/ 462 w 1010"/>
                <a:gd name="T93" fmla="*/ 112 h 1313"/>
                <a:gd name="T94" fmla="*/ 490 w 1010"/>
                <a:gd name="T95" fmla="*/ 128 h 1313"/>
                <a:gd name="T96" fmla="*/ 724 w 1010"/>
                <a:gd name="T97" fmla="*/ 334 h 1313"/>
                <a:gd name="T98" fmla="*/ 822 w 1010"/>
                <a:gd name="T99" fmla="*/ 478 h 1313"/>
                <a:gd name="T100" fmla="*/ 854 w 1010"/>
                <a:gd name="T101" fmla="*/ 536 h 1313"/>
                <a:gd name="T102" fmla="*/ 920 w 1010"/>
                <a:gd name="T103" fmla="*/ 698 h 1313"/>
                <a:gd name="T104" fmla="*/ 954 w 1010"/>
                <a:gd name="T105" fmla="*/ 854 h 1313"/>
                <a:gd name="T106" fmla="*/ 960 w 1010"/>
                <a:gd name="T107" fmla="*/ 911 h 1313"/>
                <a:gd name="T108" fmla="*/ 960 w 1010"/>
                <a:gd name="T109" fmla="*/ 961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0" name="Freeform 59"/>
            <p:cNvSpPr>
              <a:spLocks noEditPoints="1"/>
            </p:cNvSpPr>
            <p:nvPr/>
          </p:nvSpPr>
          <p:spPr bwMode="auto">
            <a:xfrm>
              <a:off x="6913043" y="3483846"/>
              <a:ext cx="120568" cy="156975"/>
            </a:xfrm>
            <a:custGeom>
              <a:avLst/>
              <a:gdLst>
                <a:gd name="T0" fmla="*/ 816 w 818"/>
                <a:gd name="T1" fmla="*/ 738 h 1065"/>
                <a:gd name="T2" fmla="*/ 812 w 818"/>
                <a:gd name="T3" fmla="*/ 692 h 1065"/>
                <a:gd name="T4" fmla="*/ 782 w 818"/>
                <a:gd name="T5" fmla="*/ 570 h 1065"/>
                <a:gd name="T6" fmla="*/ 722 w 818"/>
                <a:gd name="T7" fmla="*/ 424 h 1065"/>
                <a:gd name="T8" fmla="*/ 694 w 818"/>
                <a:gd name="T9" fmla="*/ 372 h 1065"/>
                <a:gd name="T10" fmla="*/ 636 w 818"/>
                <a:gd name="T11" fmla="*/ 282 h 1065"/>
                <a:gd name="T12" fmla="*/ 432 w 818"/>
                <a:gd name="T13" fmla="*/ 80 h 1065"/>
                <a:gd name="T14" fmla="*/ 378 w 818"/>
                <a:gd name="T15" fmla="*/ 48 h 1065"/>
                <a:gd name="T16" fmla="*/ 360 w 818"/>
                <a:gd name="T17" fmla="*/ 38 h 1065"/>
                <a:gd name="T18" fmla="*/ 322 w 818"/>
                <a:gd name="T19" fmla="*/ 22 h 1065"/>
                <a:gd name="T20" fmla="*/ 294 w 818"/>
                <a:gd name="T21" fmla="*/ 12 h 1065"/>
                <a:gd name="T22" fmla="*/ 220 w 818"/>
                <a:gd name="T23" fmla="*/ 0 h 1065"/>
                <a:gd name="T24" fmla="*/ 180 w 818"/>
                <a:gd name="T25" fmla="*/ 2 h 1065"/>
                <a:gd name="T26" fmla="*/ 156 w 818"/>
                <a:gd name="T27" fmla="*/ 8 h 1065"/>
                <a:gd name="T28" fmla="*/ 140 w 818"/>
                <a:gd name="T29" fmla="*/ 12 h 1065"/>
                <a:gd name="T30" fmla="*/ 126 w 818"/>
                <a:gd name="T31" fmla="*/ 18 h 1065"/>
                <a:gd name="T32" fmla="*/ 102 w 818"/>
                <a:gd name="T33" fmla="*/ 32 h 1065"/>
                <a:gd name="T34" fmla="*/ 16 w 818"/>
                <a:gd name="T35" fmla="*/ 162 h 1065"/>
                <a:gd name="T36" fmla="*/ 6 w 818"/>
                <a:gd name="T37" fmla="*/ 372 h 1065"/>
                <a:gd name="T38" fmla="*/ 110 w 818"/>
                <a:gd name="T39" fmla="*/ 668 h 1065"/>
                <a:gd name="T40" fmla="*/ 168 w 818"/>
                <a:gd name="T41" fmla="*/ 763 h 1065"/>
                <a:gd name="T42" fmla="*/ 384 w 818"/>
                <a:gd name="T43" fmla="*/ 983 h 1065"/>
                <a:gd name="T44" fmla="*/ 568 w 818"/>
                <a:gd name="T45" fmla="*/ 1061 h 1065"/>
                <a:gd name="T46" fmla="*/ 692 w 818"/>
                <a:gd name="T47" fmla="*/ 1047 h 1065"/>
                <a:gd name="T48" fmla="*/ 710 w 818"/>
                <a:gd name="T49" fmla="*/ 1037 h 1065"/>
                <a:gd name="T50" fmla="*/ 750 w 818"/>
                <a:gd name="T51" fmla="*/ 1005 h 1065"/>
                <a:gd name="T52" fmla="*/ 812 w 818"/>
                <a:gd name="T53" fmla="*/ 867 h 1065"/>
                <a:gd name="T54" fmla="*/ 814 w 818"/>
                <a:gd name="T55" fmla="*/ 847 h 1065"/>
                <a:gd name="T56" fmla="*/ 816 w 818"/>
                <a:gd name="T57" fmla="*/ 829 h 1065"/>
                <a:gd name="T58" fmla="*/ 818 w 818"/>
                <a:gd name="T59" fmla="*/ 807 h 1065"/>
                <a:gd name="T60" fmla="*/ 776 w 818"/>
                <a:gd name="T61" fmla="*/ 781 h 1065"/>
                <a:gd name="T62" fmla="*/ 776 w 818"/>
                <a:gd name="T63" fmla="*/ 799 h 1065"/>
                <a:gd name="T64" fmla="*/ 774 w 818"/>
                <a:gd name="T65" fmla="*/ 819 h 1065"/>
                <a:gd name="T66" fmla="*/ 766 w 818"/>
                <a:gd name="T67" fmla="*/ 859 h 1065"/>
                <a:gd name="T68" fmla="*/ 700 w 818"/>
                <a:gd name="T69" fmla="*/ 971 h 1065"/>
                <a:gd name="T70" fmla="*/ 680 w 818"/>
                <a:gd name="T71" fmla="*/ 987 h 1065"/>
                <a:gd name="T72" fmla="*/ 664 w 818"/>
                <a:gd name="T73" fmla="*/ 995 h 1065"/>
                <a:gd name="T74" fmla="*/ 488 w 818"/>
                <a:gd name="T75" fmla="*/ 993 h 1065"/>
                <a:gd name="T76" fmla="*/ 316 w 818"/>
                <a:gd name="T77" fmla="*/ 883 h 1065"/>
                <a:gd name="T78" fmla="*/ 164 w 818"/>
                <a:gd name="T79" fmla="*/ 696 h 1065"/>
                <a:gd name="T80" fmla="*/ 98 w 818"/>
                <a:gd name="T81" fmla="*/ 566 h 1065"/>
                <a:gd name="T82" fmla="*/ 40 w 818"/>
                <a:gd name="T83" fmla="*/ 304 h 1065"/>
                <a:gd name="T84" fmla="*/ 78 w 818"/>
                <a:gd name="T85" fmla="*/ 142 h 1065"/>
                <a:gd name="T86" fmla="*/ 144 w 818"/>
                <a:gd name="T87" fmla="*/ 76 h 1065"/>
                <a:gd name="T88" fmla="*/ 162 w 818"/>
                <a:gd name="T89" fmla="*/ 66 h 1065"/>
                <a:gd name="T90" fmla="*/ 168 w 818"/>
                <a:gd name="T91" fmla="*/ 64 h 1065"/>
                <a:gd name="T92" fmla="*/ 182 w 818"/>
                <a:gd name="T93" fmla="*/ 60 h 1065"/>
                <a:gd name="T94" fmla="*/ 232 w 818"/>
                <a:gd name="T95" fmla="*/ 54 h 1065"/>
                <a:gd name="T96" fmla="*/ 300 w 818"/>
                <a:gd name="T97" fmla="*/ 62 h 1065"/>
                <a:gd name="T98" fmla="*/ 324 w 818"/>
                <a:gd name="T99" fmla="*/ 70 h 1065"/>
                <a:gd name="T100" fmla="*/ 364 w 818"/>
                <a:gd name="T101" fmla="*/ 86 h 1065"/>
                <a:gd name="T102" fmla="*/ 376 w 818"/>
                <a:gd name="T103" fmla="*/ 94 h 1065"/>
                <a:gd name="T104" fmla="*/ 398 w 818"/>
                <a:gd name="T105" fmla="*/ 104 h 1065"/>
                <a:gd name="T106" fmla="*/ 556 w 818"/>
                <a:gd name="T107" fmla="*/ 238 h 1065"/>
                <a:gd name="T108" fmla="*/ 654 w 818"/>
                <a:gd name="T109" fmla="*/ 368 h 1065"/>
                <a:gd name="T110" fmla="*/ 688 w 818"/>
                <a:gd name="T111" fmla="*/ 428 h 1065"/>
                <a:gd name="T112" fmla="*/ 702 w 818"/>
                <a:gd name="T113" fmla="*/ 454 h 1065"/>
                <a:gd name="T114" fmla="*/ 772 w 818"/>
                <a:gd name="T115" fmla="*/ 676 h 1065"/>
                <a:gd name="T116" fmla="*/ 776 w 818"/>
                <a:gd name="T117" fmla="*/ 720 h 1065"/>
                <a:gd name="T118" fmla="*/ 778 w 818"/>
                <a:gd name="T119" fmla="*/ 743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1" name="Freeform 60"/>
            <p:cNvSpPr>
              <a:spLocks noEditPoints="1"/>
            </p:cNvSpPr>
            <p:nvPr/>
          </p:nvSpPr>
          <p:spPr bwMode="auto">
            <a:xfrm>
              <a:off x="6924540" y="3498881"/>
              <a:ext cx="97575" cy="126906"/>
            </a:xfrm>
            <a:custGeom>
              <a:avLst/>
              <a:gdLst>
                <a:gd name="T0" fmla="*/ 662 w 662"/>
                <a:gd name="T1" fmla="*/ 596 h 861"/>
                <a:gd name="T2" fmla="*/ 658 w 662"/>
                <a:gd name="T3" fmla="*/ 560 h 861"/>
                <a:gd name="T4" fmla="*/ 594 w 662"/>
                <a:gd name="T5" fmla="*/ 360 h 861"/>
                <a:gd name="T6" fmla="*/ 582 w 662"/>
                <a:gd name="T7" fmla="*/ 336 h 861"/>
                <a:gd name="T8" fmla="*/ 552 w 662"/>
                <a:gd name="T9" fmla="*/ 282 h 861"/>
                <a:gd name="T10" fmla="*/ 464 w 662"/>
                <a:gd name="T11" fmla="*/ 164 h 861"/>
                <a:gd name="T12" fmla="*/ 320 w 662"/>
                <a:gd name="T13" fmla="*/ 46 h 861"/>
                <a:gd name="T14" fmla="*/ 302 w 662"/>
                <a:gd name="T15" fmla="*/ 36 h 861"/>
                <a:gd name="T16" fmla="*/ 290 w 662"/>
                <a:gd name="T17" fmla="*/ 30 h 861"/>
                <a:gd name="T18" fmla="*/ 254 w 662"/>
                <a:gd name="T19" fmla="*/ 14 h 861"/>
                <a:gd name="T20" fmla="*/ 232 w 662"/>
                <a:gd name="T21" fmla="*/ 8 h 861"/>
                <a:gd name="T22" fmla="*/ 172 w 662"/>
                <a:gd name="T23" fmla="*/ 0 h 861"/>
                <a:gd name="T24" fmla="*/ 128 w 662"/>
                <a:gd name="T25" fmla="*/ 4 h 861"/>
                <a:gd name="T26" fmla="*/ 114 w 662"/>
                <a:gd name="T27" fmla="*/ 8 h 861"/>
                <a:gd name="T28" fmla="*/ 108 w 662"/>
                <a:gd name="T29" fmla="*/ 12 h 861"/>
                <a:gd name="T30" fmla="*/ 92 w 662"/>
                <a:gd name="T31" fmla="*/ 18 h 861"/>
                <a:gd name="T32" fmla="*/ 34 w 662"/>
                <a:gd name="T33" fmla="*/ 80 h 861"/>
                <a:gd name="T34" fmla="*/ 0 w 662"/>
                <a:gd name="T35" fmla="*/ 224 h 861"/>
                <a:gd name="T36" fmla="*/ 50 w 662"/>
                <a:gd name="T37" fmla="*/ 460 h 861"/>
                <a:gd name="T38" fmla="*/ 110 w 662"/>
                <a:gd name="T39" fmla="*/ 578 h 861"/>
                <a:gd name="T40" fmla="*/ 248 w 662"/>
                <a:gd name="T41" fmla="*/ 747 h 861"/>
                <a:gd name="T42" fmla="*/ 402 w 662"/>
                <a:gd name="T43" fmla="*/ 845 h 861"/>
                <a:gd name="T44" fmla="*/ 560 w 662"/>
                <a:gd name="T45" fmla="*/ 847 h 861"/>
                <a:gd name="T46" fmla="*/ 576 w 662"/>
                <a:gd name="T47" fmla="*/ 839 h 861"/>
                <a:gd name="T48" fmla="*/ 594 w 662"/>
                <a:gd name="T49" fmla="*/ 825 h 861"/>
                <a:gd name="T50" fmla="*/ 652 w 662"/>
                <a:gd name="T51" fmla="*/ 725 h 861"/>
                <a:gd name="T52" fmla="*/ 660 w 662"/>
                <a:gd name="T53" fmla="*/ 689 h 861"/>
                <a:gd name="T54" fmla="*/ 662 w 662"/>
                <a:gd name="T55" fmla="*/ 671 h 861"/>
                <a:gd name="T56" fmla="*/ 662 w 662"/>
                <a:gd name="T57" fmla="*/ 653 h 861"/>
                <a:gd name="T58" fmla="*/ 630 w 662"/>
                <a:gd name="T59" fmla="*/ 630 h 861"/>
                <a:gd name="T60" fmla="*/ 628 w 662"/>
                <a:gd name="T61" fmla="*/ 647 h 861"/>
                <a:gd name="T62" fmla="*/ 626 w 662"/>
                <a:gd name="T63" fmla="*/ 659 h 861"/>
                <a:gd name="T64" fmla="*/ 624 w 662"/>
                <a:gd name="T65" fmla="*/ 675 h 861"/>
                <a:gd name="T66" fmla="*/ 580 w 662"/>
                <a:gd name="T67" fmla="*/ 775 h 861"/>
                <a:gd name="T68" fmla="*/ 550 w 662"/>
                <a:gd name="T69" fmla="*/ 799 h 861"/>
                <a:gd name="T70" fmla="*/ 538 w 662"/>
                <a:gd name="T71" fmla="*/ 805 h 861"/>
                <a:gd name="T72" fmla="*/ 422 w 662"/>
                <a:gd name="T73" fmla="*/ 811 h 861"/>
                <a:gd name="T74" fmla="*/ 284 w 662"/>
                <a:gd name="T75" fmla="*/ 739 h 861"/>
                <a:gd name="T76" fmla="*/ 132 w 662"/>
                <a:gd name="T77" fmla="*/ 564 h 861"/>
                <a:gd name="T78" fmla="*/ 94 w 662"/>
                <a:gd name="T79" fmla="*/ 494 h 861"/>
                <a:gd name="T80" fmla="*/ 34 w 662"/>
                <a:gd name="T81" fmla="*/ 278 h 861"/>
                <a:gd name="T82" fmla="*/ 52 w 662"/>
                <a:gd name="T83" fmla="*/ 136 h 861"/>
                <a:gd name="T84" fmla="*/ 116 w 662"/>
                <a:gd name="T85" fmla="*/ 60 h 861"/>
                <a:gd name="T86" fmla="*/ 130 w 662"/>
                <a:gd name="T87" fmla="*/ 54 h 861"/>
                <a:gd name="T88" fmla="*/ 136 w 662"/>
                <a:gd name="T89" fmla="*/ 50 h 861"/>
                <a:gd name="T90" fmla="*/ 148 w 662"/>
                <a:gd name="T91" fmla="*/ 48 h 861"/>
                <a:gd name="T92" fmla="*/ 188 w 662"/>
                <a:gd name="T93" fmla="*/ 42 h 861"/>
                <a:gd name="T94" fmla="*/ 218 w 662"/>
                <a:gd name="T95" fmla="*/ 44 h 861"/>
                <a:gd name="T96" fmla="*/ 256 w 662"/>
                <a:gd name="T97" fmla="*/ 54 h 861"/>
                <a:gd name="T98" fmla="*/ 278 w 662"/>
                <a:gd name="T99" fmla="*/ 62 h 861"/>
                <a:gd name="T100" fmla="*/ 302 w 662"/>
                <a:gd name="T101" fmla="*/ 74 h 861"/>
                <a:gd name="T102" fmla="*/ 322 w 662"/>
                <a:gd name="T103" fmla="*/ 84 h 861"/>
                <a:gd name="T104" fmla="*/ 426 w 662"/>
                <a:gd name="T105" fmla="*/ 166 h 861"/>
                <a:gd name="T106" fmla="*/ 518 w 662"/>
                <a:gd name="T107" fmla="*/ 280 h 861"/>
                <a:gd name="T108" fmla="*/ 550 w 662"/>
                <a:gd name="T109" fmla="*/ 330 h 861"/>
                <a:gd name="T110" fmla="*/ 568 w 662"/>
                <a:gd name="T111" fmla="*/ 368 h 861"/>
                <a:gd name="T112" fmla="*/ 624 w 662"/>
                <a:gd name="T113" fmla="*/ 548 h 861"/>
                <a:gd name="T114" fmla="*/ 628 w 662"/>
                <a:gd name="T115" fmla="*/ 580 h 861"/>
                <a:gd name="T116" fmla="*/ 630 w 662"/>
                <a:gd name="T117" fmla="*/ 60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Freeform 61"/>
            <p:cNvSpPr>
              <a:spLocks noEditPoints="1"/>
            </p:cNvSpPr>
            <p:nvPr/>
          </p:nvSpPr>
          <p:spPr bwMode="auto">
            <a:xfrm>
              <a:off x="6933678" y="3510967"/>
              <a:ext cx="79298" cy="102734"/>
            </a:xfrm>
            <a:custGeom>
              <a:avLst/>
              <a:gdLst>
                <a:gd name="T0" fmla="*/ 536 w 538"/>
                <a:gd name="T1" fmla="*/ 484 h 697"/>
                <a:gd name="T2" fmla="*/ 534 w 538"/>
                <a:gd name="T3" fmla="*/ 454 h 697"/>
                <a:gd name="T4" fmla="*/ 482 w 538"/>
                <a:gd name="T5" fmla="*/ 292 h 697"/>
                <a:gd name="T6" fmla="*/ 472 w 538"/>
                <a:gd name="T7" fmla="*/ 272 h 697"/>
                <a:gd name="T8" fmla="*/ 448 w 538"/>
                <a:gd name="T9" fmla="*/ 228 h 697"/>
                <a:gd name="T10" fmla="*/ 376 w 538"/>
                <a:gd name="T11" fmla="*/ 134 h 697"/>
                <a:gd name="T12" fmla="*/ 260 w 538"/>
                <a:gd name="T13" fmla="*/ 36 h 697"/>
                <a:gd name="T14" fmla="*/ 246 w 538"/>
                <a:gd name="T15" fmla="*/ 28 h 697"/>
                <a:gd name="T16" fmla="*/ 236 w 538"/>
                <a:gd name="T17" fmla="*/ 24 h 697"/>
                <a:gd name="T18" fmla="*/ 208 w 538"/>
                <a:gd name="T19" fmla="*/ 12 h 697"/>
                <a:gd name="T20" fmla="*/ 190 w 538"/>
                <a:gd name="T21" fmla="*/ 6 h 697"/>
                <a:gd name="T22" fmla="*/ 140 w 538"/>
                <a:gd name="T23" fmla="*/ 0 h 697"/>
                <a:gd name="T24" fmla="*/ 104 w 538"/>
                <a:gd name="T25" fmla="*/ 4 h 697"/>
                <a:gd name="T26" fmla="*/ 94 w 538"/>
                <a:gd name="T27" fmla="*/ 6 h 697"/>
                <a:gd name="T28" fmla="*/ 88 w 538"/>
                <a:gd name="T29" fmla="*/ 8 h 697"/>
                <a:gd name="T30" fmla="*/ 76 w 538"/>
                <a:gd name="T31" fmla="*/ 16 h 697"/>
                <a:gd name="T32" fmla="*/ 28 w 538"/>
                <a:gd name="T33" fmla="*/ 64 h 697"/>
                <a:gd name="T34" fmla="*/ 0 w 538"/>
                <a:gd name="T35" fmla="*/ 182 h 697"/>
                <a:gd name="T36" fmla="*/ 42 w 538"/>
                <a:gd name="T37" fmla="*/ 372 h 697"/>
                <a:gd name="T38" fmla="*/ 90 w 538"/>
                <a:gd name="T39" fmla="*/ 468 h 697"/>
                <a:gd name="T40" fmla="*/ 202 w 538"/>
                <a:gd name="T41" fmla="*/ 605 h 697"/>
                <a:gd name="T42" fmla="*/ 326 w 538"/>
                <a:gd name="T43" fmla="*/ 683 h 697"/>
                <a:gd name="T44" fmla="*/ 454 w 538"/>
                <a:gd name="T45" fmla="*/ 687 h 697"/>
                <a:gd name="T46" fmla="*/ 466 w 538"/>
                <a:gd name="T47" fmla="*/ 679 h 697"/>
                <a:gd name="T48" fmla="*/ 482 w 538"/>
                <a:gd name="T49" fmla="*/ 669 h 697"/>
                <a:gd name="T50" fmla="*/ 530 w 538"/>
                <a:gd name="T51" fmla="*/ 587 h 697"/>
                <a:gd name="T52" fmla="*/ 534 w 538"/>
                <a:gd name="T53" fmla="*/ 556 h 697"/>
                <a:gd name="T54" fmla="*/ 536 w 538"/>
                <a:gd name="T55" fmla="*/ 542 h 697"/>
                <a:gd name="T56" fmla="*/ 538 w 538"/>
                <a:gd name="T57" fmla="*/ 528 h 697"/>
                <a:gd name="T58" fmla="*/ 510 w 538"/>
                <a:gd name="T59" fmla="*/ 510 h 697"/>
                <a:gd name="T60" fmla="*/ 510 w 538"/>
                <a:gd name="T61" fmla="*/ 524 h 697"/>
                <a:gd name="T62" fmla="*/ 508 w 538"/>
                <a:gd name="T63" fmla="*/ 534 h 697"/>
                <a:gd name="T64" fmla="*/ 506 w 538"/>
                <a:gd name="T65" fmla="*/ 546 h 697"/>
                <a:gd name="T66" fmla="*/ 470 w 538"/>
                <a:gd name="T67" fmla="*/ 627 h 697"/>
                <a:gd name="T68" fmla="*/ 448 w 538"/>
                <a:gd name="T69" fmla="*/ 647 h 697"/>
                <a:gd name="T70" fmla="*/ 436 w 538"/>
                <a:gd name="T71" fmla="*/ 653 h 697"/>
                <a:gd name="T72" fmla="*/ 342 w 538"/>
                <a:gd name="T73" fmla="*/ 657 h 697"/>
                <a:gd name="T74" fmla="*/ 230 w 538"/>
                <a:gd name="T75" fmla="*/ 597 h 697"/>
                <a:gd name="T76" fmla="*/ 108 w 538"/>
                <a:gd name="T77" fmla="*/ 456 h 697"/>
                <a:gd name="T78" fmla="*/ 78 w 538"/>
                <a:gd name="T79" fmla="*/ 400 h 697"/>
                <a:gd name="T80" fmla="*/ 28 w 538"/>
                <a:gd name="T81" fmla="*/ 226 h 697"/>
                <a:gd name="T82" fmla="*/ 44 w 538"/>
                <a:gd name="T83" fmla="*/ 110 h 697"/>
                <a:gd name="T84" fmla="*/ 94 w 538"/>
                <a:gd name="T85" fmla="*/ 48 h 697"/>
                <a:gd name="T86" fmla="*/ 106 w 538"/>
                <a:gd name="T87" fmla="*/ 42 h 697"/>
                <a:gd name="T88" fmla="*/ 112 w 538"/>
                <a:gd name="T89" fmla="*/ 40 h 697"/>
                <a:gd name="T90" fmla="*/ 120 w 538"/>
                <a:gd name="T91" fmla="*/ 38 h 697"/>
                <a:gd name="T92" fmla="*/ 152 w 538"/>
                <a:gd name="T93" fmla="*/ 34 h 697"/>
                <a:gd name="T94" fmla="*/ 178 w 538"/>
                <a:gd name="T95" fmla="*/ 36 h 697"/>
                <a:gd name="T96" fmla="*/ 208 w 538"/>
                <a:gd name="T97" fmla="*/ 44 h 697"/>
                <a:gd name="T98" fmla="*/ 226 w 538"/>
                <a:gd name="T99" fmla="*/ 50 h 697"/>
                <a:gd name="T100" fmla="*/ 246 w 538"/>
                <a:gd name="T101" fmla="*/ 60 h 697"/>
                <a:gd name="T102" fmla="*/ 262 w 538"/>
                <a:gd name="T103" fmla="*/ 68 h 697"/>
                <a:gd name="T104" fmla="*/ 346 w 538"/>
                <a:gd name="T105" fmla="*/ 134 h 697"/>
                <a:gd name="T106" fmla="*/ 420 w 538"/>
                <a:gd name="T107" fmla="*/ 226 h 697"/>
                <a:gd name="T108" fmla="*/ 446 w 538"/>
                <a:gd name="T109" fmla="*/ 268 h 697"/>
                <a:gd name="T110" fmla="*/ 460 w 538"/>
                <a:gd name="T111" fmla="*/ 298 h 697"/>
                <a:gd name="T112" fmla="*/ 506 w 538"/>
                <a:gd name="T113" fmla="*/ 442 h 697"/>
                <a:gd name="T114" fmla="*/ 510 w 538"/>
                <a:gd name="T115" fmla="*/ 470 h 697"/>
                <a:gd name="T116" fmla="*/ 510 w 538"/>
                <a:gd name="T117" fmla="*/ 486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3" name="Freeform 62"/>
            <p:cNvSpPr>
              <a:spLocks noEditPoints="1"/>
            </p:cNvSpPr>
            <p:nvPr/>
          </p:nvSpPr>
          <p:spPr bwMode="auto">
            <a:xfrm>
              <a:off x="6941343" y="3520695"/>
              <a:ext cx="63969" cy="83278"/>
            </a:xfrm>
            <a:custGeom>
              <a:avLst/>
              <a:gdLst>
                <a:gd name="T0" fmla="*/ 434 w 434"/>
                <a:gd name="T1" fmla="*/ 392 h 565"/>
                <a:gd name="T2" fmla="*/ 430 w 434"/>
                <a:gd name="T3" fmla="*/ 368 h 565"/>
                <a:gd name="T4" fmla="*/ 390 w 434"/>
                <a:gd name="T5" fmla="*/ 236 h 565"/>
                <a:gd name="T6" fmla="*/ 382 w 434"/>
                <a:gd name="T7" fmla="*/ 220 h 565"/>
                <a:gd name="T8" fmla="*/ 362 w 434"/>
                <a:gd name="T9" fmla="*/ 184 h 565"/>
                <a:gd name="T10" fmla="*/ 304 w 434"/>
                <a:gd name="T11" fmla="*/ 108 h 565"/>
                <a:gd name="T12" fmla="*/ 210 w 434"/>
                <a:gd name="T13" fmla="*/ 30 h 565"/>
                <a:gd name="T14" fmla="*/ 198 w 434"/>
                <a:gd name="T15" fmla="*/ 24 h 565"/>
                <a:gd name="T16" fmla="*/ 190 w 434"/>
                <a:gd name="T17" fmla="*/ 20 h 565"/>
                <a:gd name="T18" fmla="*/ 166 w 434"/>
                <a:gd name="T19" fmla="*/ 10 h 565"/>
                <a:gd name="T20" fmla="*/ 152 w 434"/>
                <a:gd name="T21" fmla="*/ 4 h 565"/>
                <a:gd name="T22" fmla="*/ 112 w 434"/>
                <a:gd name="T23" fmla="*/ 0 h 565"/>
                <a:gd name="T24" fmla="*/ 84 w 434"/>
                <a:gd name="T25" fmla="*/ 4 h 565"/>
                <a:gd name="T26" fmla="*/ 76 w 434"/>
                <a:gd name="T27" fmla="*/ 6 h 565"/>
                <a:gd name="T28" fmla="*/ 70 w 434"/>
                <a:gd name="T29" fmla="*/ 8 h 565"/>
                <a:gd name="T30" fmla="*/ 60 w 434"/>
                <a:gd name="T31" fmla="*/ 12 h 565"/>
                <a:gd name="T32" fmla="*/ 22 w 434"/>
                <a:gd name="T33" fmla="*/ 52 h 565"/>
                <a:gd name="T34" fmla="*/ 0 w 434"/>
                <a:gd name="T35" fmla="*/ 148 h 565"/>
                <a:gd name="T36" fmla="*/ 32 w 434"/>
                <a:gd name="T37" fmla="*/ 302 h 565"/>
                <a:gd name="T38" fmla="*/ 72 w 434"/>
                <a:gd name="T39" fmla="*/ 380 h 565"/>
                <a:gd name="T40" fmla="*/ 162 w 434"/>
                <a:gd name="T41" fmla="*/ 488 h 565"/>
                <a:gd name="T42" fmla="*/ 264 w 434"/>
                <a:gd name="T43" fmla="*/ 555 h 565"/>
                <a:gd name="T44" fmla="*/ 368 w 434"/>
                <a:gd name="T45" fmla="*/ 557 h 565"/>
                <a:gd name="T46" fmla="*/ 378 w 434"/>
                <a:gd name="T47" fmla="*/ 551 h 565"/>
                <a:gd name="T48" fmla="*/ 390 w 434"/>
                <a:gd name="T49" fmla="*/ 541 h 565"/>
                <a:gd name="T50" fmla="*/ 430 w 434"/>
                <a:gd name="T51" fmla="*/ 460 h 565"/>
                <a:gd name="T52" fmla="*/ 432 w 434"/>
                <a:gd name="T53" fmla="*/ 448 h 565"/>
                <a:gd name="T54" fmla="*/ 434 w 434"/>
                <a:gd name="T55" fmla="*/ 438 h 565"/>
                <a:gd name="T56" fmla="*/ 434 w 434"/>
                <a:gd name="T57" fmla="*/ 428 h 565"/>
                <a:gd name="T58" fmla="*/ 412 w 434"/>
                <a:gd name="T59" fmla="*/ 414 h 565"/>
                <a:gd name="T60" fmla="*/ 412 w 434"/>
                <a:gd name="T61" fmla="*/ 424 h 565"/>
                <a:gd name="T62" fmla="*/ 410 w 434"/>
                <a:gd name="T63" fmla="*/ 434 h 565"/>
                <a:gd name="T64" fmla="*/ 402 w 434"/>
                <a:gd name="T65" fmla="*/ 468 h 565"/>
                <a:gd name="T66" fmla="*/ 364 w 434"/>
                <a:gd name="T67" fmla="*/ 523 h 565"/>
                <a:gd name="T68" fmla="*/ 360 w 434"/>
                <a:gd name="T69" fmla="*/ 525 h 565"/>
                <a:gd name="T70" fmla="*/ 324 w 434"/>
                <a:gd name="T71" fmla="*/ 537 h 565"/>
                <a:gd name="T72" fmla="*/ 224 w 434"/>
                <a:gd name="T73" fmla="*/ 511 h 565"/>
                <a:gd name="T74" fmla="*/ 134 w 434"/>
                <a:gd name="T75" fmla="*/ 432 h 565"/>
                <a:gd name="T76" fmla="*/ 80 w 434"/>
                <a:gd name="T77" fmla="*/ 358 h 565"/>
                <a:gd name="T78" fmla="*/ 34 w 434"/>
                <a:gd name="T79" fmla="*/ 252 h 565"/>
                <a:gd name="T80" fmla="*/ 22 w 434"/>
                <a:gd name="T81" fmla="*/ 140 h 565"/>
                <a:gd name="T82" fmla="*/ 60 w 434"/>
                <a:gd name="T83" fmla="*/ 52 h 565"/>
                <a:gd name="T84" fmla="*/ 82 w 434"/>
                <a:gd name="T85" fmla="*/ 36 h 565"/>
                <a:gd name="T86" fmla="*/ 88 w 434"/>
                <a:gd name="T87" fmla="*/ 34 h 565"/>
                <a:gd name="T88" fmla="*/ 94 w 434"/>
                <a:gd name="T89" fmla="*/ 32 h 565"/>
                <a:gd name="T90" fmla="*/ 104 w 434"/>
                <a:gd name="T91" fmla="*/ 30 h 565"/>
                <a:gd name="T92" fmla="*/ 126 w 434"/>
                <a:gd name="T93" fmla="*/ 28 h 565"/>
                <a:gd name="T94" fmla="*/ 162 w 434"/>
                <a:gd name="T95" fmla="*/ 34 h 565"/>
                <a:gd name="T96" fmla="*/ 176 w 434"/>
                <a:gd name="T97" fmla="*/ 38 h 565"/>
                <a:gd name="T98" fmla="*/ 194 w 434"/>
                <a:gd name="T99" fmla="*/ 46 h 565"/>
                <a:gd name="T100" fmla="*/ 202 w 434"/>
                <a:gd name="T101" fmla="*/ 50 h 565"/>
                <a:gd name="T102" fmla="*/ 228 w 434"/>
                <a:gd name="T103" fmla="*/ 66 h 565"/>
                <a:gd name="T104" fmla="*/ 326 w 434"/>
                <a:gd name="T105" fmla="*/ 162 h 565"/>
                <a:gd name="T106" fmla="*/ 354 w 434"/>
                <a:gd name="T107" fmla="*/ 206 h 565"/>
                <a:gd name="T108" fmla="*/ 368 w 434"/>
                <a:gd name="T109" fmla="*/ 230 h 565"/>
                <a:gd name="T110" fmla="*/ 396 w 434"/>
                <a:gd name="T111" fmla="*/ 300 h 565"/>
                <a:gd name="T112" fmla="*/ 410 w 434"/>
                <a:gd name="T113" fmla="*/ 368 h 565"/>
                <a:gd name="T114" fmla="*/ 412 w 434"/>
                <a:gd name="T115" fmla="*/ 392 h 565"/>
                <a:gd name="T116" fmla="*/ 412 w 434"/>
                <a:gd name="T117" fmla="*/ 404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4" name="Freeform 63"/>
            <p:cNvSpPr>
              <a:spLocks noEditPoints="1"/>
            </p:cNvSpPr>
            <p:nvPr/>
          </p:nvSpPr>
          <p:spPr bwMode="auto">
            <a:xfrm>
              <a:off x="6947238" y="3528654"/>
              <a:ext cx="52177" cy="67359"/>
            </a:xfrm>
            <a:custGeom>
              <a:avLst/>
              <a:gdLst>
                <a:gd name="T0" fmla="*/ 352 w 354"/>
                <a:gd name="T1" fmla="*/ 316 h 457"/>
                <a:gd name="T2" fmla="*/ 350 w 354"/>
                <a:gd name="T3" fmla="*/ 298 h 457"/>
                <a:gd name="T4" fmla="*/ 316 w 354"/>
                <a:gd name="T5" fmla="*/ 192 h 457"/>
                <a:gd name="T6" fmla="*/ 310 w 354"/>
                <a:gd name="T7" fmla="*/ 178 h 457"/>
                <a:gd name="T8" fmla="*/ 294 w 354"/>
                <a:gd name="T9" fmla="*/ 150 h 457"/>
                <a:gd name="T10" fmla="*/ 218 w 354"/>
                <a:gd name="T11" fmla="*/ 58 h 457"/>
                <a:gd name="T12" fmla="*/ 172 w 354"/>
                <a:gd name="T13" fmla="*/ 24 h 457"/>
                <a:gd name="T14" fmla="*/ 160 w 354"/>
                <a:gd name="T15" fmla="*/ 18 h 457"/>
                <a:gd name="T16" fmla="*/ 146 w 354"/>
                <a:gd name="T17" fmla="*/ 10 h 457"/>
                <a:gd name="T18" fmla="*/ 132 w 354"/>
                <a:gd name="T19" fmla="*/ 6 h 457"/>
                <a:gd name="T20" fmla="*/ 98 w 354"/>
                <a:gd name="T21" fmla="*/ 0 h 457"/>
                <a:gd name="T22" fmla="*/ 78 w 354"/>
                <a:gd name="T23" fmla="*/ 0 h 457"/>
                <a:gd name="T24" fmla="*/ 68 w 354"/>
                <a:gd name="T25" fmla="*/ 2 h 457"/>
                <a:gd name="T26" fmla="*/ 60 w 354"/>
                <a:gd name="T27" fmla="*/ 4 h 457"/>
                <a:gd name="T28" fmla="*/ 56 w 354"/>
                <a:gd name="T29" fmla="*/ 6 h 457"/>
                <a:gd name="T30" fmla="*/ 46 w 354"/>
                <a:gd name="T31" fmla="*/ 12 h 457"/>
                <a:gd name="T32" fmla="*/ 8 w 354"/>
                <a:gd name="T33" fmla="*/ 68 h 457"/>
                <a:gd name="T34" fmla="*/ 4 w 354"/>
                <a:gd name="T35" fmla="*/ 160 h 457"/>
                <a:gd name="T36" fmla="*/ 48 w 354"/>
                <a:gd name="T37" fmla="*/ 286 h 457"/>
                <a:gd name="T38" fmla="*/ 74 w 354"/>
                <a:gd name="T39" fmla="*/ 326 h 457"/>
                <a:gd name="T40" fmla="*/ 166 w 354"/>
                <a:gd name="T41" fmla="*/ 422 h 457"/>
                <a:gd name="T42" fmla="*/ 246 w 354"/>
                <a:gd name="T43" fmla="*/ 457 h 457"/>
                <a:gd name="T44" fmla="*/ 304 w 354"/>
                <a:gd name="T45" fmla="*/ 447 h 457"/>
                <a:gd name="T46" fmla="*/ 308 w 354"/>
                <a:gd name="T47" fmla="*/ 445 h 457"/>
                <a:gd name="T48" fmla="*/ 344 w 354"/>
                <a:gd name="T49" fmla="*/ 394 h 457"/>
                <a:gd name="T50" fmla="*/ 352 w 354"/>
                <a:gd name="T51" fmla="*/ 364 h 457"/>
                <a:gd name="T52" fmla="*/ 352 w 354"/>
                <a:gd name="T53" fmla="*/ 356 h 457"/>
                <a:gd name="T54" fmla="*/ 354 w 354"/>
                <a:gd name="T55" fmla="*/ 346 h 457"/>
                <a:gd name="T56" fmla="*/ 336 w 354"/>
                <a:gd name="T57" fmla="*/ 334 h 457"/>
                <a:gd name="T58" fmla="*/ 334 w 354"/>
                <a:gd name="T59" fmla="*/ 342 h 457"/>
                <a:gd name="T60" fmla="*/ 334 w 354"/>
                <a:gd name="T61" fmla="*/ 350 h 457"/>
                <a:gd name="T62" fmla="*/ 332 w 354"/>
                <a:gd name="T63" fmla="*/ 358 h 457"/>
                <a:gd name="T64" fmla="*/ 296 w 354"/>
                <a:gd name="T65" fmla="*/ 422 h 457"/>
                <a:gd name="T66" fmla="*/ 292 w 354"/>
                <a:gd name="T67" fmla="*/ 424 h 457"/>
                <a:gd name="T68" fmla="*/ 252 w 354"/>
                <a:gd name="T69" fmla="*/ 434 h 457"/>
                <a:gd name="T70" fmla="*/ 182 w 354"/>
                <a:gd name="T71" fmla="*/ 412 h 457"/>
                <a:gd name="T72" fmla="*/ 72 w 354"/>
                <a:gd name="T73" fmla="*/ 298 h 457"/>
                <a:gd name="T74" fmla="*/ 42 w 354"/>
                <a:gd name="T75" fmla="*/ 242 h 457"/>
                <a:gd name="T76" fmla="*/ 18 w 354"/>
                <a:gd name="T77" fmla="*/ 130 h 457"/>
                <a:gd name="T78" fmla="*/ 42 w 354"/>
                <a:gd name="T79" fmla="*/ 50 h 457"/>
                <a:gd name="T80" fmla="*/ 68 w 354"/>
                <a:gd name="T81" fmla="*/ 28 h 457"/>
                <a:gd name="T82" fmla="*/ 72 w 354"/>
                <a:gd name="T83" fmla="*/ 28 h 457"/>
                <a:gd name="T84" fmla="*/ 78 w 354"/>
                <a:gd name="T85" fmla="*/ 26 h 457"/>
                <a:gd name="T86" fmla="*/ 86 w 354"/>
                <a:gd name="T87" fmla="*/ 24 h 457"/>
                <a:gd name="T88" fmla="*/ 104 w 354"/>
                <a:gd name="T89" fmla="*/ 22 h 457"/>
                <a:gd name="T90" fmla="*/ 130 w 354"/>
                <a:gd name="T91" fmla="*/ 26 h 457"/>
                <a:gd name="T92" fmla="*/ 140 w 354"/>
                <a:gd name="T93" fmla="*/ 30 h 457"/>
                <a:gd name="T94" fmla="*/ 158 w 354"/>
                <a:gd name="T95" fmla="*/ 36 h 457"/>
                <a:gd name="T96" fmla="*/ 164 w 354"/>
                <a:gd name="T97" fmla="*/ 40 h 457"/>
                <a:gd name="T98" fmla="*/ 172 w 354"/>
                <a:gd name="T99" fmla="*/ 44 h 457"/>
                <a:gd name="T100" fmla="*/ 276 w 354"/>
                <a:gd name="T101" fmla="*/ 148 h 457"/>
                <a:gd name="T102" fmla="*/ 292 w 354"/>
                <a:gd name="T103" fmla="*/ 176 h 457"/>
                <a:gd name="T104" fmla="*/ 302 w 354"/>
                <a:gd name="T105" fmla="*/ 194 h 457"/>
                <a:gd name="T106" fmla="*/ 332 w 354"/>
                <a:gd name="T107" fmla="*/ 290 h 457"/>
                <a:gd name="T108" fmla="*/ 334 w 354"/>
                <a:gd name="T109" fmla="*/ 308 h 457"/>
                <a:gd name="T110" fmla="*/ 336 w 354"/>
                <a:gd name="T111" fmla="*/ 3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Freeform 64"/>
            <p:cNvSpPr>
              <a:spLocks noEditPoints="1"/>
            </p:cNvSpPr>
            <p:nvPr/>
          </p:nvSpPr>
          <p:spPr bwMode="auto">
            <a:xfrm>
              <a:off x="6952250" y="3534845"/>
              <a:ext cx="42155" cy="54831"/>
            </a:xfrm>
            <a:custGeom>
              <a:avLst/>
              <a:gdLst>
                <a:gd name="T0" fmla="*/ 286 w 286"/>
                <a:gd name="T1" fmla="*/ 258 h 372"/>
                <a:gd name="T2" fmla="*/ 284 w 286"/>
                <a:gd name="T3" fmla="*/ 242 h 372"/>
                <a:gd name="T4" fmla="*/ 256 w 286"/>
                <a:gd name="T5" fmla="*/ 156 h 372"/>
                <a:gd name="T6" fmla="*/ 250 w 286"/>
                <a:gd name="T7" fmla="*/ 146 h 372"/>
                <a:gd name="T8" fmla="*/ 238 w 286"/>
                <a:gd name="T9" fmla="*/ 122 h 372"/>
                <a:gd name="T10" fmla="*/ 164 w 286"/>
                <a:gd name="T11" fmla="*/ 38 h 372"/>
                <a:gd name="T12" fmla="*/ 132 w 286"/>
                <a:gd name="T13" fmla="*/ 18 h 372"/>
                <a:gd name="T14" fmla="*/ 126 w 286"/>
                <a:gd name="T15" fmla="*/ 14 h 372"/>
                <a:gd name="T16" fmla="*/ 112 w 286"/>
                <a:gd name="T17" fmla="*/ 8 h 372"/>
                <a:gd name="T18" fmla="*/ 102 w 286"/>
                <a:gd name="T19" fmla="*/ 4 h 372"/>
                <a:gd name="T20" fmla="*/ 78 w 286"/>
                <a:gd name="T21" fmla="*/ 0 h 372"/>
                <a:gd name="T22" fmla="*/ 60 w 286"/>
                <a:gd name="T23" fmla="*/ 2 h 372"/>
                <a:gd name="T24" fmla="*/ 54 w 286"/>
                <a:gd name="T25" fmla="*/ 4 h 372"/>
                <a:gd name="T26" fmla="*/ 48 w 286"/>
                <a:gd name="T27" fmla="*/ 6 h 372"/>
                <a:gd name="T28" fmla="*/ 44 w 286"/>
                <a:gd name="T29" fmla="*/ 6 h 372"/>
                <a:gd name="T30" fmla="*/ 20 w 286"/>
                <a:gd name="T31" fmla="*/ 26 h 372"/>
                <a:gd name="T32" fmla="*/ 0 w 286"/>
                <a:gd name="T33" fmla="*/ 98 h 372"/>
                <a:gd name="T34" fmla="*/ 38 w 286"/>
                <a:gd name="T35" fmla="*/ 234 h 372"/>
                <a:gd name="T36" fmla="*/ 70 w 286"/>
                <a:gd name="T37" fmla="*/ 282 h 372"/>
                <a:gd name="T38" fmla="*/ 160 w 286"/>
                <a:gd name="T39" fmla="*/ 358 h 372"/>
                <a:gd name="T40" fmla="*/ 232 w 286"/>
                <a:gd name="T41" fmla="*/ 368 h 372"/>
                <a:gd name="T42" fmla="*/ 248 w 286"/>
                <a:gd name="T43" fmla="*/ 362 h 372"/>
                <a:gd name="T44" fmla="*/ 250 w 286"/>
                <a:gd name="T45" fmla="*/ 360 h 372"/>
                <a:gd name="T46" fmla="*/ 284 w 286"/>
                <a:gd name="T47" fmla="*/ 302 h 372"/>
                <a:gd name="T48" fmla="*/ 284 w 286"/>
                <a:gd name="T49" fmla="*/ 294 h 372"/>
                <a:gd name="T50" fmla="*/ 286 w 286"/>
                <a:gd name="T51" fmla="*/ 286 h 372"/>
                <a:gd name="T52" fmla="*/ 286 w 286"/>
                <a:gd name="T53" fmla="*/ 274 h 372"/>
                <a:gd name="T54" fmla="*/ 272 w 286"/>
                <a:gd name="T55" fmla="*/ 276 h 372"/>
                <a:gd name="T56" fmla="*/ 270 w 286"/>
                <a:gd name="T57" fmla="*/ 284 h 372"/>
                <a:gd name="T58" fmla="*/ 270 w 286"/>
                <a:gd name="T59" fmla="*/ 290 h 372"/>
                <a:gd name="T60" fmla="*/ 250 w 286"/>
                <a:gd name="T61" fmla="*/ 334 h 372"/>
                <a:gd name="T62" fmla="*/ 238 w 286"/>
                <a:gd name="T63" fmla="*/ 344 h 372"/>
                <a:gd name="T64" fmla="*/ 232 w 286"/>
                <a:gd name="T65" fmla="*/ 348 h 372"/>
                <a:gd name="T66" fmla="*/ 170 w 286"/>
                <a:gd name="T67" fmla="*/ 346 h 372"/>
                <a:gd name="T68" fmla="*/ 58 w 286"/>
                <a:gd name="T69" fmla="*/ 244 h 372"/>
                <a:gd name="T70" fmla="*/ 34 w 286"/>
                <a:gd name="T71" fmla="*/ 198 h 372"/>
                <a:gd name="T72" fmla="*/ 20 w 286"/>
                <a:gd name="T73" fmla="*/ 70 h 372"/>
                <a:gd name="T74" fmla="*/ 46 w 286"/>
                <a:gd name="T75" fmla="*/ 30 h 372"/>
                <a:gd name="T76" fmla="*/ 54 w 286"/>
                <a:gd name="T77" fmla="*/ 24 h 372"/>
                <a:gd name="T78" fmla="*/ 58 w 286"/>
                <a:gd name="T79" fmla="*/ 24 h 372"/>
                <a:gd name="T80" fmla="*/ 64 w 286"/>
                <a:gd name="T81" fmla="*/ 22 h 372"/>
                <a:gd name="T82" fmla="*/ 72 w 286"/>
                <a:gd name="T83" fmla="*/ 20 h 372"/>
                <a:gd name="T84" fmla="*/ 86 w 286"/>
                <a:gd name="T85" fmla="*/ 20 h 372"/>
                <a:gd name="T86" fmla="*/ 110 w 286"/>
                <a:gd name="T87" fmla="*/ 24 h 372"/>
                <a:gd name="T88" fmla="*/ 120 w 286"/>
                <a:gd name="T89" fmla="*/ 28 h 372"/>
                <a:gd name="T90" fmla="*/ 130 w 286"/>
                <a:gd name="T91" fmla="*/ 32 h 372"/>
                <a:gd name="T92" fmla="*/ 138 w 286"/>
                <a:gd name="T93" fmla="*/ 36 h 372"/>
                <a:gd name="T94" fmla="*/ 224 w 286"/>
                <a:gd name="T95" fmla="*/ 122 h 372"/>
                <a:gd name="T96" fmla="*/ 232 w 286"/>
                <a:gd name="T97" fmla="*/ 136 h 372"/>
                <a:gd name="T98" fmla="*/ 242 w 286"/>
                <a:gd name="T99" fmla="*/ 152 h 372"/>
                <a:gd name="T100" fmla="*/ 266 w 286"/>
                <a:gd name="T101" fmla="*/ 218 h 372"/>
                <a:gd name="T102" fmla="*/ 270 w 286"/>
                <a:gd name="T103" fmla="*/ 246 h 372"/>
                <a:gd name="T104" fmla="*/ 272 w 286"/>
                <a:gd name="T105" fmla="*/ 258 h 372"/>
                <a:gd name="T106" fmla="*/ 272 w 286"/>
                <a:gd name="T107" fmla="*/ 2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Freeform 65"/>
            <p:cNvSpPr>
              <a:spLocks noEditPoints="1"/>
            </p:cNvSpPr>
            <p:nvPr/>
          </p:nvSpPr>
          <p:spPr bwMode="auto">
            <a:xfrm>
              <a:off x="6880911" y="3333357"/>
              <a:ext cx="379687" cy="346376"/>
            </a:xfrm>
            <a:custGeom>
              <a:avLst/>
              <a:gdLst>
                <a:gd name="T0" fmla="*/ 2568 w 2576"/>
                <a:gd name="T1" fmla="*/ 1019 h 2350"/>
                <a:gd name="T2" fmla="*/ 2552 w 2576"/>
                <a:gd name="T3" fmla="*/ 929 h 2350"/>
                <a:gd name="T4" fmla="*/ 2536 w 2576"/>
                <a:gd name="T5" fmla="*/ 863 h 2350"/>
                <a:gd name="T6" fmla="*/ 2500 w 2576"/>
                <a:gd name="T7" fmla="*/ 751 h 2350"/>
                <a:gd name="T8" fmla="*/ 2438 w 2576"/>
                <a:gd name="T9" fmla="*/ 613 h 2350"/>
                <a:gd name="T10" fmla="*/ 2298 w 2576"/>
                <a:gd name="T11" fmla="*/ 452 h 2350"/>
                <a:gd name="T12" fmla="*/ 1924 w 2576"/>
                <a:gd name="T13" fmla="*/ 64 h 2350"/>
                <a:gd name="T14" fmla="*/ 1880 w 2576"/>
                <a:gd name="T15" fmla="*/ 44 h 2350"/>
                <a:gd name="T16" fmla="*/ 1810 w 2576"/>
                <a:gd name="T17" fmla="*/ 18 h 2350"/>
                <a:gd name="T18" fmla="*/ 1736 w 2576"/>
                <a:gd name="T19" fmla="*/ 4 h 2350"/>
                <a:gd name="T20" fmla="*/ 1692 w 2576"/>
                <a:gd name="T21" fmla="*/ 0 h 2350"/>
                <a:gd name="T22" fmla="*/ 1610 w 2576"/>
                <a:gd name="T23" fmla="*/ 8 h 2350"/>
                <a:gd name="T24" fmla="*/ 1534 w 2576"/>
                <a:gd name="T25" fmla="*/ 32 h 2350"/>
                <a:gd name="T26" fmla="*/ 68 w 2576"/>
                <a:gd name="T27" fmla="*/ 927 h 2350"/>
                <a:gd name="T28" fmla="*/ 4 w 2576"/>
                <a:gd name="T29" fmla="*/ 1315 h 2350"/>
                <a:gd name="T30" fmla="*/ 286 w 2576"/>
                <a:gd name="T31" fmla="*/ 1972 h 2350"/>
                <a:gd name="T32" fmla="*/ 790 w 2576"/>
                <a:gd name="T33" fmla="*/ 2336 h 2350"/>
                <a:gd name="T34" fmla="*/ 2384 w 2576"/>
                <a:gd name="T35" fmla="*/ 1543 h 2350"/>
                <a:gd name="T36" fmla="*/ 2416 w 2576"/>
                <a:gd name="T37" fmla="*/ 1521 h 2350"/>
                <a:gd name="T38" fmla="*/ 2452 w 2576"/>
                <a:gd name="T39" fmla="*/ 1491 h 2350"/>
                <a:gd name="T40" fmla="*/ 2568 w 2576"/>
                <a:gd name="T41" fmla="*/ 1239 h 2350"/>
                <a:gd name="T42" fmla="*/ 2574 w 2576"/>
                <a:gd name="T43" fmla="*/ 1169 h 2350"/>
                <a:gd name="T44" fmla="*/ 886 w 2576"/>
                <a:gd name="T45" fmla="*/ 2268 h 2350"/>
                <a:gd name="T46" fmla="*/ 490 w 2576"/>
                <a:gd name="T47" fmla="*/ 2078 h 2350"/>
                <a:gd name="T48" fmla="*/ 118 w 2576"/>
                <a:gd name="T49" fmla="*/ 1471 h 2350"/>
                <a:gd name="T50" fmla="*/ 124 w 2576"/>
                <a:gd name="T51" fmla="*/ 993 h 2350"/>
                <a:gd name="T52" fmla="*/ 250 w 2576"/>
                <a:gd name="T53" fmla="*/ 865 h 2350"/>
                <a:gd name="T54" fmla="*/ 290 w 2576"/>
                <a:gd name="T55" fmla="*/ 851 h 2350"/>
                <a:gd name="T56" fmla="*/ 464 w 2576"/>
                <a:gd name="T57" fmla="*/ 855 h 2350"/>
                <a:gd name="T58" fmla="*/ 564 w 2576"/>
                <a:gd name="T59" fmla="*/ 893 h 2350"/>
                <a:gd name="T60" fmla="*/ 804 w 2576"/>
                <a:gd name="T61" fmla="*/ 1067 h 2350"/>
                <a:gd name="T62" fmla="*/ 1044 w 2576"/>
                <a:gd name="T63" fmla="*/ 1399 h 2350"/>
                <a:gd name="T64" fmla="*/ 1168 w 2576"/>
                <a:gd name="T65" fmla="*/ 1772 h 2350"/>
                <a:gd name="T66" fmla="*/ 1178 w 2576"/>
                <a:gd name="T67" fmla="*/ 1896 h 2350"/>
                <a:gd name="T68" fmla="*/ 1172 w 2576"/>
                <a:gd name="T69" fmla="*/ 1976 h 2350"/>
                <a:gd name="T70" fmla="*/ 1040 w 2576"/>
                <a:gd name="T71" fmla="*/ 2226 h 2350"/>
                <a:gd name="T72" fmla="*/ 2494 w 2576"/>
                <a:gd name="T73" fmla="*/ 1167 h 2350"/>
                <a:gd name="T74" fmla="*/ 2418 w 2576"/>
                <a:gd name="T75" fmla="*/ 1409 h 2350"/>
                <a:gd name="T76" fmla="*/ 1240 w 2576"/>
                <a:gd name="T77" fmla="*/ 2052 h 2350"/>
                <a:gd name="T78" fmla="*/ 1254 w 2576"/>
                <a:gd name="T79" fmla="*/ 1964 h 2350"/>
                <a:gd name="T80" fmla="*/ 1256 w 2576"/>
                <a:gd name="T81" fmla="*/ 1866 h 2350"/>
                <a:gd name="T82" fmla="*/ 1250 w 2576"/>
                <a:gd name="T83" fmla="*/ 1784 h 2350"/>
                <a:gd name="T84" fmla="*/ 1212 w 2576"/>
                <a:gd name="T85" fmla="*/ 1599 h 2350"/>
                <a:gd name="T86" fmla="*/ 1136 w 2576"/>
                <a:gd name="T87" fmla="*/ 1407 h 2350"/>
                <a:gd name="T88" fmla="*/ 1114 w 2576"/>
                <a:gd name="T89" fmla="*/ 1361 h 2350"/>
                <a:gd name="T90" fmla="*/ 1040 w 2576"/>
                <a:gd name="T91" fmla="*/ 1233 h 2350"/>
                <a:gd name="T92" fmla="*/ 898 w 2576"/>
                <a:gd name="T93" fmla="*/ 1051 h 2350"/>
                <a:gd name="T94" fmla="*/ 764 w 2576"/>
                <a:gd name="T95" fmla="*/ 927 h 2350"/>
                <a:gd name="T96" fmla="*/ 620 w 2576"/>
                <a:gd name="T97" fmla="*/ 831 h 2350"/>
                <a:gd name="T98" fmla="*/ 506 w 2576"/>
                <a:gd name="T99" fmla="*/ 783 h 2350"/>
                <a:gd name="T100" fmla="*/ 1566 w 2576"/>
                <a:gd name="T101" fmla="*/ 104 h 2350"/>
                <a:gd name="T102" fmla="*/ 1662 w 2576"/>
                <a:gd name="T103" fmla="*/ 80 h 2350"/>
                <a:gd name="T104" fmla="*/ 1712 w 2576"/>
                <a:gd name="T105" fmla="*/ 82 h 2350"/>
                <a:gd name="T106" fmla="*/ 1796 w 2576"/>
                <a:gd name="T107" fmla="*/ 98 h 2350"/>
                <a:gd name="T108" fmla="*/ 1858 w 2576"/>
                <a:gd name="T109" fmla="*/ 120 h 2350"/>
                <a:gd name="T110" fmla="*/ 2234 w 2576"/>
                <a:gd name="T111" fmla="*/ 436 h 2350"/>
                <a:gd name="T112" fmla="*/ 2366 w 2576"/>
                <a:gd name="T113" fmla="*/ 649 h 2350"/>
                <a:gd name="T114" fmla="*/ 2470 w 2576"/>
                <a:gd name="T115" fmla="*/ 927 h 2350"/>
                <a:gd name="T116" fmla="*/ 2486 w 2576"/>
                <a:gd name="T117" fmla="*/ 1019 h 2350"/>
                <a:gd name="T118" fmla="*/ 2492 w 2576"/>
                <a:gd name="T119" fmla="*/ 1075 h 2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7" name="Rectangle 66"/>
            <p:cNvSpPr>
              <a:spLocks noChangeArrowheads="1"/>
            </p:cNvSpPr>
            <p:nvPr/>
          </p:nvSpPr>
          <p:spPr bwMode="auto">
            <a:xfrm>
              <a:off x="7255587" y="3531602"/>
              <a:ext cx="147" cy="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4737909" y="3294307"/>
            <a:ext cx="464837" cy="297191"/>
            <a:chOff x="3656214" y="882905"/>
            <a:chExt cx="464837" cy="297191"/>
          </a:xfrm>
        </p:grpSpPr>
        <p:sp>
          <p:nvSpPr>
            <p:cNvPr id="48" name="AutoShape 68"/>
            <p:cNvSpPr>
              <a:spLocks noChangeAspect="1" noChangeArrowheads="1" noTextEdit="1"/>
            </p:cNvSpPr>
            <p:nvPr/>
          </p:nvSpPr>
          <p:spPr bwMode="auto">
            <a:xfrm>
              <a:off x="3656214" y="882905"/>
              <a:ext cx="464837" cy="2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9" name="Freeform 70"/>
            <p:cNvSpPr>
              <a:spLocks noEditPoints="1"/>
            </p:cNvSpPr>
            <p:nvPr/>
          </p:nvSpPr>
          <p:spPr bwMode="auto">
            <a:xfrm>
              <a:off x="3710120" y="882905"/>
              <a:ext cx="316665" cy="158050"/>
            </a:xfrm>
            <a:custGeom>
              <a:avLst/>
              <a:gdLst>
                <a:gd name="T0" fmla="*/ 1327 w 2243"/>
                <a:gd name="T1" fmla="*/ 0 h 1120"/>
                <a:gd name="T2" fmla="*/ 13 w 2243"/>
                <a:gd name="T3" fmla="*/ 641 h 1120"/>
                <a:gd name="T4" fmla="*/ 5 w 2243"/>
                <a:gd name="T5" fmla="*/ 645 h 1120"/>
                <a:gd name="T6" fmla="*/ 0 w 2243"/>
                <a:gd name="T7" fmla="*/ 723 h 1120"/>
                <a:gd name="T8" fmla="*/ 1029 w 2243"/>
                <a:gd name="T9" fmla="*/ 1118 h 1120"/>
                <a:gd name="T10" fmla="*/ 1036 w 2243"/>
                <a:gd name="T11" fmla="*/ 1120 h 1120"/>
                <a:gd name="T12" fmla="*/ 2216 w 2243"/>
                <a:gd name="T13" fmla="*/ 347 h 1120"/>
                <a:gd name="T14" fmla="*/ 2221 w 2243"/>
                <a:gd name="T15" fmla="*/ 343 h 1120"/>
                <a:gd name="T16" fmla="*/ 2243 w 2243"/>
                <a:gd name="T17" fmla="*/ 241 h 1120"/>
                <a:gd name="T18" fmla="*/ 1327 w 2243"/>
                <a:gd name="T19" fmla="*/ 0 h 1120"/>
                <a:gd name="T20" fmla="*/ 1327 w 2243"/>
                <a:gd name="T21" fmla="*/ 0 h 1120"/>
                <a:gd name="T22" fmla="*/ 1328 w 2243"/>
                <a:gd name="T23" fmla="*/ 31 h 1120"/>
                <a:gd name="T24" fmla="*/ 2190 w 2243"/>
                <a:gd name="T25" fmla="*/ 258 h 1120"/>
                <a:gd name="T26" fmla="*/ 1038 w 2243"/>
                <a:gd name="T27" fmla="*/ 1009 h 1120"/>
                <a:gd name="T28" fmla="*/ 56 w 2243"/>
                <a:gd name="T29" fmla="*/ 652 h 1120"/>
                <a:gd name="T30" fmla="*/ 1328 w 2243"/>
                <a:gd name="T31" fmla="*/ 31 h 1120"/>
                <a:gd name="T32" fmla="*/ 1328 w 2243"/>
                <a:gd name="T33" fmla="*/ 31 h 1120"/>
                <a:gd name="T34" fmla="*/ 1033 w 2243"/>
                <a:gd name="T35" fmla="*/ 1087 h 1120"/>
                <a:gd name="T36" fmla="*/ 31 w 2243"/>
                <a:gd name="T37" fmla="*/ 703 h 1120"/>
                <a:gd name="T38" fmla="*/ 33 w 2243"/>
                <a:gd name="T39" fmla="*/ 675 h 1120"/>
                <a:gd name="T40" fmla="*/ 1034 w 2243"/>
                <a:gd name="T41" fmla="*/ 1038 h 1120"/>
                <a:gd name="T42" fmla="*/ 1042 w 2243"/>
                <a:gd name="T43" fmla="*/ 1042 h 1120"/>
                <a:gd name="T44" fmla="*/ 2203 w 2243"/>
                <a:gd name="T45" fmla="*/ 285 h 1120"/>
                <a:gd name="T46" fmla="*/ 2194 w 2243"/>
                <a:gd name="T47" fmla="*/ 325 h 1120"/>
                <a:gd name="T48" fmla="*/ 1033 w 2243"/>
                <a:gd name="T49" fmla="*/ 1087 h 1120"/>
                <a:gd name="T50" fmla="*/ 1033 w 2243"/>
                <a:gd name="T51" fmla="*/ 1087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0" name="Freeform 71"/>
            <p:cNvSpPr>
              <a:spLocks noEditPoints="1"/>
            </p:cNvSpPr>
            <p:nvPr/>
          </p:nvSpPr>
          <p:spPr bwMode="auto">
            <a:xfrm>
              <a:off x="3656214" y="944149"/>
              <a:ext cx="464837" cy="235947"/>
            </a:xfrm>
            <a:custGeom>
              <a:avLst/>
              <a:gdLst>
                <a:gd name="T0" fmla="*/ 1926 w 3294"/>
                <a:gd name="T1" fmla="*/ 0 h 1672"/>
                <a:gd name="T2" fmla="*/ 15 w 3294"/>
                <a:gd name="T3" fmla="*/ 1015 h 1672"/>
                <a:gd name="T4" fmla="*/ 4 w 3294"/>
                <a:gd name="T5" fmla="*/ 1020 h 1672"/>
                <a:gd name="T6" fmla="*/ 0 w 3294"/>
                <a:gd name="T7" fmla="*/ 1135 h 1672"/>
                <a:gd name="T8" fmla="*/ 1543 w 3294"/>
                <a:gd name="T9" fmla="*/ 1668 h 1672"/>
                <a:gd name="T10" fmla="*/ 1554 w 3294"/>
                <a:gd name="T11" fmla="*/ 1672 h 1672"/>
                <a:gd name="T12" fmla="*/ 3260 w 3294"/>
                <a:gd name="T13" fmla="*/ 466 h 1672"/>
                <a:gd name="T14" fmla="*/ 3267 w 3294"/>
                <a:gd name="T15" fmla="*/ 461 h 1672"/>
                <a:gd name="T16" fmla="*/ 3294 w 3294"/>
                <a:gd name="T17" fmla="*/ 310 h 1672"/>
                <a:gd name="T18" fmla="*/ 1926 w 3294"/>
                <a:gd name="T19" fmla="*/ 0 h 1672"/>
                <a:gd name="T20" fmla="*/ 1926 w 3294"/>
                <a:gd name="T21" fmla="*/ 0 h 1672"/>
                <a:gd name="T22" fmla="*/ 45 w 3294"/>
                <a:gd name="T23" fmla="*/ 1064 h 1672"/>
                <a:gd name="T24" fmla="*/ 1532 w 3294"/>
                <a:gd name="T25" fmla="*/ 1547 h 1672"/>
                <a:gd name="T26" fmla="*/ 1530 w 3294"/>
                <a:gd name="T27" fmla="*/ 1618 h 1672"/>
                <a:gd name="T28" fmla="*/ 45 w 3294"/>
                <a:gd name="T29" fmla="*/ 1104 h 1672"/>
                <a:gd name="T30" fmla="*/ 45 w 3294"/>
                <a:gd name="T31" fmla="*/ 1064 h 1672"/>
                <a:gd name="T32" fmla="*/ 45 w 3294"/>
                <a:gd name="T33" fmla="*/ 1064 h 1672"/>
                <a:gd name="T34" fmla="*/ 3227 w 3294"/>
                <a:gd name="T35" fmla="*/ 436 h 1672"/>
                <a:gd name="T36" fmla="*/ 1573 w 3294"/>
                <a:gd name="T37" fmla="*/ 1603 h 1672"/>
                <a:gd name="T38" fmla="*/ 1575 w 3294"/>
                <a:gd name="T39" fmla="*/ 1543 h 1672"/>
                <a:gd name="T40" fmla="*/ 3238 w 3294"/>
                <a:gd name="T41" fmla="*/ 376 h 1672"/>
                <a:gd name="T42" fmla="*/ 3227 w 3294"/>
                <a:gd name="T43" fmla="*/ 436 h 1672"/>
                <a:gd name="T44" fmla="*/ 3227 w 3294"/>
                <a:gd name="T45" fmla="*/ 436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458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1233137" y="2111504"/>
            <a:ext cx="1512168" cy="1512168"/>
          </a:xfrm>
          <a:prstGeom prst="ellipse">
            <a:avLst/>
          </a:prstGeom>
          <a:noFill/>
          <a:ln w="5715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3201356" y="2111504"/>
            <a:ext cx="1512168" cy="1512168"/>
          </a:xfrm>
          <a:prstGeom prst="ellipse">
            <a:avLst/>
          </a:prstGeom>
          <a:noFill/>
          <a:ln w="5715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5169575" y="2111504"/>
            <a:ext cx="1512168" cy="1512168"/>
          </a:xfrm>
          <a:prstGeom prst="ellipse">
            <a:avLst/>
          </a:prstGeom>
          <a:noFill/>
          <a:ln w="5715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7137793" y="2111504"/>
            <a:ext cx="1512168" cy="1512168"/>
          </a:xfrm>
          <a:prstGeom prst="ellipse">
            <a:avLst/>
          </a:prstGeom>
          <a:noFill/>
          <a:ln w="57150" cap="flat" cmpd="sng" algn="ctr">
            <a:solidFill>
              <a:schemeClr val="tx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3439993" y="2753623"/>
            <a:ext cx="1034900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 defTabSz="914400" latinLnBrk="1">
              <a:defRPr/>
            </a:pPr>
            <a:r>
              <a:rPr lang="ko-KR" altLang="en-US" sz="1600" spc="-2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071119" y="3839696"/>
            <a:ext cx="1836204" cy="223224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tIns="108000" rtlCol="0" anchor="t" anchorCtr="0"/>
          <a:lstStyle/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lang="ko-KR" altLang="en-US" sz="1400" kern="0" dirty="0" smtClean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 smtClean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039338" y="3839696"/>
            <a:ext cx="1836204" cy="223224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tIns="108000" rtlCol="0" anchor="t" anchorCtr="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5007557" y="3839696"/>
            <a:ext cx="1836204" cy="223224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tIns="108000" rtlCol="0" anchor="t" anchorCtr="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6975775" y="3839696"/>
            <a:ext cx="1836204" cy="223224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tIns="108000" rtlCol="0" anchor="t" anchorCtr="0"/>
          <a:lstStyle/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lvl="1" indent="-85725" defTabSz="914400">
              <a:lnSpc>
                <a:spcPct val="120000"/>
              </a:lnSpc>
              <a:buClr>
                <a:schemeClr val="tx2"/>
              </a:buClr>
              <a:buFontTx/>
              <a:buChar char="•"/>
              <a:defRPr/>
            </a:pPr>
            <a:r>
              <a:rPr lang="ko-KR" altLang="en-US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M/14pt</a:t>
            </a: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1471773" y="2753623"/>
            <a:ext cx="1034900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2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</a:t>
            </a:r>
            <a:r>
              <a:rPr lang="ko-KR" altLang="en-US" sz="1600" spc="-20" dirty="0" err="1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제목</a:t>
            </a:r>
            <a:r>
              <a:rPr lang="en-US" altLang="ko-KR" sz="1600" spc="-2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  <a:endParaRPr kumimoji="0" lang="en-US" altLang="ko-KR" sz="1600" b="0" i="0" u="none" strike="noStrike" kern="1200" cap="none" spc="-20" normalizeH="0" baseline="0" noProof="0" dirty="0" smtClean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5418691" y="2753623"/>
            <a:ext cx="1034900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 defTabSz="914400" latinLnBrk="1">
              <a:defRPr/>
            </a:pPr>
            <a:r>
              <a:rPr lang="ko-KR" altLang="en-US" sz="1600" spc="-2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7376429" y="2753623"/>
            <a:ext cx="1034900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lvl="0" algn="ctr" defTabSz="914400" latinLnBrk="1">
              <a:defRPr/>
            </a:pPr>
            <a:r>
              <a:rPr lang="ko-KR" altLang="en-US" sz="1600" spc="-2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M/16pt</a:t>
            </a:r>
          </a:p>
        </p:txBody>
      </p:sp>
    </p:spTree>
    <p:extLst>
      <p:ext uri="{BB962C8B-B14F-4D97-AF65-F5344CB8AC3E}">
        <p14:creationId xmlns:p14="http://schemas.microsoft.com/office/powerpoint/2010/main" val="257633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개체 5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66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3" name="개체 5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647005" y="3448688"/>
            <a:ext cx="8640000" cy="1080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733464" y="3538688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3867076" y="3610055"/>
            <a:ext cx="0" cy="7572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5"/>
          <p:cNvSpPr/>
          <p:nvPr/>
        </p:nvSpPr>
        <p:spPr>
          <a:xfrm>
            <a:off x="647005" y="4957067"/>
            <a:ext cx="8640000" cy="108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733464" y="5047067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3867076" y="5118435"/>
            <a:ext cx="0" cy="75726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647005" y="1596987"/>
            <a:ext cx="3591484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20" dirty="0" err="1" smtClean="0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/</a:t>
            </a:r>
            <a:r>
              <a:rPr lang="en-US" altLang="ko-KR" sz="1600" spc="-20" dirty="0" smtClean="0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Medium 16pt</a:t>
            </a:r>
            <a:endParaRPr kumimoji="0" lang="en-US" altLang="ko-KR" sz="16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effectLst/>
              <a:uLnTx/>
              <a:uFillTx/>
              <a:latin typeface="본고딕 Medium" pitchFamily="34" charset="-127"/>
              <a:ea typeface="본고딕 Medium" pitchFamily="34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47005" y="1949834"/>
            <a:ext cx="8640000" cy="1080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733464" y="2039834"/>
            <a:ext cx="900000" cy="90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3867076" y="2111201"/>
            <a:ext cx="0" cy="7572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65769" y="2111269"/>
            <a:ext cx="4225731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516422" y="2323443"/>
            <a:ext cx="997389" cy="33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텍스트입</a:t>
            </a: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력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3965769" y="3610123"/>
            <a:ext cx="4225731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516422" y="3822297"/>
            <a:ext cx="997389" cy="33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텍스트입력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965769" y="5126228"/>
            <a:ext cx="4225731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텍스트를 입력하세요 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2516422" y="5330676"/>
            <a:ext cx="997389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텍스트입력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647005" y="3072331"/>
            <a:ext cx="3591484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600" spc="-20" dirty="0" err="1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/Medium 16pt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47005" y="4580123"/>
            <a:ext cx="3591484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600" spc="-20" dirty="0" err="1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중제목</a:t>
            </a:r>
            <a:r>
              <a:rPr lang="en-US" altLang="ko-KR" sz="1600" spc="-20" dirty="0">
                <a:ln>
                  <a:solidFill>
                    <a:srgbClr val="E6E6E6">
                      <a:alpha val="0"/>
                    </a:srgbClr>
                  </a:solidFill>
                </a:ln>
                <a:latin typeface="본고딕 Medium" pitchFamily="34" charset="-127"/>
                <a:ea typeface="본고딕 Medium" pitchFamily="34" charset="-127"/>
              </a:rPr>
              <a:t>/Medium 16pt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9" t="16607" r="14479" b="19815"/>
          <a:stretch/>
        </p:blipFill>
        <p:spPr>
          <a:xfrm>
            <a:off x="883820" y="2221334"/>
            <a:ext cx="532660" cy="479394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6" t="21668" r="16608" b="22134"/>
          <a:stretch/>
        </p:blipFill>
        <p:spPr>
          <a:xfrm>
            <a:off x="902493" y="3766082"/>
            <a:ext cx="526548" cy="445211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0" t="27420" r="17396" b="29644"/>
          <a:stretch/>
        </p:blipFill>
        <p:spPr>
          <a:xfrm>
            <a:off x="840438" y="5269885"/>
            <a:ext cx="630622" cy="4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5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개체 6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89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4" name="개체 6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제목 6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="" xmlns:a16="http://schemas.microsoft.com/office/drawing/2014/main" id="{D50BE726-0459-4EFE-956F-639C196B6C23}"/>
              </a:ext>
            </a:extLst>
          </p:cNvPr>
          <p:cNvSpPr txBox="1">
            <a:spLocks/>
          </p:cNvSpPr>
          <p:nvPr/>
        </p:nvSpPr>
        <p:spPr>
          <a:xfrm>
            <a:off x="2033416" y="3560280"/>
            <a:ext cx="972108" cy="3222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20000"/>
              </a:lnSpc>
              <a:buNone/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BE37921-A6CB-4C9D-AAAB-CB464FBA4A18}"/>
              </a:ext>
            </a:extLst>
          </p:cNvPr>
          <p:cNvSpPr txBox="1"/>
          <p:nvPr/>
        </p:nvSpPr>
        <p:spPr>
          <a:xfrm>
            <a:off x="2033416" y="3885892"/>
            <a:ext cx="972108" cy="40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80%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="" xmlns:a16="http://schemas.microsoft.com/office/drawing/2014/main" id="{FB841E6D-4CF8-4329-BC1F-6395BEFF875D}"/>
              </a:ext>
            </a:extLst>
          </p:cNvPr>
          <p:cNvSpPr txBox="1">
            <a:spLocks/>
          </p:cNvSpPr>
          <p:nvPr/>
        </p:nvSpPr>
        <p:spPr>
          <a:xfrm>
            <a:off x="2033416" y="2049397"/>
            <a:ext cx="972108" cy="3222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ko-KR" altLang="en-US" sz="1400" spc="-20" noProof="0" dirty="0" smtClean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971A8DC-B4F8-4751-90F1-0568D1ECA3E6}"/>
              </a:ext>
            </a:extLst>
          </p:cNvPr>
          <p:cNvSpPr txBox="1"/>
          <p:nvPr/>
        </p:nvSpPr>
        <p:spPr>
          <a:xfrm>
            <a:off x="2033416" y="2375009"/>
            <a:ext cx="972108" cy="40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60%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="" xmlns:a16="http://schemas.microsoft.com/office/drawing/2014/main" id="{75C76D69-7E16-4737-8E6C-B60EE1F89793}"/>
              </a:ext>
            </a:extLst>
          </p:cNvPr>
          <p:cNvSpPr txBox="1">
            <a:spLocks/>
          </p:cNvSpPr>
          <p:nvPr/>
        </p:nvSpPr>
        <p:spPr>
          <a:xfrm>
            <a:off x="2033416" y="5058070"/>
            <a:ext cx="972108" cy="32225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20000"/>
              </a:lnSpc>
              <a:buNone/>
              <a:defRPr/>
            </a:pPr>
            <a:r>
              <a: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EA2E583-4DFF-4C41-8554-6744D75F71A4}"/>
              </a:ext>
            </a:extLst>
          </p:cNvPr>
          <p:cNvSpPr txBox="1"/>
          <p:nvPr/>
        </p:nvSpPr>
        <p:spPr>
          <a:xfrm>
            <a:off x="2033416" y="5383682"/>
            <a:ext cx="972108" cy="401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50%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53AA2A2-8184-454F-B721-AE35859B315F}"/>
              </a:ext>
            </a:extLst>
          </p:cNvPr>
          <p:cNvSpPr txBox="1"/>
          <p:nvPr/>
        </p:nvSpPr>
        <p:spPr>
          <a:xfrm>
            <a:off x="3239083" y="2048685"/>
            <a:ext cx="451454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You can simply impress your audience and add a unique zing and appeal to your Reports and Presentations with our Templates.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0FDC88C7-EF45-44C4-84D6-A19E3327337A}"/>
              </a:ext>
            </a:extLst>
          </p:cNvPr>
          <p:cNvSpPr txBox="1"/>
          <p:nvPr/>
        </p:nvSpPr>
        <p:spPr>
          <a:xfrm>
            <a:off x="3239083" y="3559568"/>
            <a:ext cx="451454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You can simply impress your audience and add a unique zing and appeal to your Reports and Presentations with our Templates.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825E16B3-290F-4150-BDB0-9CB68B1C9FF3}"/>
              </a:ext>
            </a:extLst>
          </p:cNvPr>
          <p:cNvSpPr txBox="1"/>
          <p:nvPr/>
        </p:nvSpPr>
        <p:spPr>
          <a:xfrm>
            <a:off x="3239083" y="5057358"/>
            <a:ext cx="451454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You can simply impress your audience and add a unique zing and appeal to your Reports and Presentations with our Templates. </a:t>
            </a:r>
          </a:p>
        </p:txBody>
      </p:sp>
      <p:graphicFrame>
        <p:nvGraphicFramePr>
          <p:cNvPr id="19" name="Chart 9">
            <a:extLst>
              <a:ext uri="{FF2B5EF4-FFF2-40B4-BE49-F238E27FC236}">
                <a16:creationId xmlns="" xmlns:a16="http://schemas.microsoft.com/office/drawing/2014/main" id="{5D0A3CF5-DE74-4530-B2EB-70DCD6695B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653884"/>
              </p:ext>
            </p:extLst>
          </p:nvPr>
        </p:nvGraphicFramePr>
        <p:xfrm>
          <a:off x="7987186" y="1885719"/>
          <a:ext cx="1115325" cy="1077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Chart 9">
            <a:extLst>
              <a:ext uri="{FF2B5EF4-FFF2-40B4-BE49-F238E27FC236}">
                <a16:creationId xmlns="" xmlns:a16="http://schemas.microsoft.com/office/drawing/2014/main" id="{D35C9EC4-1071-406E-822D-799E6E9F14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773698"/>
              </p:ext>
            </p:extLst>
          </p:nvPr>
        </p:nvGraphicFramePr>
        <p:xfrm>
          <a:off x="7987186" y="3396602"/>
          <a:ext cx="1115325" cy="1077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1" name="Chart 9">
            <a:extLst>
              <a:ext uri="{FF2B5EF4-FFF2-40B4-BE49-F238E27FC236}">
                <a16:creationId xmlns="" xmlns:a16="http://schemas.microsoft.com/office/drawing/2014/main" id="{1C8EF0FA-D2DC-4421-A8CD-CFCFA1268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95971"/>
              </p:ext>
            </p:extLst>
          </p:nvPr>
        </p:nvGraphicFramePr>
        <p:xfrm>
          <a:off x="7987186" y="4894392"/>
          <a:ext cx="1115325" cy="1077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2" name="Rounded Rectangle 2">
            <a:extLst>
              <a:ext uri="{FF2B5EF4-FFF2-40B4-BE49-F238E27FC236}">
                <a16:creationId xmlns="" xmlns:a16="http://schemas.microsoft.com/office/drawing/2014/main" id="{D223E859-482F-49C4-B331-4946A73D4A59}"/>
              </a:ext>
            </a:extLst>
          </p:cNvPr>
          <p:cNvSpPr/>
          <p:nvPr/>
        </p:nvSpPr>
        <p:spPr>
          <a:xfrm>
            <a:off x="741585" y="1805324"/>
            <a:ext cx="8432382" cy="1238491"/>
          </a:xfrm>
          <a:prstGeom prst="roundRect">
            <a:avLst>
              <a:gd name="adj" fmla="val 50000"/>
            </a:avLst>
          </a:prstGeom>
          <a:noFill/>
          <a:ln w="508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3" name="Oval 3">
            <a:extLst>
              <a:ext uri="{FF2B5EF4-FFF2-40B4-BE49-F238E27FC236}">
                <a16:creationId xmlns="" xmlns:a16="http://schemas.microsoft.com/office/drawing/2014/main" id="{279013FC-C117-4819-87A3-279D3DEF4BA6}"/>
              </a:ext>
            </a:extLst>
          </p:cNvPr>
          <p:cNvSpPr/>
          <p:nvPr/>
        </p:nvSpPr>
        <p:spPr>
          <a:xfrm>
            <a:off x="869445" y="1887890"/>
            <a:ext cx="1073359" cy="1073359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4" name="Rounded Rectangle 5">
            <a:extLst>
              <a:ext uri="{FF2B5EF4-FFF2-40B4-BE49-F238E27FC236}">
                <a16:creationId xmlns="" xmlns:a16="http://schemas.microsoft.com/office/drawing/2014/main" id="{25403E7D-D2F3-451C-B16B-27C3BE114D8A}"/>
              </a:ext>
            </a:extLst>
          </p:cNvPr>
          <p:cNvSpPr/>
          <p:nvPr/>
        </p:nvSpPr>
        <p:spPr>
          <a:xfrm>
            <a:off x="752355" y="3316207"/>
            <a:ext cx="8422120" cy="1238491"/>
          </a:xfrm>
          <a:prstGeom prst="roundRect">
            <a:avLst>
              <a:gd name="adj" fmla="val 50000"/>
            </a:avLst>
          </a:prstGeom>
          <a:noFill/>
          <a:ln w="508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5" name="Oval 6">
            <a:extLst>
              <a:ext uri="{FF2B5EF4-FFF2-40B4-BE49-F238E27FC236}">
                <a16:creationId xmlns="" xmlns:a16="http://schemas.microsoft.com/office/drawing/2014/main" id="{41E9D8E1-CEAE-4BF6-A098-4A404CB42D03}"/>
              </a:ext>
            </a:extLst>
          </p:cNvPr>
          <p:cNvSpPr/>
          <p:nvPr/>
        </p:nvSpPr>
        <p:spPr>
          <a:xfrm>
            <a:off x="869445" y="3398773"/>
            <a:ext cx="1073359" cy="1073359"/>
          </a:xfrm>
          <a:prstGeom prst="ellipse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6" name="Rounded Rectangle 7">
            <a:extLst>
              <a:ext uri="{FF2B5EF4-FFF2-40B4-BE49-F238E27FC236}">
                <a16:creationId xmlns="" xmlns:a16="http://schemas.microsoft.com/office/drawing/2014/main" id="{57B187CC-D342-4D3C-BABA-02C920684653}"/>
              </a:ext>
            </a:extLst>
          </p:cNvPr>
          <p:cNvSpPr/>
          <p:nvPr/>
        </p:nvSpPr>
        <p:spPr>
          <a:xfrm>
            <a:off x="752355" y="4813997"/>
            <a:ext cx="8422120" cy="1238491"/>
          </a:xfrm>
          <a:prstGeom prst="roundRect">
            <a:avLst>
              <a:gd name="adj" fmla="val 50000"/>
            </a:avLst>
          </a:prstGeom>
          <a:noFill/>
          <a:ln w="508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7" name="Oval 8">
            <a:extLst>
              <a:ext uri="{FF2B5EF4-FFF2-40B4-BE49-F238E27FC236}">
                <a16:creationId xmlns="" xmlns:a16="http://schemas.microsoft.com/office/drawing/2014/main" id="{99B35BAE-AFE3-414F-9995-35F7011F0B73}"/>
              </a:ext>
            </a:extLst>
          </p:cNvPr>
          <p:cNvSpPr/>
          <p:nvPr/>
        </p:nvSpPr>
        <p:spPr>
          <a:xfrm>
            <a:off x="869445" y="4896292"/>
            <a:ext cx="1073359" cy="1073359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6064C826-12E4-4D66-BFFA-8A97B340F0E4}"/>
              </a:ext>
            </a:extLst>
          </p:cNvPr>
          <p:cNvSpPr txBox="1"/>
          <p:nvPr/>
        </p:nvSpPr>
        <p:spPr>
          <a:xfrm>
            <a:off x="8257660" y="2206625"/>
            <a:ext cx="649913" cy="4358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60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%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48CF3763-C2C6-42EA-83F4-F9546B52346F}"/>
              </a:ext>
            </a:extLst>
          </p:cNvPr>
          <p:cNvSpPr txBox="1"/>
          <p:nvPr/>
        </p:nvSpPr>
        <p:spPr>
          <a:xfrm>
            <a:off x="8257660" y="3717508"/>
            <a:ext cx="649913" cy="4358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80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%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84D59B7D-C03F-45A6-8022-9781E98AFD04}"/>
              </a:ext>
            </a:extLst>
          </p:cNvPr>
          <p:cNvSpPr txBox="1"/>
          <p:nvPr/>
        </p:nvSpPr>
        <p:spPr>
          <a:xfrm>
            <a:off x="8257660" y="5215298"/>
            <a:ext cx="649913" cy="4358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50</a:t>
            </a: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%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1032618" y="2173524"/>
            <a:ext cx="747013" cy="502091"/>
            <a:chOff x="3046286" y="2834520"/>
            <a:chExt cx="484188" cy="325438"/>
          </a:xfrm>
        </p:grpSpPr>
        <p:sp>
          <p:nvSpPr>
            <p:cNvPr id="32" name="Rectangle 332"/>
            <p:cNvSpPr>
              <a:spLocks noChangeArrowheads="1"/>
            </p:cNvSpPr>
            <p:nvPr/>
          </p:nvSpPr>
          <p:spPr bwMode="auto">
            <a:xfrm>
              <a:off x="3046286" y="2834520"/>
              <a:ext cx="484188" cy="325438"/>
            </a:xfrm>
            <a:prstGeom prst="rect">
              <a:avLst/>
            </a:prstGeom>
            <a:solidFill>
              <a:srgbClr val="FFFFFF"/>
            </a:solidFill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3" name="Oval 333"/>
            <p:cNvSpPr>
              <a:spLocks noChangeArrowheads="1"/>
            </p:cNvSpPr>
            <p:nvPr/>
          </p:nvSpPr>
          <p:spPr bwMode="auto">
            <a:xfrm>
              <a:off x="3189161" y="2898020"/>
              <a:ext cx="198438" cy="196850"/>
            </a:xfrm>
            <a:prstGeom prst="ellipse">
              <a:avLst/>
            </a:prstGeom>
            <a:solidFill>
              <a:srgbClr val="ED1C2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067659" y="3708702"/>
            <a:ext cx="676931" cy="453501"/>
            <a:chOff x="990473" y="2834520"/>
            <a:chExt cx="485775" cy="325438"/>
          </a:xfrm>
        </p:grpSpPr>
        <p:sp>
          <p:nvSpPr>
            <p:cNvPr id="35" name="Rectangle 317"/>
            <p:cNvSpPr>
              <a:spLocks noChangeArrowheads="1"/>
            </p:cNvSpPr>
            <p:nvPr/>
          </p:nvSpPr>
          <p:spPr bwMode="auto">
            <a:xfrm>
              <a:off x="990473" y="2834520"/>
              <a:ext cx="485775" cy="325438"/>
            </a:xfrm>
            <a:prstGeom prst="rect">
              <a:avLst/>
            </a:prstGeom>
            <a:solidFill>
              <a:srgbClr val="ED1C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6" name="Rectangle 318"/>
            <p:cNvSpPr>
              <a:spLocks noChangeArrowheads="1"/>
            </p:cNvSpPr>
            <p:nvPr/>
          </p:nvSpPr>
          <p:spPr bwMode="auto">
            <a:xfrm>
              <a:off x="990473" y="2834520"/>
              <a:ext cx="485775" cy="325438"/>
            </a:xfrm>
            <a:prstGeom prst="rect">
              <a:avLst/>
            </a:prstGeom>
            <a:solidFill>
              <a:srgbClr val="ED1C24"/>
            </a:solidFill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7" name="Freeform 319"/>
            <p:cNvSpPr>
              <a:spLocks/>
            </p:cNvSpPr>
            <p:nvPr/>
          </p:nvSpPr>
          <p:spPr bwMode="auto">
            <a:xfrm>
              <a:off x="1020636" y="2861508"/>
              <a:ext cx="96838" cy="92075"/>
            </a:xfrm>
            <a:custGeom>
              <a:avLst/>
              <a:gdLst>
                <a:gd name="T0" fmla="*/ 106 w 213"/>
                <a:gd name="T1" fmla="*/ 154 h 201"/>
                <a:gd name="T2" fmla="*/ 173 w 213"/>
                <a:gd name="T3" fmla="*/ 201 h 201"/>
                <a:gd name="T4" fmla="*/ 148 w 213"/>
                <a:gd name="T5" fmla="*/ 125 h 201"/>
                <a:gd name="T6" fmla="*/ 213 w 213"/>
                <a:gd name="T7" fmla="*/ 76 h 201"/>
                <a:gd name="T8" fmla="*/ 131 w 213"/>
                <a:gd name="T9" fmla="*/ 76 h 201"/>
                <a:gd name="T10" fmla="*/ 106 w 213"/>
                <a:gd name="T11" fmla="*/ 0 h 201"/>
                <a:gd name="T12" fmla="*/ 81 w 213"/>
                <a:gd name="T13" fmla="*/ 76 h 201"/>
                <a:gd name="T14" fmla="*/ 0 w 213"/>
                <a:gd name="T15" fmla="*/ 76 h 201"/>
                <a:gd name="T16" fmla="*/ 66 w 213"/>
                <a:gd name="T17" fmla="*/ 125 h 201"/>
                <a:gd name="T18" fmla="*/ 41 w 213"/>
                <a:gd name="T19" fmla="*/ 201 h 201"/>
                <a:gd name="T20" fmla="*/ 106 w 213"/>
                <a:gd name="T21" fmla="*/ 15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8" name="Freeform 320"/>
            <p:cNvSpPr>
              <a:spLocks/>
            </p:cNvSpPr>
            <p:nvPr/>
          </p:nvSpPr>
          <p:spPr bwMode="auto">
            <a:xfrm>
              <a:off x="1134936" y="2844045"/>
              <a:ext cx="36513" cy="36513"/>
            </a:xfrm>
            <a:custGeom>
              <a:avLst/>
              <a:gdLst>
                <a:gd name="T0" fmla="*/ 49 w 79"/>
                <a:gd name="T1" fmla="*/ 50 h 82"/>
                <a:gd name="T2" fmla="*/ 79 w 79"/>
                <a:gd name="T3" fmla="*/ 43 h 82"/>
                <a:gd name="T4" fmla="*/ 50 w 79"/>
                <a:gd name="T5" fmla="*/ 32 h 82"/>
                <a:gd name="T6" fmla="*/ 53 w 79"/>
                <a:gd name="T7" fmla="*/ 0 h 82"/>
                <a:gd name="T8" fmla="*/ 33 w 79"/>
                <a:gd name="T9" fmla="*/ 24 h 82"/>
                <a:gd name="T10" fmla="*/ 4 w 79"/>
                <a:gd name="T11" fmla="*/ 13 h 82"/>
                <a:gd name="T12" fmla="*/ 20 w 79"/>
                <a:gd name="T13" fmla="*/ 39 h 82"/>
                <a:gd name="T14" fmla="*/ 0 w 79"/>
                <a:gd name="T15" fmla="*/ 63 h 82"/>
                <a:gd name="T16" fmla="*/ 30 w 79"/>
                <a:gd name="T17" fmla="*/ 55 h 82"/>
                <a:gd name="T18" fmla="*/ 48 w 79"/>
                <a:gd name="T19" fmla="*/ 82 h 82"/>
                <a:gd name="T20" fmla="*/ 49 w 79"/>
                <a:gd name="T21" fmla="*/ 5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9" name="Freeform 321"/>
            <p:cNvSpPr>
              <a:spLocks/>
            </p:cNvSpPr>
            <p:nvPr/>
          </p:nvSpPr>
          <p:spPr bwMode="auto">
            <a:xfrm>
              <a:off x="1134936" y="2961520"/>
              <a:ext cx="36513" cy="36513"/>
            </a:xfrm>
            <a:custGeom>
              <a:avLst/>
              <a:gdLst>
                <a:gd name="T0" fmla="*/ 49 w 79"/>
                <a:gd name="T1" fmla="*/ 50 h 81"/>
                <a:gd name="T2" fmla="*/ 79 w 79"/>
                <a:gd name="T3" fmla="*/ 42 h 81"/>
                <a:gd name="T4" fmla="*/ 50 w 79"/>
                <a:gd name="T5" fmla="*/ 31 h 81"/>
                <a:gd name="T6" fmla="*/ 53 w 79"/>
                <a:gd name="T7" fmla="*/ 0 h 81"/>
                <a:gd name="T8" fmla="*/ 33 w 79"/>
                <a:gd name="T9" fmla="*/ 24 h 81"/>
                <a:gd name="T10" fmla="*/ 4 w 79"/>
                <a:gd name="T11" fmla="*/ 12 h 81"/>
                <a:gd name="T12" fmla="*/ 20 w 79"/>
                <a:gd name="T13" fmla="*/ 39 h 81"/>
                <a:gd name="T14" fmla="*/ 0 w 79"/>
                <a:gd name="T15" fmla="*/ 62 h 81"/>
                <a:gd name="T16" fmla="*/ 30 w 79"/>
                <a:gd name="T17" fmla="*/ 55 h 81"/>
                <a:gd name="T18" fmla="*/ 48 w 79"/>
                <a:gd name="T19" fmla="*/ 81 h 81"/>
                <a:gd name="T20" fmla="*/ 49 w 79"/>
                <a:gd name="T21" fmla="*/ 5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0" name="Freeform 322"/>
            <p:cNvSpPr>
              <a:spLocks/>
            </p:cNvSpPr>
            <p:nvPr/>
          </p:nvSpPr>
          <p:spPr bwMode="auto">
            <a:xfrm>
              <a:off x="1166686" y="2878970"/>
              <a:ext cx="36513" cy="36513"/>
            </a:xfrm>
            <a:custGeom>
              <a:avLst/>
              <a:gdLst>
                <a:gd name="T0" fmla="*/ 50 w 80"/>
                <a:gd name="T1" fmla="*/ 52 h 80"/>
                <a:gd name="T2" fmla="*/ 80 w 80"/>
                <a:gd name="T3" fmla="*/ 59 h 80"/>
                <a:gd name="T4" fmla="*/ 59 w 80"/>
                <a:gd name="T5" fmla="*/ 36 h 80"/>
                <a:gd name="T6" fmla="*/ 73 w 80"/>
                <a:gd name="T7" fmla="*/ 9 h 80"/>
                <a:gd name="T8" fmla="*/ 45 w 80"/>
                <a:gd name="T9" fmla="*/ 22 h 80"/>
                <a:gd name="T10" fmla="*/ 24 w 80"/>
                <a:gd name="T11" fmla="*/ 0 h 80"/>
                <a:gd name="T12" fmla="*/ 28 w 80"/>
                <a:gd name="T13" fmla="*/ 31 h 80"/>
                <a:gd name="T14" fmla="*/ 0 w 80"/>
                <a:gd name="T15" fmla="*/ 45 h 80"/>
                <a:gd name="T16" fmla="*/ 32 w 80"/>
                <a:gd name="T17" fmla="*/ 50 h 80"/>
                <a:gd name="T18" fmla="*/ 35 w 80"/>
                <a:gd name="T19" fmla="*/ 80 h 80"/>
                <a:gd name="T20" fmla="*/ 50 w 80"/>
                <a:gd name="T21" fmla="*/ 5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1" name="Freeform 323"/>
            <p:cNvSpPr>
              <a:spLocks/>
            </p:cNvSpPr>
            <p:nvPr/>
          </p:nvSpPr>
          <p:spPr bwMode="auto">
            <a:xfrm>
              <a:off x="1166686" y="2928183"/>
              <a:ext cx="36513" cy="34925"/>
            </a:xfrm>
            <a:custGeom>
              <a:avLst/>
              <a:gdLst>
                <a:gd name="T0" fmla="*/ 41 w 81"/>
                <a:gd name="T1" fmla="*/ 59 h 77"/>
                <a:gd name="T2" fmla="*/ 68 w 81"/>
                <a:gd name="T3" fmla="*/ 76 h 77"/>
                <a:gd name="T4" fmla="*/ 56 w 81"/>
                <a:gd name="T5" fmla="*/ 47 h 77"/>
                <a:gd name="T6" fmla="*/ 81 w 81"/>
                <a:gd name="T7" fmla="*/ 27 h 77"/>
                <a:gd name="T8" fmla="*/ 50 w 81"/>
                <a:gd name="T9" fmla="*/ 29 h 77"/>
                <a:gd name="T10" fmla="*/ 40 w 81"/>
                <a:gd name="T11" fmla="*/ 0 h 77"/>
                <a:gd name="T12" fmla="*/ 31 w 81"/>
                <a:gd name="T13" fmla="*/ 30 h 77"/>
                <a:gd name="T14" fmla="*/ 0 w 81"/>
                <a:gd name="T15" fmla="*/ 30 h 77"/>
                <a:gd name="T16" fmla="*/ 25 w 81"/>
                <a:gd name="T17" fmla="*/ 47 h 77"/>
                <a:gd name="T18" fmla="*/ 18 w 81"/>
                <a:gd name="T19" fmla="*/ 77 h 77"/>
                <a:gd name="T20" fmla="*/ 41 w 81"/>
                <a:gd name="T21" fmla="*/ 5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050138" y="5202139"/>
            <a:ext cx="711972" cy="461664"/>
            <a:chOff x="7154736" y="2272545"/>
            <a:chExt cx="484188" cy="325438"/>
          </a:xfrm>
        </p:grpSpPr>
        <p:sp>
          <p:nvSpPr>
            <p:cNvPr id="43" name="Rectangle 296"/>
            <p:cNvSpPr>
              <a:spLocks noChangeArrowheads="1"/>
            </p:cNvSpPr>
            <p:nvPr/>
          </p:nvSpPr>
          <p:spPr bwMode="auto">
            <a:xfrm>
              <a:off x="7154736" y="2272545"/>
              <a:ext cx="484188" cy="325438"/>
            </a:xfrm>
            <a:prstGeom prst="rect">
              <a:avLst/>
            </a:prstGeom>
            <a:solidFill>
              <a:srgbClr val="FFFFFF"/>
            </a:solidFill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4" name="Freeform 297"/>
            <p:cNvSpPr>
              <a:spLocks/>
            </p:cNvSpPr>
            <p:nvPr/>
          </p:nvSpPr>
          <p:spPr bwMode="auto">
            <a:xfrm>
              <a:off x="7305548" y="2342395"/>
              <a:ext cx="182563" cy="184150"/>
            </a:xfrm>
            <a:custGeom>
              <a:avLst/>
              <a:gdLst>
                <a:gd name="T0" fmla="*/ 295 w 402"/>
                <a:gd name="T1" fmla="*/ 52 h 402"/>
                <a:gd name="T2" fmla="*/ 350 w 402"/>
                <a:gd name="T3" fmla="*/ 295 h 402"/>
                <a:gd name="T4" fmla="*/ 107 w 402"/>
                <a:gd name="T5" fmla="*/ 350 h 402"/>
                <a:gd name="T6" fmla="*/ 52 w 402"/>
                <a:gd name="T7" fmla="*/ 107 h 402"/>
                <a:gd name="T8" fmla="*/ 295 w 402"/>
                <a:gd name="T9" fmla="*/ 5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402">
                  <a:moveTo>
                    <a:pt x="295" y="52"/>
                  </a:moveTo>
                  <a:cubicBezTo>
                    <a:pt x="378" y="104"/>
                    <a:pt x="402" y="213"/>
                    <a:pt x="350" y="295"/>
                  </a:cubicBezTo>
                  <a:cubicBezTo>
                    <a:pt x="298" y="377"/>
                    <a:pt x="190" y="402"/>
                    <a:pt x="107" y="350"/>
                  </a:cubicBezTo>
                  <a:cubicBezTo>
                    <a:pt x="25" y="298"/>
                    <a:pt x="0" y="190"/>
                    <a:pt x="52" y="107"/>
                  </a:cubicBezTo>
                  <a:cubicBezTo>
                    <a:pt x="104" y="25"/>
                    <a:pt x="213" y="0"/>
                    <a:pt x="295" y="52"/>
                  </a:cubicBezTo>
                  <a:close/>
                </a:path>
              </a:pathLst>
            </a:custGeom>
            <a:solidFill>
              <a:srgbClr val="ED1C2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Freeform 298"/>
            <p:cNvSpPr>
              <a:spLocks/>
            </p:cNvSpPr>
            <p:nvPr/>
          </p:nvSpPr>
          <p:spPr bwMode="auto">
            <a:xfrm>
              <a:off x="7305548" y="2391608"/>
              <a:ext cx="171450" cy="134938"/>
            </a:xfrm>
            <a:custGeom>
              <a:avLst/>
              <a:gdLst>
                <a:gd name="T0" fmla="*/ 350 w 376"/>
                <a:gd name="T1" fmla="*/ 188 h 295"/>
                <a:gd name="T2" fmla="*/ 107 w 376"/>
                <a:gd name="T3" fmla="*/ 243 h 295"/>
                <a:gd name="T4" fmla="*/ 52 w 376"/>
                <a:gd name="T5" fmla="*/ 0 h 295"/>
                <a:gd name="T6" fmla="*/ 79 w 376"/>
                <a:gd name="T7" fmla="*/ 122 h 295"/>
                <a:gd name="T8" fmla="*/ 201 w 376"/>
                <a:gd name="T9" fmla="*/ 94 h 295"/>
                <a:gd name="T10" fmla="*/ 322 w 376"/>
                <a:gd name="T11" fmla="*/ 67 h 295"/>
                <a:gd name="T12" fmla="*/ 350 w 376"/>
                <a:gd name="T13" fmla="*/ 18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295">
                  <a:moveTo>
                    <a:pt x="350" y="188"/>
                  </a:moveTo>
                  <a:cubicBezTo>
                    <a:pt x="298" y="270"/>
                    <a:pt x="190" y="295"/>
                    <a:pt x="107" y="243"/>
                  </a:cubicBezTo>
                  <a:cubicBezTo>
                    <a:pt x="25" y="191"/>
                    <a:pt x="0" y="83"/>
                    <a:pt x="52" y="0"/>
                  </a:cubicBezTo>
                  <a:cubicBezTo>
                    <a:pt x="26" y="42"/>
                    <a:pt x="38" y="95"/>
                    <a:pt x="79" y="122"/>
                  </a:cubicBezTo>
                  <a:cubicBezTo>
                    <a:pt x="121" y="148"/>
                    <a:pt x="174" y="135"/>
                    <a:pt x="201" y="94"/>
                  </a:cubicBezTo>
                  <a:cubicBezTo>
                    <a:pt x="227" y="53"/>
                    <a:pt x="281" y="40"/>
                    <a:pt x="322" y="67"/>
                  </a:cubicBezTo>
                  <a:cubicBezTo>
                    <a:pt x="363" y="92"/>
                    <a:pt x="376" y="147"/>
                    <a:pt x="350" y="188"/>
                  </a:cubicBezTo>
                  <a:close/>
                </a:path>
              </a:pathLst>
            </a:custGeom>
            <a:solidFill>
              <a:srgbClr val="0072B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Freeform 299"/>
            <p:cNvSpPr>
              <a:spLocks/>
            </p:cNvSpPr>
            <p:nvPr/>
          </p:nvSpPr>
          <p:spPr bwMode="auto">
            <a:xfrm>
              <a:off x="7491286" y="2313820"/>
              <a:ext cx="55563" cy="76200"/>
            </a:xfrm>
            <a:custGeom>
              <a:avLst/>
              <a:gdLst>
                <a:gd name="T0" fmla="*/ 0 w 123"/>
                <a:gd name="T1" fmla="*/ 13 h 167"/>
                <a:gd name="T2" fmla="*/ 20 w 123"/>
                <a:gd name="T3" fmla="*/ 0 h 167"/>
                <a:gd name="T4" fmla="*/ 123 w 123"/>
                <a:gd name="T5" fmla="*/ 154 h 167"/>
                <a:gd name="T6" fmla="*/ 103 w 123"/>
                <a:gd name="T7" fmla="*/ 167 h 167"/>
                <a:gd name="T8" fmla="*/ 0 w 123"/>
                <a:gd name="T9" fmla="*/ 1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7" name="Freeform 300"/>
            <p:cNvSpPr>
              <a:spLocks/>
            </p:cNvSpPr>
            <p:nvPr/>
          </p:nvSpPr>
          <p:spPr bwMode="auto">
            <a:xfrm>
              <a:off x="7472236" y="2326520"/>
              <a:ext cx="30163" cy="36513"/>
            </a:xfrm>
            <a:custGeom>
              <a:avLst/>
              <a:gdLst>
                <a:gd name="T0" fmla="*/ 0 w 64"/>
                <a:gd name="T1" fmla="*/ 14 h 80"/>
                <a:gd name="T2" fmla="*/ 20 w 64"/>
                <a:gd name="T3" fmla="*/ 0 h 80"/>
                <a:gd name="T4" fmla="*/ 64 w 64"/>
                <a:gd name="T5" fmla="*/ 67 h 80"/>
                <a:gd name="T6" fmla="*/ 44 w 64"/>
                <a:gd name="T7" fmla="*/ 80 h 80"/>
                <a:gd name="T8" fmla="*/ 0 w 64"/>
                <a:gd name="T9" fmla="*/ 1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8" name="Freeform 301"/>
            <p:cNvSpPr>
              <a:spLocks/>
            </p:cNvSpPr>
            <p:nvPr/>
          </p:nvSpPr>
          <p:spPr bwMode="auto">
            <a:xfrm>
              <a:off x="7499223" y="2364620"/>
              <a:ext cx="30163" cy="36513"/>
            </a:xfrm>
            <a:custGeom>
              <a:avLst/>
              <a:gdLst>
                <a:gd name="T0" fmla="*/ 0 w 64"/>
                <a:gd name="T1" fmla="*/ 14 h 80"/>
                <a:gd name="T2" fmla="*/ 20 w 64"/>
                <a:gd name="T3" fmla="*/ 0 h 80"/>
                <a:gd name="T4" fmla="*/ 64 w 64"/>
                <a:gd name="T5" fmla="*/ 67 h 80"/>
                <a:gd name="T6" fmla="*/ 45 w 64"/>
                <a:gd name="T7" fmla="*/ 80 h 80"/>
                <a:gd name="T8" fmla="*/ 0 w 64"/>
                <a:gd name="T9" fmla="*/ 1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80">
                  <a:moveTo>
                    <a:pt x="0" y="14"/>
                  </a:moveTo>
                  <a:lnTo>
                    <a:pt x="20" y="0"/>
                  </a:lnTo>
                  <a:lnTo>
                    <a:pt x="64" y="67"/>
                  </a:lnTo>
                  <a:lnTo>
                    <a:pt x="45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9" name="Freeform 302"/>
            <p:cNvSpPr>
              <a:spLocks/>
            </p:cNvSpPr>
            <p:nvPr/>
          </p:nvSpPr>
          <p:spPr bwMode="auto">
            <a:xfrm>
              <a:off x="7508748" y="2301120"/>
              <a:ext cx="30163" cy="36513"/>
            </a:xfrm>
            <a:custGeom>
              <a:avLst/>
              <a:gdLst>
                <a:gd name="T0" fmla="*/ 0 w 64"/>
                <a:gd name="T1" fmla="*/ 14 h 80"/>
                <a:gd name="T2" fmla="*/ 19 w 64"/>
                <a:gd name="T3" fmla="*/ 0 h 80"/>
                <a:gd name="T4" fmla="*/ 64 w 64"/>
                <a:gd name="T5" fmla="*/ 67 h 80"/>
                <a:gd name="T6" fmla="*/ 44 w 64"/>
                <a:gd name="T7" fmla="*/ 80 h 80"/>
                <a:gd name="T8" fmla="*/ 0 w 64"/>
                <a:gd name="T9" fmla="*/ 1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80">
                  <a:moveTo>
                    <a:pt x="0" y="14"/>
                  </a:moveTo>
                  <a:lnTo>
                    <a:pt x="19" y="0"/>
                  </a:lnTo>
                  <a:lnTo>
                    <a:pt x="64" y="67"/>
                  </a:lnTo>
                  <a:lnTo>
                    <a:pt x="44" y="8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0" name="Freeform 303"/>
            <p:cNvSpPr>
              <a:spLocks/>
            </p:cNvSpPr>
            <p:nvPr/>
          </p:nvSpPr>
          <p:spPr bwMode="auto">
            <a:xfrm>
              <a:off x="7535736" y="2340808"/>
              <a:ext cx="30163" cy="36513"/>
            </a:xfrm>
            <a:custGeom>
              <a:avLst/>
              <a:gdLst>
                <a:gd name="T0" fmla="*/ 0 w 65"/>
                <a:gd name="T1" fmla="*/ 13 h 79"/>
                <a:gd name="T2" fmla="*/ 20 w 65"/>
                <a:gd name="T3" fmla="*/ 0 h 79"/>
                <a:gd name="T4" fmla="*/ 65 w 65"/>
                <a:gd name="T5" fmla="*/ 66 h 79"/>
                <a:gd name="T6" fmla="*/ 45 w 65"/>
                <a:gd name="T7" fmla="*/ 79 h 79"/>
                <a:gd name="T8" fmla="*/ 0 w 65"/>
                <a:gd name="T9" fmla="*/ 13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1" name="Freeform 304"/>
            <p:cNvSpPr>
              <a:spLocks/>
            </p:cNvSpPr>
            <p:nvPr/>
          </p:nvSpPr>
          <p:spPr bwMode="auto">
            <a:xfrm>
              <a:off x="7259511" y="2467808"/>
              <a:ext cx="55563" cy="76200"/>
            </a:xfrm>
            <a:custGeom>
              <a:avLst/>
              <a:gdLst>
                <a:gd name="T0" fmla="*/ 0 w 123"/>
                <a:gd name="T1" fmla="*/ 13 h 167"/>
                <a:gd name="T2" fmla="*/ 20 w 123"/>
                <a:gd name="T3" fmla="*/ 0 h 167"/>
                <a:gd name="T4" fmla="*/ 123 w 123"/>
                <a:gd name="T5" fmla="*/ 154 h 167"/>
                <a:gd name="T6" fmla="*/ 103 w 123"/>
                <a:gd name="T7" fmla="*/ 167 h 167"/>
                <a:gd name="T8" fmla="*/ 0 w 123"/>
                <a:gd name="T9" fmla="*/ 1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67">
                  <a:moveTo>
                    <a:pt x="0" y="13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2" name="Freeform 305"/>
            <p:cNvSpPr>
              <a:spLocks/>
            </p:cNvSpPr>
            <p:nvPr/>
          </p:nvSpPr>
          <p:spPr bwMode="auto">
            <a:xfrm>
              <a:off x="7240461" y="2480508"/>
              <a:ext cx="30163" cy="36513"/>
            </a:xfrm>
            <a:custGeom>
              <a:avLst/>
              <a:gdLst>
                <a:gd name="T0" fmla="*/ 0 w 65"/>
                <a:gd name="T1" fmla="*/ 13 h 80"/>
                <a:gd name="T2" fmla="*/ 20 w 65"/>
                <a:gd name="T3" fmla="*/ 0 h 80"/>
                <a:gd name="T4" fmla="*/ 65 w 65"/>
                <a:gd name="T5" fmla="*/ 67 h 80"/>
                <a:gd name="T6" fmla="*/ 45 w 65"/>
                <a:gd name="T7" fmla="*/ 80 h 80"/>
                <a:gd name="T8" fmla="*/ 0 w 65"/>
                <a:gd name="T9" fmla="*/ 1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80">
                  <a:moveTo>
                    <a:pt x="0" y="13"/>
                  </a:moveTo>
                  <a:lnTo>
                    <a:pt x="20" y="0"/>
                  </a:lnTo>
                  <a:lnTo>
                    <a:pt x="65" y="67"/>
                  </a:lnTo>
                  <a:lnTo>
                    <a:pt x="45" y="8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3" name="Freeform 306"/>
            <p:cNvSpPr>
              <a:spLocks/>
            </p:cNvSpPr>
            <p:nvPr/>
          </p:nvSpPr>
          <p:spPr bwMode="auto">
            <a:xfrm>
              <a:off x="7267448" y="2520195"/>
              <a:ext cx="28575" cy="34925"/>
            </a:xfrm>
            <a:custGeom>
              <a:avLst/>
              <a:gdLst>
                <a:gd name="T0" fmla="*/ 0 w 65"/>
                <a:gd name="T1" fmla="*/ 13 h 79"/>
                <a:gd name="T2" fmla="*/ 20 w 65"/>
                <a:gd name="T3" fmla="*/ 0 h 79"/>
                <a:gd name="T4" fmla="*/ 65 w 65"/>
                <a:gd name="T5" fmla="*/ 66 h 79"/>
                <a:gd name="T6" fmla="*/ 45 w 65"/>
                <a:gd name="T7" fmla="*/ 79 h 79"/>
                <a:gd name="T8" fmla="*/ 0 w 65"/>
                <a:gd name="T9" fmla="*/ 13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79">
                  <a:moveTo>
                    <a:pt x="0" y="13"/>
                  </a:moveTo>
                  <a:lnTo>
                    <a:pt x="20" y="0"/>
                  </a:lnTo>
                  <a:lnTo>
                    <a:pt x="65" y="66"/>
                  </a:lnTo>
                  <a:lnTo>
                    <a:pt x="45" y="7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4" name="Freeform 307"/>
            <p:cNvSpPr>
              <a:spLocks/>
            </p:cNvSpPr>
            <p:nvPr/>
          </p:nvSpPr>
          <p:spPr bwMode="auto">
            <a:xfrm>
              <a:off x="7221411" y="2491620"/>
              <a:ext cx="57150" cy="76200"/>
            </a:xfrm>
            <a:custGeom>
              <a:avLst/>
              <a:gdLst>
                <a:gd name="T0" fmla="*/ 0 w 123"/>
                <a:gd name="T1" fmla="*/ 14 h 167"/>
                <a:gd name="T2" fmla="*/ 20 w 123"/>
                <a:gd name="T3" fmla="*/ 0 h 167"/>
                <a:gd name="T4" fmla="*/ 123 w 123"/>
                <a:gd name="T5" fmla="*/ 154 h 167"/>
                <a:gd name="T6" fmla="*/ 103 w 123"/>
                <a:gd name="T7" fmla="*/ 167 h 167"/>
                <a:gd name="T8" fmla="*/ 0 w 123"/>
                <a:gd name="T9" fmla="*/ 1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67">
                  <a:moveTo>
                    <a:pt x="0" y="14"/>
                  </a:moveTo>
                  <a:lnTo>
                    <a:pt x="20" y="0"/>
                  </a:lnTo>
                  <a:lnTo>
                    <a:pt x="123" y="154"/>
                  </a:lnTo>
                  <a:lnTo>
                    <a:pt x="103" y="16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5" name="Freeform 308"/>
            <p:cNvSpPr>
              <a:spLocks/>
            </p:cNvSpPr>
            <p:nvPr/>
          </p:nvSpPr>
          <p:spPr bwMode="auto">
            <a:xfrm>
              <a:off x="7259511" y="2326520"/>
              <a:ext cx="55563" cy="74613"/>
            </a:xfrm>
            <a:custGeom>
              <a:avLst/>
              <a:gdLst>
                <a:gd name="T0" fmla="*/ 0 w 123"/>
                <a:gd name="T1" fmla="*/ 153 h 166"/>
                <a:gd name="T2" fmla="*/ 103 w 123"/>
                <a:gd name="T3" fmla="*/ 0 h 166"/>
                <a:gd name="T4" fmla="*/ 123 w 123"/>
                <a:gd name="T5" fmla="*/ 13 h 166"/>
                <a:gd name="T6" fmla="*/ 19 w 123"/>
                <a:gd name="T7" fmla="*/ 166 h 166"/>
                <a:gd name="T8" fmla="*/ 0 w 123"/>
                <a:gd name="T9" fmla="*/ 15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66">
                  <a:moveTo>
                    <a:pt x="0" y="153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19" y="166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6" name="Freeform 309"/>
            <p:cNvSpPr>
              <a:spLocks/>
            </p:cNvSpPr>
            <p:nvPr/>
          </p:nvSpPr>
          <p:spPr bwMode="auto">
            <a:xfrm>
              <a:off x="7240461" y="2312233"/>
              <a:ext cx="55563" cy="76200"/>
            </a:xfrm>
            <a:custGeom>
              <a:avLst/>
              <a:gdLst>
                <a:gd name="T0" fmla="*/ 0 w 123"/>
                <a:gd name="T1" fmla="*/ 154 h 167"/>
                <a:gd name="T2" fmla="*/ 104 w 123"/>
                <a:gd name="T3" fmla="*/ 0 h 167"/>
                <a:gd name="T4" fmla="*/ 123 w 123"/>
                <a:gd name="T5" fmla="*/ 13 h 167"/>
                <a:gd name="T6" fmla="*/ 20 w 123"/>
                <a:gd name="T7" fmla="*/ 167 h 167"/>
                <a:gd name="T8" fmla="*/ 0 w 123"/>
                <a:gd name="T9" fmla="*/ 15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67">
                  <a:moveTo>
                    <a:pt x="0" y="154"/>
                  </a:moveTo>
                  <a:lnTo>
                    <a:pt x="104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7" name="Freeform 310"/>
            <p:cNvSpPr>
              <a:spLocks/>
            </p:cNvSpPr>
            <p:nvPr/>
          </p:nvSpPr>
          <p:spPr bwMode="auto">
            <a:xfrm>
              <a:off x="7222998" y="2301120"/>
              <a:ext cx="55563" cy="76200"/>
            </a:xfrm>
            <a:custGeom>
              <a:avLst/>
              <a:gdLst>
                <a:gd name="T0" fmla="*/ 0 w 123"/>
                <a:gd name="T1" fmla="*/ 154 h 167"/>
                <a:gd name="T2" fmla="*/ 103 w 123"/>
                <a:gd name="T3" fmla="*/ 0 h 167"/>
                <a:gd name="T4" fmla="*/ 123 w 123"/>
                <a:gd name="T5" fmla="*/ 13 h 167"/>
                <a:gd name="T6" fmla="*/ 20 w 123"/>
                <a:gd name="T7" fmla="*/ 167 h 167"/>
                <a:gd name="T8" fmla="*/ 0 w 123"/>
                <a:gd name="T9" fmla="*/ 154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67">
                  <a:moveTo>
                    <a:pt x="0" y="154"/>
                  </a:moveTo>
                  <a:lnTo>
                    <a:pt x="103" y="0"/>
                  </a:lnTo>
                  <a:lnTo>
                    <a:pt x="123" y="13"/>
                  </a:lnTo>
                  <a:lnTo>
                    <a:pt x="20" y="167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8" name="Freeform 311"/>
            <p:cNvSpPr>
              <a:spLocks/>
            </p:cNvSpPr>
            <p:nvPr/>
          </p:nvSpPr>
          <p:spPr bwMode="auto">
            <a:xfrm>
              <a:off x="7499223" y="2467808"/>
              <a:ext cx="30163" cy="36513"/>
            </a:xfrm>
            <a:custGeom>
              <a:avLst/>
              <a:gdLst>
                <a:gd name="T0" fmla="*/ 0 w 64"/>
                <a:gd name="T1" fmla="*/ 66 h 79"/>
                <a:gd name="T2" fmla="*/ 44 w 64"/>
                <a:gd name="T3" fmla="*/ 0 h 79"/>
                <a:gd name="T4" fmla="*/ 64 w 64"/>
                <a:gd name="T5" fmla="*/ 13 h 79"/>
                <a:gd name="T6" fmla="*/ 19 w 64"/>
                <a:gd name="T7" fmla="*/ 79 h 79"/>
                <a:gd name="T8" fmla="*/ 0 w 64"/>
                <a:gd name="T9" fmla="*/ 6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79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9" name="Freeform 312"/>
            <p:cNvSpPr>
              <a:spLocks/>
            </p:cNvSpPr>
            <p:nvPr/>
          </p:nvSpPr>
          <p:spPr bwMode="auto">
            <a:xfrm>
              <a:off x="7472236" y="2507495"/>
              <a:ext cx="30163" cy="36513"/>
            </a:xfrm>
            <a:custGeom>
              <a:avLst/>
              <a:gdLst>
                <a:gd name="T0" fmla="*/ 0 w 64"/>
                <a:gd name="T1" fmla="*/ 66 h 80"/>
                <a:gd name="T2" fmla="*/ 44 w 64"/>
                <a:gd name="T3" fmla="*/ 0 h 80"/>
                <a:gd name="T4" fmla="*/ 64 w 64"/>
                <a:gd name="T5" fmla="*/ 13 h 80"/>
                <a:gd name="T6" fmla="*/ 19 w 64"/>
                <a:gd name="T7" fmla="*/ 80 h 80"/>
                <a:gd name="T8" fmla="*/ 0 w 64"/>
                <a:gd name="T9" fmla="*/ 6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80">
                  <a:moveTo>
                    <a:pt x="0" y="66"/>
                  </a:moveTo>
                  <a:lnTo>
                    <a:pt x="44" y="0"/>
                  </a:lnTo>
                  <a:lnTo>
                    <a:pt x="64" y="13"/>
                  </a:lnTo>
                  <a:lnTo>
                    <a:pt x="19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0" name="Freeform 313"/>
            <p:cNvSpPr>
              <a:spLocks/>
            </p:cNvSpPr>
            <p:nvPr/>
          </p:nvSpPr>
          <p:spPr bwMode="auto">
            <a:xfrm>
              <a:off x="7516686" y="2478920"/>
              <a:ext cx="30163" cy="36513"/>
            </a:xfrm>
            <a:custGeom>
              <a:avLst/>
              <a:gdLst>
                <a:gd name="T0" fmla="*/ 0 w 65"/>
                <a:gd name="T1" fmla="*/ 66 h 80"/>
                <a:gd name="T2" fmla="*/ 45 w 65"/>
                <a:gd name="T3" fmla="*/ 0 h 80"/>
                <a:gd name="T4" fmla="*/ 65 w 65"/>
                <a:gd name="T5" fmla="*/ 13 h 80"/>
                <a:gd name="T6" fmla="*/ 20 w 65"/>
                <a:gd name="T7" fmla="*/ 80 h 80"/>
                <a:gd name="T8" fmla="*/ 0 w 65"/>
                <a:gd name="T9" fmla="*/ 6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1" name="Freeform 314"/>
            <p:cNvSpPr>
              <a:spLocks/>
            </p:cNvSpPr>
            <p:nvPr/>
          </p:nvSpPr>
          <p:spPr bwMode="auto">
            <a:xfrm>
              <a:off x="7491286" y="2518608"/>
              <a:ext cx="28575" cy="36513"/>
            </a:xfrm>
            <a:custGeom>
              <a:avLst/>
              <a:gdLst>
                <a:gd name="T0" fmla="*/ 0 w 64"/>
                <a:gd name="T1" fmla="*/ 66 h 79"/>
                <a:gd name="T2" fmla="*/ 45 w 64"/>
                <a:gd name="T3" fmla="*/ 0 h 79"/>
                <a:gd name="T4" fmla="*/ 64 w 64"/>
                <a:gd name="T5" fmla="*/ 13 h 79"/>
                <a:gd name="T6" fmla="*/ 20 w 64"/>
                <a:gd name="T7" fmla="*/ 79 h 79"/>
                <a:gd name="T8" fmla="*/ 0 w 64"/>
                <a:gd name="T9" fmla="*/ 6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79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79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2" name="Freeform 315"/>
            <p:cNvSpPr>
              <a:spLocks/>
            </p:cNvSpPr>
            <p:nvPr/>
          </p:nvSpPr>
          <p:spPr bwMode="auto">
            <a:xfrm>
              <a:off x="7534148" y="2491620"/>
              <a:ext cx="30163" cy="36513"/>
            </a:xfrm>
            <a:custGeom>
              <a:avLst/>
              <a:gdLst>
                <a:gd name="T0" fmla="*/ 0 w 65"/>
                <a:gd name="T1" fmla="*/ 66 h 80"/>
                <a:gd name="T2" fmla="*/ 45 w 65"/>
                <a:gd name="T3" fmla="*/ 0 h 80"/>
                <a:gd name="T4" fmla="*/ 65 w 65"/>
                <a:gd name="T5" fmla="*/ 13 h 80"/>
                <a:gd name="T6" fmla="*/ 20 w 65"/>
                <a:gd name="T7" fmla="*/ 80 h 80"/>
                <a:gd name="T8" fmla="*/ 0 w 65"/>
                <a:gd name="T9" fmla="*/ 6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80">
                  <a:moveTo>
                    <a:pt x="0" y="66"/>
                  </a:moveTo>
                  <a:lnTo>
                    <a:pt x="45" y="0"/>
                  </a:lnTo>
                  <a:lnTo>
                    <a:pt x="65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3" name="Freeform 316"/>
            <p:cNvSpPr>
              <a:spLocks/>
            </p:cNvSpPr>
            <p:nvPr/>
          </p:nvSpPr>
          <p:spPr bwMode="auto">
            <a:xfrm>
              <a:off x="7508748" y="2531308"/>
              <a:ext cx="30163" cy="36513"/>
            </a:xfrm>
            <a:custGeom>
              <a:avLst/>
              <a:gdLst>
                <a:gd name="T0" fmla="*/ 0 w 64"/>
                <a:gd name="T1" fmla="*/ 66 h 80"/>
                <a:gd name="T2" fmla="*/ 45 w 64"/>
                <a:gd name="T3" fmla="*/ 0 h 80"/>
                <a:gd name="T4" fmla="*/ 64 w 64"/>
                <a:gd name="T5" fmla="*/ 13 h 80"/>
                <a:gd name="T6" fmla="*/ 20 w 64"/>
                <a:gd name="T7" fmla="*/ 80 h 80"/>
                <a:gd name="T8" fmla="*/ 0 w 64"/>
                <a:gd name="T9" fmla="*/ 6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80">
                  <a:moveTo>
                    <a:pt x="0" y="66"/>
                  </a:moveTo>
                  <a:lnTo>
                    <a:pt x="45" y="0"/>
                  </a:lnTo>
                  <a:lnTo>
                    <a:pt x="64" y="13"/>
                  </a:lnTo>
                  <a:lnTo>
                    <a:pt x="20" y="80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231F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35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개체 4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69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46" name="개체 4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제목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0" name="텍스트 개체 틀 49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="" xmlns:a16="http://schemas.microsoft.com/office/drawing/2014/main" id="{A6536B67-ABCE-4FD2-BCEF-34CBC12E9CF2}"/>
              </a:ext>
            </a:extLst>
          </p:cNvPr>
          <p:cNvGrpSpPr/>
          <p:nvPr/>
        </p:nvGrpSpPr>
        <p:grpSpPr>
          <a:xfrm>
            <a:off x="829276" y="2149152"/>
            <a:ext cx="8264198" cy="1963636"/>
            <a:chOff x="1524000" y="1672440"/>
            <a:chExt cx="7315200" cy="2160000"/>
          </a:xfrm>
        </p:grpSpPr>
        <p:sp>
          <p:nvSpPr>
            <p:cNvPr id="8" name="Rectangle 3">
              <a:extLst>
                <a:ext uri="{FF2B5EF4-FFF2-40B4-BE49-F238E27FC236}">
                  <a16:creationId xmlns="" xmlns:a16="http://schemas.microsoft.com/office/drawing/2014/main" id="{F901C732-0A91-46E1-BA19-2F15942DA2E6}"/>
                </a:ext>
              </a:extLst>
            </p:cNvPr>
            <p:cNvSpPr/>
            <p:nvPr/>
          </p:nvSpPr>
          <p:spPr>
            <a:xfrm>
              <a:off x="1524000" y="1672440"/>
              <a:ext cx="1828800" cy="2160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9" name="Rectangle 19">
              <a:extLst>
                <a:ext uri="{FF2B5EF4-FFF2-40B4-BE49-F238E27FC236}">
                  <a16:creationId xmlns="" xmlns:a16="http://schemas.microsoft.com/office/drawing/2014/main" id="{B1205FE5-11B9-4FDA-BD9B-6E5D9009D7AE}"/>
                </a:ext>
              </a:extLst>
            </p:cNvPr>
            <p:cNvSpPr/>
            <p:nvPr/>
          </p:nvSpPr>
          <p:spPr>
            <a:xfrm>
              <a:off x="3352800" y="1672440"/>
              <a:ext cx="1828800" cy="216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0" name="Rectangle 20">
              <a:extLst>
                <a:ext uri="{FF2B5EF4-FFF2-40B4-BE49-F238E27FC236}">
                  <a16:creationId xmlns="" xmlns:a16="http://schemas.microsoft.com/office/drawing/2014/main" id="{0F197DDC-0055-431B-8CCF-88648683EE0B}"/>
                </a:ext>
              </a:extLst>
            </p:cNvPr>
            <p:cNvSpPr/>
            <p:nvPr/>
          </p:nvSpPr>
          <p:spPr>
            <a:xfrm>
              <a:off x="5181600" y="1672440"/>
              <a:ext cx="1828800" cy="2160000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1" name="Rectangle 21">
              <a:extLst>
                <a:ext uri="{FF2B5EF4-FFF2-40B4-BE49-F238E27FC236}">
                  <a16:creationId xmlns="" xmlns:a16="http://schemas.microsoft.com/office/drawing/2014/main" id="{FDBBD071-022A-4731-A3BE-AE831F791A7C}"/>
                </a:ext>
              </a:extLst>
            </p:cNvPr>
            <p:cNvSpPr/>
            <p:nvPr/>
          </p:nvSpPr>
          <p:spPr>
            <a:xfrm>
              <a:off x="7010400" y="1672440"/>
              <a:ext cx="1828800" cy="2160000"/>
            </a:xfrm>
            <a:prstGeom prst="rect">
              <a:avLst/>
            </a:prstGeom>
            <a:solidFill>
              <a:srgbClr val="E6E6E6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12" name="Group 28">
            <a:extLst>
              <a:ext uri="{FF2B5EF4-FFF2-40B4-BE49-F238E27FC236}">
                <a16:creationId xmlns="" xmlns:a16="http://schemas.microsoft.com/office/drawing/2014/main" id="{B815C24D-E01E-4327-81FB-3CA9C59A94B6}"/>
              </a:ext>
            </a:extLst>
          </p:cNvPr>
          <p:cNvGrpSpPr/>
          <p:nvPr/>
        </p:nvGrpSpPr>
        <p:grpSpPr>
          <a:xfrm>
            <a:off x="1111484" y="2928784"/>
            <a:ext cx="1521441" cy="966629"/>
            <a:chOff x="3131840" y="2204864"/>
            <a:chExt cx="3096344" cy="966629"/>
          </a:xfrm>
        </p:grpSpPr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0DB694BC-3F06-4E29-9366-7E8DBBA889DB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C779806D-003C-4EE4-B353-2ED667681FB1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 smtClean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 smtClean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ko-KR" altLang="en-US" sz="11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grpSp>
        <p:nvGrpSpPr>
          <p:cNvPr id="15" name="Group 31">
            <a:extLst>
              <a:ext uri="{FF2B5EF4-FFF2-40B4-BE49-F238E27FC236}">
                <a16:creationId xmlns="" xmlns:a16="http://schemas.microsoft.com/office/drawing/2014/main" id="{00DFDF95-6050-44B6-A1C0-04D3A8FD6908}"/>
              </a:ext>
            </a:extLst>
          </p:cNvPr>
          <p:cNvGrpSpPr/>
          <p:nvPr/>
        </p:nvGrpSpPr>
        <p:grpSpPr>
          <a:xfrm>
            <a:off x="3177318" y="2928784"/>
            <a:ext cx="1521441" cy="966629"/>
            <a:chOff x="3131840" y="2204864"/>
            <a:chExt cx="3096344" cy="966629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B3BB2BC3-5440-4F9C-9D2B-A29ED70BB046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1AB1FD01-C82C-472E-B349-24534564FE75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grpSp>
        <p:nvGrpSpPr>
          <p:cNvPr id="18" name="Group 34">
            <a:extLst>
              <a:ext uri="{FF2B5EF4-FFF2-40B4-BE49-F238E27FC236}">
                <a16:creationId xmlns="" xmlns:a16="http://schemas.microsoft.com/office/drawing/2014/main" id="{81D1976C-935C-4CDF-A232-08B86465DBD9}"/>
              </a:ext>
            </a:extLst>
          </p:cNvPr>
          <p:cNvGrpSpPr/>
          <p:nvPr/>
        </p:nvGrpSpPr>
        <p:grpSpPr>
          <a:xfrm>
            <a:off x="5244016" y="2928784"/>
            <a:ext cx="1521441" cy="966629"/>
            <a:chOff x="3131840" y="2204864"/>
            <a:chExt cx="3096344" cy="966629"/>
          </a:xfrm>
        </p:grpSpPr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E916C448-8620-4F0B-A723-FD0D07D1396A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4C6A8169-39A5-4FAA-9329-8588A57E7712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</a:p>
          </p:txBody>
        </p:sp>
      </p:grpSp>
      <p:grpSp>
        <p:nvGrpSpPr>
          <p:cNvPr id="21" name="Group 37">
            <a:extLst>
              <a:ext uri="{FF2B5EF4-FFF2-40B4-BE49-F238E27FC236}">
                <a16:creationId xmlns="" xmlns:a16="http://schemas.microsoft.com/office/drawing/2014/main" id="{5F9D6321-5C53-4669-AB51-256A90A7D566}"/>
              </a:ext>
            </a:extLst>
          </p:cNvPr>
          <p:cNvGrpSpPr/>
          <p:nvPr/>
        </p:nvGrpSpPr>
        <p:grpSpPr>
          <a:xfrm>
            <a:off x="7310282" y="2928784"/>
            <a:ext cx="1521441" cy="952459"/>
            <a:chOff x="3131840" y="2204864"/>
            <a:chExt cx="3096344" cy="952459"/>
          </a:xfrm>
        </p:grpSpPr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FA760099-18E5-497E-8C31-4C630BC98967}"/>
                </a:ext>
              </a:extLst>
            </p:cNvPr>
            <p:cNvSpPr txBox="1"/>
            <p:nvPr/>
          </p:nvSpPr>
          <p:spPr>
            <a:xfrm>
              <a:off x="3131840" y="2204864"/>
              <a:ext cx="309634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956D87EA-F7DC-4842-9FD4-EC4E01DC1728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6875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1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ct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1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ko-KR" altLang="en-US" sz="11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01F4EFEF-AE1E-4ECF-9DA3-57C44D5E13D6}"/>
              </a:ext>
            </a:extLst>
          </p:cNvPr>
          <p:cNvSpPr txBox="1"/>
          <p:nvPr/>
        </p:nvSpPr>
        <p:spPr>
          <a:xfrm>
            <a:off x="2910404" y="4292327"/>
            <a:ext cx="1300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" normalizeH="0" noProof="0" dirty="0">
                <a:ln w="12700">
                  <a:solidFill>
                    <a:srgbClr val="FFFFFF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40</a:t>
            </a:r>
            <a:r>
              <a:rPr kumimoji="0" lang="en-US" altLang="ko-KR" sz="2000" b="0" i="0" u="none" strike="noStrike" kern="1200" cap="none" spc="0" normalizeH="0" baseline="0" noProof="0" dirty="0">
                <a:ln w="12700">
                  <a:solidFill>
                    <a:srgbClr val="FFFFFF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%</a:t>
            </a:r>
            <a:endParaRPr kumimoji="0" lang="ko-KR" altLang="en-US" sz="2000" b="0" i="0" u="none" strike="noStrike" kern="1200" cap="none" spc="0" normalizeH="0" baseline="0" noProof="0" dirty="0">
              <a:ln w="12700">
                <a:solidFill>
                  <a:srgbClr val="FFFFFF"/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70069E61-4384-4A0D-9364-920DCEDDB99F}"/>
              </a:ext>
            </a:extLst>
          </p:cNvPr>
          <p:cNvSpPr txBox="1"/>
          <p:nvPr/>
        </p:nvSpPr>
        <p:spPr>
          <a:xfrm>
            <a:off x="5771119" y="4292327"/>
            <a:ext cx="1300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" normalizeH="0" noProof="0" dirty="0">
                <a:ln w="12700">
                  <a:solidFill>
                    <a:srgbClr val="FFFFFF"/>
                  </a:solidFill>
                </a:ln>
                <a:solidFill>
                  <a:schemeClr val="accent1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60</a:t>
            </a:r>
            <a:r>
              <a:rPr kumimoji="0" lang="en-US" altLang="ko-KR" sz="2000" b="0" i="0" u="none" strike="noStrike" kern="1200" cap="none" spc="-20" normalizeH="0" noProof="0" dirty="0">
                <a:ln w="12700">
                  <a:solidFill>
                    <a:srgbClr val="FFFFFF"/>
                  </a:solidFill>
                </a:ln>
                <a:solidFill>
                  <a:schemeClr val="accent1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%</a:t>
            </a:r>
            <a:endParaRPr kumimoji="0" lang="ko-KR" altLang="en-US" sz="2400" b="0" i="0" u="none" strike="noStrike" kern="1200" cap="none" spc="-20" normalizeH="0" noProof="0" dirty="0">
              <a:ln w="12700">
                <a:solidFill>
                  <a:srgbClr val="FFFFFF"/>
                </a:solidFill>
              </a:ln>
              <a:solidFill>
                <a:schemeClr val="accent1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26" name="Down Arrow 4">
            <a:extLst>
              <a:ext uri="{FF2B5EF4-FFF2-40B4-BE49-F238E27FC236}">
                <a16:creationId xmlns="" xmlns:a16="http://schemas.microsoft.com/office/drawing/2014/main" id="{0FF95C47-F294-4577-B6B2-E48BDBB6944F}"/>
              </a:ext>
            </a:extLst>
          </p:cNvPr>
          <p:cNvSpPr/>
          <p:nvPr/>
        </p:nvSpPr>
        <p:spPr>
          <a:xfrm>
            <a:off x="4075769" y="4292327"/>
            <a:ext cx="529985" cy="654651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7" name="Down Arrow 45">
            <a:extLst>
              <a:ext uri="{FF2B5EF4-FFF2-40B4-BE49-F238E27FC236}">
                <a16:creationId xmlns="" xmlns:a16="http://schemas.microsoft.com/office/drawing/2014/main" id="{C5EA9120-3083-4BDB-8BF7-87BEE904A6DA}"/>
              </a:ext>
            </a:extLst>
          </p:cNvPr>
          <p:cNvSpPr/>
          <p:nvPr/>
        </p:nvSpPr>
        <p:spPr>
          <a:xfrm rot="10800000">
            <a:off x="5326097" y="4292327"/>
            <a:ext cx="529985" cy="654651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28" name="Group 46">
            <a:extLst>
              <a:ext uri="{FF2B5EF4-FFF2-40B4-BE49-F238E27FC236}">
                <a16:creationId xmlns="" xmlns:a16="http://schemas.microsoft.com/office/drawing/2014/main" id="{FACAF1D0-C2A5-4E4C-BCD5-61291A68733D}"/>
              </a:ext>
            </a:extLst>
          </p:cNvPr>
          <p:cNvGrpSpPr/>
          <p:nvPr/>
        </p:nvGrpSpPr>
        <p:grpSpPr>
          <a:xfrm>
            <a:off x="907985" y="4264065"/>
            <a:ext cx="1928437" cy="785040"/>
            <a:chOff x="3131840" y="2220253"/>
            <a:chExt cx="3096344" cy="785040"/>
          </a:xfrm>
        </p:grpSpPr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3CA8F676-65DB-4FFC-A5C2-B76CE35F3615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noProof="0" dirty="0" smtClean="0">
                  <a:ln>
                    <a:noFill/>
                  </a:ln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</a:t>
              </a:r>
              <a:endParaRPr kumimoji="0" lang="ko-KR" altLang="en-US" sz="1200" b="0" i="0" u="none" strike="noStrike" kern="1200" cap="none" spc="-20" normalizeH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="" xmlns:a16="http://schemas.microsoft.com/office/drawing/2014/main" id="{3C93312F-B3A2-4061-9763-95FE28BF06A0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-20" normalizeH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200" b="0" i="0" u="none" strike="noStrike" kern="1200" cap="none" spc="-20" normalizeH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-20" normalizeH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200" b="0" i="0" u="none" strike="noStrike" kern="1200" cap="none" spc="-20" normalizeH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sp>
        <p:nvSpPr>
          <p:cNvPr id="34" name="Rectangle 52">
            <a:extLst>
              <a:ext uri="{FF2B5EF4-FFF2-40B4-BE49-F238E27FC236}">
                <a16:creationId xmlns="" xmlns:a16="http://schemas.microsoft.com/office/drawing/2014/main" id="{9EFFFED3-2A63-4429-B9A3-5244959C8021}"/>
              </a:ext>
            </a:extLst>
          </p:cNvPr>
          <p:cNvSpPr/>
          <p:nvPr/>
        </p:nvSpPr>
        <p:spPr>
          <a:xfrm>
            <a:off x="829276" y="5118538"/>
            <a:ext cx="3767379" cy="1074815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35" name="Group 53">
            <a:extLst>
              <a:ext uri="{FF2B5EF4-FFF2-40B4-BE49-F238E27FC236}">
                <a16:creationId xmlns="" xmlns:a16="http://schemas.microsoft.com/office/drawing/2014/main" id="{03414F14-4959-449A-AB0D-DD1068C68B8F}"/>
              </a:ext>
            </a:extLst>
          </p:cNvPr>
          <p:cNvGrpSpPr/>
          <p:nvPr/>
        </p:nvGrpSpPr>
        <p:grpSpPr>
          <a:xfrm>
            <a:off x="833840" y="5317980"/>
            <a:ext cx="3758250" cy="749796"/>
            <a:chOff x="2079598" y="4287457"/>
            <a:chExt cx="2262901" cy="749796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95221082-D7F3-40EB-A360-C9480DDF015A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</a:t>
              </a: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입력하세요 </a:t>
              </a:r>
              <a:r>
                <a:rPr kumimoji="1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</a:t>
              </a: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입력하세요 </a:t>
              </a:r>
              <a:r>
                <a:rPr kumimoji="1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</a:t>
              </a:r>
              <a:r>
                <a:rPr kumimoji="1" lang="ko-KR" altLang="en-US" sz="1200" b="0" i="0" u="none" strike="noStrike" kern="1200" cap="none" spc="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입력하세요</a:t>
              </a:r>
              <a:endParaRPr kumimoji="1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C7D3CAC5-B45B-4EFD-9C42-CB9737DBB2C3}"/>
                </a:ext>
              </a:extLst>
            </p:cNvPr>
            <p:cNvSpPr txBox="1"/>
            <p:nvPr/>
          </p:nvSpPr>
          <p:spPr>
            <a:xfrm>
              <a:off x="2079598" y="4287457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입력하세요 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sp>
        <p:nvSpPr>
          <p:cNvPr id="42" name="Rectangle 52">
            <a:extLst>
              <a:ext uri="{FF2B5EF4-FFF2-40B4-BE49-F238E27FC236}">
                <a16:creationId xmlns="" xmlns:a16="http://schemas.microsoft.com/office/drawing/2014/main" id="{9EFFFED3-2A63-4429-B9A3-5244959C8021}"/>
              </a:ext>
            </a:extLst>
          </p:cNvPr>
          <p:cNvSpPr/>
          <p:nvPr/>
        </p:nvSpPr>
        <p:spPr>
          <a:xfrm>
            <a:off x="5326096" y="5118538"/>
            <a:ext cx="3767379" cy="10748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43" name="Group 53">
            <a:extLst>
              <a:ext uri="{FF2B5EF4-FFF2-40B4-BE49-F238E27FC236}">
                <a16:creationId xmlns="" xmlns:a16="http://schemas.microsoft.com/office/drawing/2014/main" id="{03414F14-4959-449A-AB0D-DD1068C68B8F}"/>
              </a:ext>
            </a:extLst>
          </p:cNvPr>
          <p:cNvGrpSpPr/>
          <p:nvPr/>
        </p:nvGrpSpPr>
        <p:grpSpPr>
          <a:xfrm>
            <a:off x="5330660" y="5317980"/>
            <a:ext cx="3758250" cy="749796"/>
            <a:chOff x="2079598" y="4287457"/>
            <a:chExt cx="2262901" cy="749796"/>
          </a:xfrm>
        </p:grpSpPr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95221082-D7F3-40EB-A360-C9480DDF015A}"/>
                </a:ext>
              </a:extLst>
            </p:cNvPr>
            <p:cNvSpPr txBox="1"/>
            <p:nvPr/>
          </p:nvSpPr>
          <p:spPr>
            <a:xfrm>
              <a:off x="2079598" y="4501722"/>
              <a:ext cx="2262901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텍스트를 입력하세요 텍스트를 입력하세요 텍스트를 입력하세요</a:t>
              </a:r>
              <a:endParaRPr kumimoji="1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C7D3CAC5-B45B-4EFD-9C42-CB9737DBB2C3}"/>
                </a:ext>
              </a:extLst>
            </p:cNvPr>
            <p:cNvSpPr txBox="1"/>
            <p:nvPr/>
          </p:nvSpPr>
          <p:spPr>
            <a:xfrm>
              <a:off x="2079598" y="4287457"/>
              <a:ext cx="22629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입력하세요 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="" xmlns:a16="http://schemas.microsoft.com/office/drawing/2014/main" id="{FACAF1D0-C2A5-4E4C-BCD5-61291A68733D}"/>
              </a:ext>
            </a:extLst>
          </p:cNvPr>
          <p:cNvGrpSpPr/>
          <p:nvPr/>
        </p:nvGrpSpPr>
        <p:grpSpPr>
          <a:xfrm>
            <a:off x="7093340" y="4264065"/>
            <a:ext cx="1928437" cy="785040"/>
            <a:chOff x="3131840" y="2220253"/>
            <a:chExt cx="3096344" cy="785040"/>
          </a:xfrm>
        </p:grpSpPr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3CA8F676-65DB-4FFC-A5C2-B76CE35F3615}"/>
                </a:ext>
              </a:extLst>
            </p:cNvPr>
            <p:cNvSpPr txBox="1"/>
            <p:nvPr/>
          </p:nvSpPr>
          <p:spPr>
            <a:xfrm>
              <a:off x="3131840" y="2220253"/>
              <a:ext cx="309634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noProof="0" smtClean="0">
                  <a:ln>
                    <a:noFill/>
                  </a:ln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</a:t>
              </a:r>
              <a:endParaRPr kumimoji="0" lang="ko-KR" altLang="en-US" sz="1200" b="0" i="0" u="none" strike="noStrike" kern="1200" cap="none" spc="-20" normalizeH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="" xmlns:a16="http://schemas.microsoft.com/office/drawing/2014/main" id="{3C93312F-B3A2-4061-9763-95FE28BF06A0}"/>
                </a:ext>
              </a:extLst>
            </p:cNvPr>
            <p:cNvSpPr txBox="1"/>
            <p:nvPr/>
          </p:nvSpPr>
          <p:spPr>
            <a:xfrm>
              <a:off x="3131840" y="2469762"/>
              <a:ext cx="3096344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-20" normalizeH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200" b="0" i="0" u="none" strike="noStrike" kern="1200" cap="none" spc="-20" normalizeH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l" defTabSz="1138238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-20" normalizeH="0" noProof="0" dirty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1" lang="en-US" altLang="ko-KR" sz="1200" b="0" i="0" u="none" strike="noStrike" kern="1200" cap="none" spc="-20" normalizeH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pic>
        <p:nvPicPr>
          <p:cNvPr id="56" name="그림 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197" y="2053919"/>
            <a:ext cx="1078657" cy="1078657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59" y="2039845"/>
            <a:ext cx="1106688" cy="1106688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430" y="2169433"/>
            <a:ext cx="864846" cy="864846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81" y="2160622"/>
            <a:ext cx="874451" cy="87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3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3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제목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Rectangle 28">
            <a:extLst>
              <a:ext uri="{FF2B5EF4-FFF2-40B4-BE49-F238E27FC236}">
                <a16:creationId xmlns="" xmlns:a16="http://schemas.microsoft.com/office/drawing/2014/main" id="{B520DBA5-CCF9-43BA-AEE6-7FB41E0FD386}"/>
              </a:ext>
            </a:extLst>
          </p:cNvPr>
          <p:cNvSpPr/>
          <p:nvPr/>
        </p:nvSpPr>
        <p:spPr>
          <a:xfrm>
            <a:off x="1716149" y="2173225"/>
            <a:ext cx="2940146" cy="186081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9" name="Group 29">
            <a:extLst>
              <a:ext uri="{FF2B5EF4-FFF2-40B4-BE49-F238E27FC236}">
                <a16:creationId xmlns="" xmlns:a16="http://schemas.microsoft.com/office/drawing/2014/main" id="{3E7FCDA1-8591-4E46-93C6-789E5C7FD002}"/>
              </a:ext>
            </a:extLst>
          </p:cNvPr>
          <p:cNvGrpSpPr/>
          <p:nvPr/>
        </p:nvGrpSpPr>
        <p:grpSpPr>
          <a:xfrm>
            <a:off x="1822713" y="2923528"/>
            <a:ext cx="2727020" cy="853371"/>
            <a:chOff x="686968" y="2662255"/>
            <a:chExt cx="2203975" cy="853371"/>
          </a:xfrm>
        </p:grpSpPr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42508F79-E0C0-4010-B8CA-E91D5403B6F0}"/>
                </a:ext>
              </a:extLst>
            </p:cNvPr>
            <p:cNvSpPr txBox="1"/>
            <p:nvPr/>
          </p:nvSpPr>
          <p:spPr>
            <a:xfrm>
              <a:off x="686968" y="2995547"/>
              <a:ext cx="2203975" cy="520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 spc="-20" dirty="0">
                  <a:ln>
                    <a:solidFill>
                      <a:srgbClr val="E6E6E6">
                        <a:alpha val="0"/>
                      </a:srgbClr>
                    </a:solidFill>
                  </a:ln>
                </a:rPr>
                <a:t>텍스트를 입력하세요 텍스트를 입력하세요 텍스트를 입력하세요 </a:t>
              </a:r>
              <a:endParaRPr lang="en-US" altLang="ko-KR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="" xmlns:a16="http://schemas.microsoft.com/office/drawing/2014/main" id="{DBE7A8B4-1A74-462A-A695-492CE79AD89E}"/>
                </a:ext>
              </a:extLst>
            </p:cNvPr>
            <p:cNvSpPr txBox="1"/>
            <p:nvPr/>
          </p:nvSpPr>
          <p:spPr>
            <a:xfrm>
              <a:off x="686968" y="2662255"/>
              <a:ext cx="2203975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</a:t>
              </a:r>
              <a:r>
                <a:rPr kumimoji="0" lang="en-US" altLang="ko-KR" sz="1400" b="0" i="0" u="none" strike="noStrike" kern="1200" cap="none" spc="-2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/Medium 14</a:t>
              </a:r>
              <a:r>
                <a:rPr lang="en-US" altLang="ko-KR" sz="1400" spc="-20" dirty="0" err="1" smtClean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pt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sp>
        <p:nvSpPr>
          <p:cNvPr id="12" name="Rectangle 32">
            <a:extLst>
              <a:ext uri="{FF2B5EF4-FFF2-40B4-BE49-F238E27FC236}">
                <a16:creationId xmlns="" xmlns:a16="http://schemas.microsoft.com/office/drawing/2014/main" id="{6AF875BC-C0BC-439F-A345-5CD517E097A8}"/>
              </a:ext>
            </a:extLst>
          </p:cNvPr>
          <p:cNvSpPr/>
          <p:nvPr/>
        </p:nvSpPr>
        <p:spPr>
          <a:xfrm>
            <a:off x="5258747" y="2173225"/>
            <a:ext cx="2940146" cy="1860814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Rectangle 34">
            <a:extLst>
              <a:ext uri="{FF2B5EF4-FFF2-40B4-BE49-F238E27FC236}">
                <a16:creationId xmlns="" xmlns:a16="http://schemas.microsoft.com/office/drawing/2014/main" id="{24BEC9B3-9938-4B84-9698-25D7BCA4B0BB}"/>
              </a:ext>
            </a:extLst>
          </p:cNvPr>
          <p:cNvSpPr/>
          <p:nvPr/>
        </p:nvSpPr>
        <p:spPr>
          <a:xfrm>
            <a:off x="1716149" y="4277256"/>
            <a:ext cx="2940146" cy="186081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" name="Rectangle 35">
            <a:extLst>
              <a:ext uri="{FF2B5EF4-FFF2-40B4-BE49-F238E27FC236}">
                <a16:creationId xmlns="" xmlns:a16="http://schemas.microsoft.com/office/drawing/2014/main" id="{AB89B9DD-0E07-4AB4-AD85-EA591EB6A29A}"/>
              </a:ext>
            </a:extLst>
          </p:cNvPr>
          <p:cNvSpPr/>
          <p:nvPr/>
        </p:nvSpPr>
        <p:spPr>
          <a:xfrm>
            <a:off x="5258747" y="4277256"/>
            <a:ext cx="2940146" cy="186081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5" name="Group 37">
            <a:extLst>
              <a:ext uri="{FF2B5EF4-FFF2-40B4-BE49-F238E27FC236}">
                <a16:creationId xmlns="" xmlns:a16="http://schemas.microsoft.com/office/drawing/2014/main" id="{BDFB501B-BAE3-4E7A-9702-C3898A6B130A}"/>
              </a:ext>
            </a:extLst>
          </p:cNvPr>
          <p:cNvGrpSpPr/>
          <p:nvPr/>
        </p:nvGrpSpPr>
        <p:grpSpPr>
          <a:xfrm>
            <a:off x="5365311" y="2923528"/>
            <a:ext cx="2727020" cy="853371"/>
            <a:chOff x="686968" y="2662255"/>
            <a:chExt cx="2203975" cy="853371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187E3748-AC04-4300-B135-239FBFFDC47E}"/>
                </a:ext>
              </a:extLst>
            </p:cNvPr>
            <p:cNvSpPr txBox="1"/>
            <p:nvPr/>
          </p:nvSpPr>
          <p:spPr>
            <a:xfrm>
              <a:off x="686968" y="2995547"/>
              <a:ext cx="2203975" cy="520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 spc="-20" dirty="0">
                  <a:ln>
                    <a:solidFill>
                      <a:srgbClr val="E6E6E6">
                        <a:alpha val="0"/>
                      </a:srgbClr>
                    </a:solidFill>
                  </a:ln>
                </a:rPr>
                <a:t>텍스트를 입력하세요 텍스트를 입력하세요 텍스트를 입력하세요 </a:t>
              </a:r>
              <a:endParaRPr lang="en-US" altLang="ko-KR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8F328B5F-A191-4B21-9FBE-E7933C4B97D2}"/>
                </a:ext>
              </a:extLst>
            </p:cNvPr>
            <p:cNvSpPr txBox="1"/>
            <p:nvPr/>
          </p:nvSpPr>
          <p:spPr>
            <a:xfrm>
              <a:off x="686968" y="2662255"/>
              <a:ext cx="2203975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1400" spc="-20" dirty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</a:t>
              </a:r>
              <a:r>
                <a:rPr lang="en-US" altLang="ko-KR" sz="1400" spc="-20" dirty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/Medium 14pt</a:t>
              </a:r>
              <a:endPara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18" name="Group 43">
            <a:extLst>
              <a:ext uri="{FF2B5EF4-FFF2-40B4-BE49-F238E27FC236}">
                <a16:creationId xmlns="" xmlns:a16="http://schemas.microsoft.com/office/drawing/2014/main" id="{7DAFCDB8-2DE3-4E87-8463-F380B14F1F46}"/>
              </a:ext>
            </a:extLst>
          </p:cNvPr>
          <p:cNvGrpSpPr/>
          <p:nvPr/>
        </p:nvGrpSpPr>
        <p:grpSpPr>
          <a:xfrm>
            <a:off x="1822713" y="4984153"/>
            <a:ext cx="2727020" cy="853371"/>
            <a:chOff x="686968" y="2662255"/>
            <a:chExt cx="2203975" cy="853371"/>
          </a:xfrm>
        </p:grpSpPr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66E52CFA-815C-4E9C-B3CC-3435066FE3CB}"/>
                </a:ext>
              </a:extLst>
            </p:cNvPr>
            <p:cNvSpPr txBox="1"/>
            <p:nvPr/>
          </p:nvSpPr>
          <p:spPr>
            <a:xfrm>
              <a:off x="686968" y="2995547"/>
              <a:ext cx="2203975" cy="520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 spc="-20" dirty="0">
                  <a:ln>
                    <a:solidFill>
                      <a:srgbClr val="E6E6E6">
                        <a:alpha val="0"/>
                      </a:srgbClr>
                    </a:solidFill>
                  </a:ln>
                </a:rPr>
                <a:t>텍스트를 입력하세요 텍스트를 입력하세요 텍스트를 입력하세요 </a:t>
              </a:r>
              <a:endParaRPr lang="en-US" altLang="ko-KR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="" xmlns:a16="http://schemas.microsoft.com/office/drawing/2014/main" id="{79FA2BBE-E4FC-45D7-B856-30D905277543}"/>
                </a:ext>
              </a:extLst>
            </p:cNvPr>
            <p:cNvSpPr txBox="1"/>
            <p:nvPr/>
          </p:nvSpPr>
          <p:spPr>
            <a:xfrm>
              <a:off x="686968" y="2662255"/>
              <a:ext cx="2203975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1400" spc="-20" dirty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</a:t>
              </a:r>
              <a:r>
                <a:rPr lang="en-US" altLang="ko-KR" sz="1400" spc="-20" dirty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/Medium 14pt</a:t>
              </a:r>
              <a:endPara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21" name="Group 46">
            <a:extLst>
              <a:ext uri="{FF2B5EF4-FFF2-40B4-BE49-F238E27FC236}">
                <a16:creationId xmlns="" xmlns:a16="http://schemas.microsoft.com/office/drawing/2014/main" id="{C2870965-863F-4078-BC7C-E2003C8F6820}"/>
              </a:ext>
            </a:extLst>
          </p:cNvPr>
          <p:cNvGrpSpPr/>
          <p:nvPr/>
        </p:nvGrpSpPr>
        <p:grpSpPr>
          <a:xfrm>
            <a:off x="5365311" y="4984153"/>
            <a:ext cx="2727020" cy="853371"/>
            <a:chOff x="686968" y="2662255"/>
            <a:chExt cx="2203975" cy="853371"/>
          </a:xfrm>
        </p:grpSpPr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FAD62E6E-65AF-4FD4-8159-496267447562}"/>
                </a:ext>
              </a:extLst>
            </p:cNvPr>
            <p:cNvSpPr txBox="1"/>
            <p:nvPr/>
          </p:nvSpPr>
          <p:spPr>
            <a:xfrm>
              <a:off x="686968" y="2995547"/>
              <a:ext cx="2203975" cy="520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 spc="-20" dirty="0">
                  <a:ln>
                    <a:solidFill>
                      <a:srgbClr val="E6E6E6">
                        <a:alpha val="0"/>
                      </a:srgbClr>
                    </a:solidFill>
                  </a:ln>
                </a:rPr>
                <a:t>텍스트를 입력하세요 텍스트를 입력하세요 텍스트를 입력하세요 </a:t>
              </a:r>
              <a:endParaRPr lang="en-US" altLang="ko-KR" sz="1200" spc="-20" dirty="0">
                <a:ln>
                  <a:solidFill>
                    <a:srgbClr val="E6E6E6">
                      <a:alpha val="0"/>
                    </a:srgbClr>
                  </a:solidFill>
                </a:ln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5B186CF9-50DD-426A-B2F7-DFDD4862F58A}"/>
                </a:ext>
              </a:extLst>
            </p:cNvPr>
            <p:cNvSpPr txBox="1"/>
            <p:nvPr/>
          </p:nvSpPr>
          <p:spPr>
            <a:xfrm>
              <a:off x="686968" y="2662255"/>
              <a:ext cx="2203975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1400" spc="-20" dirty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</a:t>
              </a:r>
              <a:r>
                <a:rPr lang="en-US" altLang="ko-KR" sz="1400" spc="-20" dirty="0"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/Medium 14pt</a:t>
              </a:r>
              <a:endParaRPr lang="ko-KR" altLang="en-US" sz="1400" spc="-20" dirty="0"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490" y="4148493"/>
            <a:ext cx="1078657" cy="107865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878" y="2078750"/>
            <a:ext cx="1106688" cy="110668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799" y="4255399"/>
            <a:ext cx="864846" cy="864846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594" y="2172186"/>
            <a:ext cx="874451" cy="87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1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8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="" xmlns:a16="http://schemas.microsoft.com/office/drawing/2014/main" id="{A50E20C8-139A-4770-B91C-0C1D4D6F96DC}"/>
              </a:ext>
            </a:extLst>
          </p:cNvPr>
          <p:cNvSpPr/>
          <p:nvPr/>
        </p:nvSpPr>
        <p:spPr>
          <a:xfrm>
            <a:off x="553586" y="2264453"/>
            <a:ext cx="4140000" cy="1485955"/>
          </a:xfrm>
          <a:prstGeom prst="roundRect">
            <a:avLst>
              <a:gd name="adj" fmla="val 10715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="" xmlns:a16="http://schemas.microsoft.com/office/drawing/2014/main" id="{013A8D5D-227C-4822-BCD5-895B925289E6}"/>
              </a:ext>
            </a:extLst>
          </p:cNvPr>
          <p:cNvSpPr/>
          <p:nvPr/>
        </p:nvSpPr>
        <p:spPr>
          <a:xfrm>
            <a:off x="5219775" y="2261839"/>
            <a:ext cx="4140000" cy="1485955"/>
          </a:xfrm>
          <a:prstGeom prst="roundRect">
            <a:avLst>
              <a:gd name="adj" fmla="val 10715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="" xmlns:a16="http://schemas.microsoft.com/office/drawing/2014/main" id="{AC5F6200-E288-4D24-86B0-8D20CF6CA146}"/>
              </a:ext>
            </a:extLst>
          </p:cNvPr>
          <p:cNvSpPr/>
          <p:nvPr/>
        </p:nvSpPr>
        <p:spPr>
          <a:xfrm>
            <a:off x="5219775" y="4481806"/>
            <a:ext cx="4140000" cy="1485955"/>
          </a:xfrm>
          <a:prstGeom prst="roundRect">
            <a:avLst>
              <a:gd name="adj" fmla="val 10715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Rounded Rectangle 5">
            <a:extLst>
              <a:ext uri="{FF2B5EF4-FFF2-40B4-BE49-F238E27FC236}">
                <a16:creationId xmlns="" xmlns:a16="http://schemas.microsoft.com/office/drawing/2014/main" id="{5ABD1E4E-1D79-48DD-989A-9C05771D82DB}"/>
              </a:ext>
            </a:extLst>
          </p:cNvPr>
          <p:cNvSpPr/>
          <p:nvPr/>
        </p:nvSpPr>
        <p:spPr>
          <a:xfrm>
            <a:off x="553586" y="4481806"/>
            <a:ext cx="4140000" cy="1485955"/>
          </a:xfrm>
          <a:prstGeom prst="roundRect">
            <a:avLst>
              <a:gd name="adj" fmla="val 10715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2" name="Group 6">
            <a:extLst>
              <a:ext uri="{FF2B5EF4-FFF2-40B4-BE49-F238E27FC236}">
                <a16:creationId xmlns="" xmlns:a16="http://schemas.microsoft.com/office/drawing/2014/main" id="{25529935-64B1-49E7-8A59-91EDF4AB65C4}"/>
              </a:ext>
            </a:extLst>
          </p:cNvPr>
          <p:cNvGrpSpPr/>
          <p:nvPr/>
        </p:nvGrpSpPr>
        <p:grpSpPr>
          <a:xfrm>
            <a:off x="4006697" y="3184064"/>
            <a:ext cx="1892605" cy="1904279"/>
            <a:chOff x="3601392" y="2821184"/>
            <a:chExt cx="1932544" cy="1944464"/>
          </a:xfrm>
          <a:solidFill>
            <a:schemeClr val="accent1"/>
          </a:solidFill>
        </p:grpSpPr>
        <p:sp>
          <p:nvSpPr>
            <p:cNvPr id="13" name="Pie 7">
              <a:extLst>
                <a:ext uri="{FF2B5EF4-FFF2-40B4-BE49-F238E27FC236}">
                  <a16:creationId xmlns="" xmlns:a16="http://schemas.microsoft.com/office/drawing/2014/main" id="{5B3D6A33-591C-4C9F-A3EB-9070E5C2A4C4}"/>
                </a:ext>
              </a:extLst>
            </p:cNvPr>
            <p:cNvSpPr/>
            <p:nvPr/>
          </p:nvSpPr>
          <p:spPr>
            <a:xfrm>
              <a:off x="3601392" y="2821184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4" name="Pie 8">
              <a:extLst>
                <a:ext uri="{FF2B5EF4-FFF2-40B4-BE49-F238E27FC236}">
                  <a16:creationId xmlns="" xmlns:a16="http://schemas.microsoft.com/office/drawing/2014/main" id="{ED02EDA0-68AB-4448-9262-F80622E8593C}"/>
                </a:ext>
              </a:extLst>
            </p:cNvPr>
            <p:cNvSpPr/>
            <p:nvPr/>
          </p:nvSpPr>
          <p:spPr>
            <a:xfrm rot="16200000">
              <a:off x="3601392" y="2893440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5" name="Pie 9">
              <a:extLst>
                <a:ext uri="{FF2B5EF4-FFF2-40B4-BE49-F238E27FC236}">
                  <a16:creationId xmlns="" xmlns:a16="http://schemas.microsoft.com/office/drawing/2014/main" id="{7EC6814E-DCC1-4999-B378-F6EC69541C51}"/>
                </a:ext>
              </a:extLst>
            </p:cNvPr>
            <p:cNvSpPr/>
            <p:nvPr/>
          </p:nvSpPr>
          <p:spPr>
            <a:xfrm flipH="1">
              <a:off x="3661728" y="2821184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6" name="Pie 10">
              <a:extLst>
                <a:ext uri="{FF2B5EF4-FFF2-40B4-BE49-F238E27FC236}">
                  <a16:creationId xmlns="" xmlns:a16="http://schemas.microsoft.com/office/drawing/2014/main" id="{DF5DBB64-5740-4429-8A6C-250ED5E186FF}"/>
                </a:ext>
              </a:extLst>
            </p:cNvPr>
            <p:cNvSpPr/>
            <p:nvPr/>
          </p:nvSpPr>
          <p:spPr>
            <a:xfrm rot="5400000" flipH="1">
              <a:off x="3661728" y="2893440"/>
              <a:ext cx="1872208" cy="1872208"/>
            </a:xfrm>
            <a:prstGeom prst="pie">
              <a:avLst>
                <a:gd name="adj1" fmla="val 10832722"/>
                <a:gd name="adj2" fmla="val 1620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17" name="Group 11">
            <a:extLst>
              <a:ext uri="{FF2B5EF4-FFF2-40B4-BE49-F238E27FC236}">
                <a16:creationId xmlns="" xmlns:a16="http://schemas.microsoft.com/office/drawing/2014/main" id="{EB309DDC-D31F-4617-94D6-EF3F966F9DEC}"/>
              </a:ext>
            </a:extLst>
          </p:cNvPr>
          <p:cNvGrpSpPr/>
          <p:nvPr/>
        </p:nvGrpSpPr>
        <p:grpSpPr>
          <a:xfrm>
            <a:off x="657714" y="2367834"/>
            <a:ext cx="3596112" cy="1231922"/>
            <a:chOff x="5600058" y="1446830"/>
            <a:chExt cx="2840830" cy="894913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89CA2503-C155-46B3-8919-28701A613D89}"/>
                </a:ext>
              </a:extLst>
            </p:cNvPr>
            <p:cNvSpPr txBox="1"/>
            <p:nvPr/>
          </p:nvSpPr>
          <p:spPr>
            <a:xfrm>
              <a:off x="5600060" y="1446830"/>
              <a:ext cx="2840828" cy="241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20" dirty="0" smtClean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철근 부문 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B164FDF7-96D3-4AAE-BF52-7D85CAB5667B}"/>
                </a:ext>
              </a:extLst>
            </p:cNvPr>
            <p:cNvSpPr txBox="1"/>
            <p:nvPr/>
          </p:nvSpPr>
          <p:spPr>
            <a:xfrm>
              <a:off x="5600058" y="1630759"/>
              <a:ext cx="2840828" cy="71098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14306" marR="0" lvl="0" indent="-114306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452"/>
                </a:buClr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</a:t>
              </a: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입력하세요</a:t>
              </a: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 텍스트를 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grpSp>
        <p:nvGrpSpPr>
          <p:cNvPr id="35" name="Group 11">
            <a:extLst>
              <a:ext uri="{FF2B5EF4-FFF2-40B4-BE49-F238E27FC236}">
                <a16:creationId xmlns="" xmlns:a16="http://schemas.microsoft.com/office/drawing/2014/main" id="{EB309DDC-D31F-4617-94D6-EF3F966F9DEC}"/>
              </a:ext>
            </a:extLst>
          </p:cNvPr>
          <p:cNvGrpSpPr/>
          <p:nvPr/>
        </p:nvGrpSpPr>
        <p:grpSpPr>
          <a:xfrm>
            <a:off x="657714" y="4634546"/>
            <a:ext cx="3596112" cy="1231923"/>
            <a:chOff x="5600058" y="1446830"/>
            <a:chExt cx="2840830" cy="894914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89CA2503-C155-46B3-8919-28701A613D89}"/>
                </a:ext>
              </a:extLst>
            </p:cNvPr>
            <p:cNvSpPr txBox="1"/>
            <p:nvPr/>
          </p:nvSpPr>
          <p:spPr>
            <a:xfrm>
              <a:off x="5600060" y="1446830"/>
              <a:ext cx="2840828" cy="241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ko-KR" altLang="en-US" sz="1400" spc="-20" dirty="0" err="1" smtClean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후판</a:t>
              </a:r>
              <a:r>
                <a:rPr lang="ko-KR" altLang="en-US" sz="1400" spc="-20" dirty="0" smtClean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부문 </a:t>
              </a:r>
              <a:endParaRPr lang="ko-KR" altLang="en-US" sz="140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B164FDF7-96D3-4AAE-BF52-7D85CAB5667B}"/>
                </a:ext>
              </a:extLst>
            </p:cNvPr>
            <p:cNvSpPr txBox="1"/>
            <p:nvPr/>
          </p:nvSpPr>
          <p:spPr>
            <a:xfrm>
              <a:off x="5600058" y="1630759"/>
              <a:ext cx="2840828" cy="7109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14306" marR="0" lvl="0" indent="-114306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452"/>
                </a:buClr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grpSp>
        <p:nvGrpSpPr>
          <p:cNvPr id="38" name="Group 11">
            <a:extLst>
              <a:ext uri="{FF2B5EF4-FFF2-40B4-BE49-F238E27FC236}">
                <a16:creationId xmlns="" xmlns:a16="http://schemas.microsoft.com/office/drawing/2014/main" id="{EB309DDC-D31F-4617-94D6-EF3F966F9DEC}"/>
              </a:ext>
            </a:extLst>
          </p:cNvPr>
          <p:cNvGrpSpPr/>
          <p:nvPr/>
        </p:nvGrpSpPr>
        <p:grpSpPr>
          <a:xfrm>
            <a:off x="5652173" y="2367833"/>
            <a:ext cx="3596112" cy="1231923"/>
            <a:chOff x="5600058" y="1446830"/>
            <a:chExt cx="2840830" cy="894914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89CA2503-C155-46B3-8919-28701A613D89}"/>
                </a:ext>
              </a:extLst>
            </p:cNvPr>
            <p:cNvSpPr txBox="1"/>
            <p:nvPr/>
          </p:nvSpPr>
          <p:spPr>
            <a:xfrm>
              <a:off x="5600060" y="1446830"/>
              <a:ext cx="2840828" cy="241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ko-KR" altLang="en-US" sz="1400" spc="-20" dirty="0" smtClean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냉연 부문 </a:t>
              </a:r>
              <a:endParaRPr lang="ko-KR" altLang="en-US" sz="140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B164FDF7-96D3-4AAE-BF52-7D85CAB5667B}"/>
                </a:ext>
              </a:extLst>
            </p:cNvPr>
            <p:cNvSpPr txBox="1"/>
            <p:nvPr/>
          </p:nvSpPr>
          <p:spPr>
            <a:xfrm>
              <a:off x="5600058" y="1630759"/>
              <a:ext cx="2840828" cy="7109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14306" marR="0" lvl="0" indent="-114306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452"/>
                </a:buClr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grpSp>
        <p:nvGrpSpPr>
          <p:cNvPr id="41" name="Group 11">
            <a:extLst>
              <a:ext uri="{FF2B5EF4-FFF2-40B4-BE49-F238E27FC236}">
                <a16:creationId xmlns="" xmlns:a16="http://schemas.microsoft.com/office/drawing/2014/main" id="{EB309DDC-D31F-4617-94D6-EF3F966F9DEC}"/>
              </a:ext>
            </a:extLst>
          </p:cNvPr>
          <p:cNvGrpSpPr/>
          <p:nvPr/>
        </p:nvGrpSpPr>
        <p:grpSpPr>
          <a:xfrm>
            <a:off x="5652173" y="4634546"/>
            <a:ext cx="3596112" cy="1231923"/>
            <a:chOff x="5600058" y="1446830"/>
            <a:chExt cx="2840830" cy="894914"/>
          </a:xfrm>
        </p:grpSpPr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89CA2503-C155-46B3-8919-28701A613D89}"/>
                </a:ext>
              </a:extLst>
            </p:cNvPr>
            <p:cNvSpPr txBox="1"/>
            <p:nvPr/>
          </p:nvSpPr>
          <p:spPr>
            <a:xfrm>
              <a:off x="5600060" y="1446830"/>
              <a:ext cx="2840828" cy="2417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spAutoFit/>
            </a:bodyPr>
            <a:lstStyle/>
            <a:p>
              <a:pPr lvl="0">
                <a:lnSpc>
                  <a:spcPct val="120000"/>
                </a:lnSpc>
                <a:defRPr/>
              </a:pPr>
              <a:r>
                <a:rPr lang="ko-KR" altLang="en-US" sz="1400" spc="-20" dirty="0" err="1" smtClean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형강</a:t>
              </a:r>
              <a:r>
                <a:rPr lang="ko-KR" altLang="en-US" sz="1400" spc="-20" dirty="0" smtClean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부문 </a:t>
              </a:r>
              <a:endParaRPr lang="ko-KR" altLang="en-US" sz="140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B164FDF7-96D3-4AAE-BF52-7D85CAB5667B}"/>
                </a:ext>
              </a:extLst>
            </p:cNvPr>
            <p:cNvSpPr txBox="1"/>
            <p:nvPr/>
          </p:nvSpPr>
          <p:spPr>
            <a:xfrm>
              <a:off x="5600058" y="1630759"/>
              <a:ext cx="2840828" cy="7109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14306" marR="0" lvl="0" indent="-114306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2452"/>
                </a:buClr>
                <a:buSzTx/>
                <a:buFont typeface="Arial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텍스트를 입력하세요 텍스트를 입력하세요 텍스트를 입력하세요 텍스트를 입력하세요 텍스트를 입력하세요 텍스트를 입력하세요 텍스트를 입력하세요 텍스트를 입력하세요 텍스트를 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pic>
        <p:nvPicPr>
          <p:cNvPr id="33" name="그림 3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694" y="3981405"/>
            <a:ext cx="1078657" cy="1078657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43" y="3191928"/>
            <a:ext cx="1106688" cy="1106688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835" y="4083203"/>
            <a:ext cx="864846" cy="864846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710" y="3320209"/>
            <a:ext cx="874451" cy="87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8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Table 4">
            <a:extLst>
              <a:ext uri="{FF2B5EF4-FFF2-40B4-BE49-F238E27FC236}">
                <a16:creationId xmlns="" xmlns:a16="http://schemas.microsoft.com/office/drawing/2014/main" id="{E87EA618-73AA-49AC-B2A5-4A0B20D2F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057411"/>
              </p:ext>
            </p:extLst>
          </p:nvPr>
        </p:nvGraphicFramePr>
        <p:xfrm>
          <a:off x="456066" y="1986932"/>
          <a:ext cx="9051472" cy="4112432"/>
        </p:xfrm>
        <a:graphic>
          <a:graphicData uri="http://schemas.openxmlformats.org/drawingml/2006/table">
            <a:tbl>
              <a:tblPr firstRow="1" bandRow="1"/>
              <a:tblGrid>
                <a:gridCol w="22628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6286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2628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6286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783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spc="-20" baseline="0" dirty="0" smtClean="0">
                          <a:solidFill>
                            <a:schemeClr val="bg2"/>
                          </a:solidFill>
                          <a:latin typeface="본고딕 Bold" panose="020B0800000000000000" pitchFamily="34" charset="-127"/>
                          <a:ea typeface="본고딕 Bold" panose="020B0800000000000000" pitchFamily="34" charset="-127"/>
                          <a:cs typeface="Arial" pitchFamily="34" charset="0"/>
                        </a:rPr>
                        <a:t>01</a:t>
                      </a:r>
                      <a:endParaRPr lang="ko-KR" altLang="en-US" sz="2000" b="0" spc="-20" baseline="0" dirty="0">
                        <a:solidFill>
                          <a:schemeClr val="bg2"/>
                        </a:solidFill>
                        <a:latin typeface="본고딕 Bold" panose="020B0800000000000000" pitchFamily="34" charset="-127"/>
                        <a:ea typeface="본고딕 Bold" panose="020B08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spc="-20" baseline="0" dirty="0" smtClean="0">
                          <a:solidFill>
                            <a:srgbClr val="B7D0D4"/>
                          </a:solidFill>
                          <a:latin typeface="본고딕 Bold" panose="020B0800000000000000" pitchFamily="34" charset="-127"/>
                          <a:ea typeface="본고딕 Bold" panose="020B0800000000000000" pitchFamily="34" charset="-127"/>
                          <a:cs typeface="Arial" pitchFamily="34" charset="0"/>
                        </a:rPr>
                        <a:t>02</a:t>
                      </a:r>
                      <a:endParaRPr lang="ko-KR" altLang="en-US" sz="2000" b="0" spc="-20" baseline="0" dirty="0">
                        <a:solidFill>
                          <a:srgbClr val="B7D0D4"/>
                        </a:solidFill>
                        <a:latin typeface="본고딕 Bold" panose="020B0800000000000000" pitchFamily="34" charset="-127"/>
                        <a:ea typeface="본고딕 Bold" panose="020B08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spc="-20" baseline="0" dirty="0" smtClean="0">
                          <a:solidFill>
                            <a:srgbClr val="8DA5BD"/>
                          </a:solidFill>
                          <a:latin typeface="본고딕 Bold" panose="020B0800000000000000" pitchFamily="34" charset="-127"/>
                          <a:ea typeface="본고딕 Bold" panose="020B0800000000000000" pitchFamily="34" charset="-127"/>
                          <a:cs typeface="Arial" pitchFamily="34" charset="0"/>
                        </a:rPr>
                        <a:t>03</a:t>
                      </a:r>
                      <a:endParaRPr lang="ko-KR" altLang="en-US" sz="2000" b="0" spc="-20" baseline="0" dirty="0">
                        <a:solidFill>
                          <a:srgbClr val="8DA5BD"/>
                        </a:solidFill>
                        <a:latin typeface="본고딕 Bold" panose="020B0800000000000000" pitchFamily="34" charset="-127"/>
                        <a:ea typeface="본고딕 Bold" panose="020B08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ko-KR" sz="2000" b="0" spc="-20" baseline="0" dirty="0" smtClean="0">
                          <a:solidFill>
                            <a:schemeClr val="tx2"/>
                          </a:solidFill>
                          <a:latin typeface="본고딕 Bold" panose="020B0800000000000000" pitchFamily="34" charset="-127"/>
                          <a:ea typeface="본고딕 Bold" panose="020B0800000000000000" pitchFamily="34" charset="-127"/>
                          <a:cs typeface="Arial" pitchFamily="34" charset="0"/>
                        </a:rPr>
                        <a:t>04</a:t>
                      </a:r>
                      <a:endParaRPr lang="ko-KR" altLang="en-US" sz="2000" b="0" spc="-20" baseline="0" dirty="0">
                        <a:solidFill>
                          <a:schemeClr val="tx2"/>
                        </a:solidFill>
                        <a:latin typeface="본고딕 Bold" panose="020B0800000000000000" pitchFamily="34" charset="-127"/>
                        <a:ea typeface="본고딕 Bold" panose="020B08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857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007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20" baseline="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pitchFamily="34" charset="0"/>
                        </a:rPr>
                        <a:t>소제목</a:t>
                      </a:r>
                      <a:r>
                        <a:rPr lang="en-US" altLang="ko-KR" sz="1400" b="0" spc="-20" baseline="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pitchFamily="34" charset="0"/>
                        </a:rPr>
                        <a:t>/Medium 14pt</a:t>
                      </a:r>
                      <a:endParaRPr lang="ko-KR" altLang="en-US" sz="1400" b="0" spc="-20" baseline="0" dirty="0"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20" baseline="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pitchFamily="34" charset="0"/>
                        </a:rPr>
                        <a:t>소제목</a:t>
                      </a:r>
                      <a:r>
                        <a:rPr lang="en-US" altLang="ko-KR" sz="1400" b="0" spc="-20" baseline="0" dirty="0" smtClean="0"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pitchFamily="34" charset="0"/>
                        </a:rPr>
                        <a:t>/Medium 14pt</a:t>
                      </a:r>
                      <a:endParaRPr lang="ko-KR" altLang="en-US" sz="1400" b="0" spc="-20" baseline="0" dirty="0"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Aria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0D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spc="-2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0"/>
                        </a:rPr>
                        <a:t>소제목</a:t>
                      </a:r>
                      <a:r>
                        <a:rPr lang="en-US" altLang="ko-KR" sz="1400" b="0" spc="-20" baseline="0" dirty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Arial" pitchFamily="34" charset="0"/>
                        </a:rPr>
                        <a:t>/Medium 14pt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DA5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20" baseline="0" dirty="0" smtClean="0"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pitchFamily="34" charset="0"/>
                        </a:rPr>
                        <a:t>소제목</a:t>
                      </a:r>
                      <a:r>
                        <a:rPr lang="en-US" altLang="ko-KR" sz="1400" b="0" kern="1200" spc="-20" baseline="0" dirty="0" smtClean="0">
                          <a:solidFill>
                            <a:schemeClr val="bg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Arial" pitchFamily="34" charset="0"/>
                        </a:rPr>
                        <a:t>/Medium 14pt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7546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ko-KR" altLang="en-US" sz="12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108000" marR="108000" marT="180000" marB="180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ko-KR" altLang="en-US" sz="12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108000" marR="108000" marT="180000" marB="180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ko-KR" altLang="en-US" sz="12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108000" marR="108000" marT="180000" marB="180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 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en-US" altLang="ko-KR" sz="1200" b="0" i="0" u="none" strike="noStrike" kern="0" cap="none" spc="-20" normalizeH="0" baseline="0" noProof="0" dirty="0" smtClean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본고딕 Normal"/>
                        <a:ea typeface="본고딕 Normal"/>
                        <a:cs typeface="Arial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760"/>
                        </a:buClr>
                        <a:buSzTx/>
                        <a:buFont typeface="본고딕 Normal" panose="020B0400000000000000" pitchFamily="34" charset="-127"/>
                        <a:buChar char="‐"/>
                        <a:tabLst/>
                        <a:defRPr/>
                      </a:pPr>
                      <a:r>
                        <a:rPr kumimoji="0" lang="ko-KR" altLang="en-US" sz="1200" b="0" i="0" u="none" strike="noStrike" kern="0" cap="none" spc="-20" normalizeH="0" baseline="0" noProof="0" dirty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본고딕 Normal"/>
                          <a:ea typeface="본고딕 Normal"/>
                          <a:cs typeface="Arial" pitchFamily="34" charset="0"/>
                        </a:rPr>
                        <a:t>텍스트를 입력하세요</a:t>
                      </a:r>
                      <a:endParaRPr kumimoji="0" lang="ko-KR" altLang="en-US" sz="12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108000" marR="108000" marT="180000" marB="180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7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41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Right Arrow 5">
            <a:extLst>
              <a:ext uri="{FF2B5EF4-FFF2-40B4-BE49-F238E27FC236}">
                <a16:creationId xmlns="" xmlns:a16="http://schemas.microsoft.com/office/drawing/2014/main" id="{5AD17269-A77B-48D9-9179-59996B366CC3}"/>
              </a:ext>
            </a:extLst>
          </p:cNvPr>
          <p:cNvSpPr/>
          <p:nvPr/>
        </p:nvSpPr>
        <p:spPr>
          <a:xfrm>
            <a:off x="5916435" y="2293817"/>
            <a:ext cx="698780" cy="587871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="" xmlns:a16="http://schemas.microsoft.com/office/drawing/2014/main" id="{CD87455E-0BDF-4771-85AB-C16D2475133C}"/>
              </a:ext>
            </a:extLst>
          </p:cNvPr>
          <p:cNvSpPr/>
          <p:nvPr/>
        </p:nvSpPr>
        <p:spPr>
          <a:xfrm>
            <a:off x="3933666" y="2157292"/>
            <a:ext cx="1728000" cy="100811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="" xmlns:a16="http://schemas.microsoft.com/office/drawing/2014/main" id="{7C2FDE26-3ABE-49DF-AF03-E7DD61B24E36}"/>
              </a:ext>
            </a:extLst>
          </p:cNvPr>
          <p:cNvSpPr/>
          <p:nvPr/>
        </p:nvSpPr>
        <p:spPr>
          <a:xfrm>
            <a:off x="4174453" y="2850507"/>
            <a:ext cx="1800000" cy="3312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grpSp>
        <p:nvGrpSpPr>
          <p:cNvPr id="12" name="Group 7">
            <a:extLst>
              <a:ext uri="{FF2B5EF4-FFF2-40B4-BE49-F238E27FC236}">
                <a16:creationId xmlns="" xmlns:a16="http://schemas.microsoft.com/office/drawing/2014/main" id="{EB7B8AFF-AA43-4AAE-B78D-AA23A3BC9AFD}"/>
              </a:ext>
            </a:extLst>
          </p:cNvPr>
          <p:cNvGrpSpPr/>
          <p:nvPr/>
        </p:nvGrpSpPr>
        <p:grpSpPr>
          <a:xfrm>
            <a:off x="3954666" y="2267334"/>
            <a:ext cx="1673645" cy="514891"/>
            <a:chOff x="3233964" y="1911213"/>
            <a:chExt cx="1410044" cy="514891"/>
          </a:xfrm>
        </p:grpSpPr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299C2152-39BF-43F4-A3BD-398A3437B2C4}"/>
                </a:ext>
              </a:extLst>
            </p:cNvPr>
            <p:cNvSpPr txBox="1"/>
            <p:nvPr/>
          </p:nvSpPr>
          <p:spPr>
            <a:xfrm>
              <a:off x="3233964" y="1911213"/>
              <a:ext cx="1400519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1400" spc="-20" dirty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</a:t>
              </a:r>
              <a:r>
                <a:rPr lang="en-US" altLang="ko-KR" sz="1400" spc="-20" dirty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 14pt</a:t>
              </a:r>
              <a:endParaRPr lang="ko-KR" altLang="en-US" sz="1400" spc="-20" dirty="0">
                <a:solidFill>
                  <a:srgbClr val="16151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0183048B-AD01-4F0C-9168-AF30A685ABD4}"/>
                </a:ext>
              </a:extLst>
            </p:cNvPr>
            <p:cNvSpPr txBox="1"/>
            <p:nvPr/>
          </p:nvSpPr>
          <p:spPr>
            <a:xfrm>
              <a:off x="3243489" y="2127624"/>
              <a:ext cx="1400519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itchFamily="34" charset="0"/>
                </a:rPr>
                <a:t>텍스트를 입력하세요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</p:txBody>
        </p:sp>
      </p:grpSp>
      <p:sp>
        <p:nvSpPr>
          <p:cNvPr id="19" name="Rounded Rectangle 7">
            <a:extLst>
              <a:ext uri="{FF2B5EF4-FFF2-40B4-BE49-F238E27FC236}">
                <a16:creationId xmlns="" xmlns:a16="http://schemas.microsoft.com/office/drawing/2014/main" id="{3E6258F0-E042-4988-995C-A63BDD70E7AA}"/>
              </a:ext>
            </a:extLst>
          </p:cNvPr>
          <p:cNvSpPr/>
          <p:nvPr/>
        </p:nvSpPr>
        <p:spPr>
          <a:xfrm>
            <a:off x="6721621" y="2157292"/>
            <a:ext cx="1728000" cy="10081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="" xmlns:a16="http://schemas.microsoft.com/office/drawing/2014/main" id="{12249299-34A1-4713-9E97-58BDEE890A83}"/>
              </a:ext>
            </a:extLst>
          </p:cNvPr>
          <p:cNvSpPr/>
          <p:nvPr/>
        </p:nvSpPr>
        <p:spPr>
          <a:xfrm>
            <a:off x="6962408" y="2850507"/>
            <a:ext cx="1800000" cy="331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8BA2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E8E83234-B61F-45C2-9920-2932796D504C}"/>
              </a:ext>
            </a:extLst>
          </p:cNvPr>
          <p:cNvSpPr txBox="1"/>
          <p:nvPr/>
        </p:nvSpPr>
        <p:spPr>
          <a:xfrm>
            <a:off x="6748496" y="2276374"/>
            <a:ext cx="1662339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ko-KR" altLang="en-US" sz="140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  <a:endParaRPr lang="ko-KR" altLang="en-US" sz="1400" spc="-2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C838C361-650F-47EC-926E-3253B567C8C4}"/>
              </a:ext>
            </a:extLst>
          </p:cNvPr>
          <p:cNvSpPr txBox="1"/>
          <p:nvPr/>
        </p:nvSpPr>
        <p:spPr>
          <a:xfrm>
            <a:off x="6759802" y="2491579"/>
            <a:ext cx="1662339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6" name="Right Arrow 5">
            <a:extLst>
              <a:ext uri="{FF2B5EF4-FFF2-40B4-BE49-F238E27FC236}">
                <a16:creationId xmlns="" xmlns:a16="http://schemas.microsoft.com/office/drawing/2014/main" id="{CDC6CC8B-66DD-44C1-934D-98D4BF8C68D7}"/>
              </a:ext>
            </a:extLst>
          </p:cNvPr>
          <p:cNvSpPr/>
          <p:nvPr/>
        </p:nvSpPr>
        <p:spPr>
          <a:xfrm>
            <a:off x="3102089" y="2293817"/>
            <a:ext cx="698780" cy="587871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8" name="Rounded Rectangle 3">
            <a:extLst>
              <a:ext uri="{FF2B5EF4-FFF2-40B4-BE49-F238E27FC236}">
                <a16:creationId xmlns="" xmlns:a16="http://schemas.microsoft.com/office/drawing/2014/main" id="{83F53FE1-A62F-4792-83BC-EC13A20525F9}"/>
              </a:ext>
            </a:extLst>
          </p:cNvPr>
          <p:cNvSpPr/>
          <p:nvPr/>
        </p:nvSpPr>
        <p:spPr>
          <a:xfrm>
            <a:off x="1145711" y="2157292"/>
            <a:ext cx="1728000" cy="1008112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9" name="Rounded Rectangle 4">
            <a:extLst>
              <a:ext uri="{FF2B5EF4-FFF2-40B4-BE49-F238E27FC236}">
                <a16:creationId xmlns="" xmlns:a16="http://schemas.microsoft.com/office/drawing/2014/main" id="{605DDDF4-CEE0-4662-83EA-F6B554F22E8B}"/>
              </a:ext>
            </a:extLst>
          </p:cNvPr>
          <p:cNvSpPr/>
          <p:nvPr/>
        </p:nvSpPr>
        <p:spPr>
          <a:xfrm>
            <a:off x="1386498" y="2850507"/>
            <a:ext cx="1800000" cy="3312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 입력하세요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grpSp>
        <p:nvGrpSpPr>
          <p:cNvPr id="40" name="Group 13">
            <a:extLst>
              <a:ext uri="{FF2B5EF4-FFF2-40B4-BE49-F238E27FC236}">
                <a16:creationId xmlns="" xmlns:a16="http://schemas.microsoft.com/office/drawing/2014/main" id="{C0328F04-4B76-4E52-9DA2-0E76D5AF9817}"/>
              </a:ext>
            </a:extLst>
          </p:cNvPr>
          <p:cNvGrpSpPr/>
          <p:nvPr/>
        </p:nvGrpSpPr>
        <p:grpSpPr>
          <a:xfrm>
            <a:off x="1157743" y="2265064"/>
            <a:ext cx="1673646" cy="752515"/>
            <a:chOff x="3233964" y="1909969"/>
            <a:chExt cx="1410045" cy="752515"/>
          </a:xfrm>
        </p:grpSpPr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3FCE7B97-BA28-4D42-A850-A681AD12B88C}"/>
                </a:ext>
              </a:extLst>
            </p:cNvPr>
            <p:cNvSpPr txBox="1"/>
            <p:nvPr/>
          </p:nvSpPr>
          <p:spPr>
            <a:xfrm>
              <a:off x="3233964" y="1909969"/>
              <a:ext cx="1400519" cy="35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spc="-20" noProof="0" dirty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</a:t>
              </a:r>
              <a:r>
                <a:rPr lang="ko-KR" altLang="en-US" sz="1400" spc="-20" noProof="0" dirty="0" smtClean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제목</a:t>
              </a:r>
              <a:r>
                <a:rPr lang="en-US" altLang="ko-KR" sz="1400" spc="-20" noProof="0" dirty="0" smtClean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 14</a:t>
              </a:r>
              <a:r>
                <a:rPr lang="en-US" altLang="ko-KR" sz="1400" spc="-20" dirty="0" err="1" smtClean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pt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="" xmlns:a16="http://schemas.microsoft.com/office/drawing/2014/main" id="{52D04313-C7B3-45DC-98D9-8538E7E944F3}"/>
                </a:ext>
              </a:extLst>
            </p:cNvPr>
            <p:cNvSpPr txBox="1"/>
            <p:nvPr/>
          </p:nvSpPr>
          <p:spPr>
            <a:xfrm>
              <a:off x="3243490" y="2126953"/>
              <a:ext cx="1400519" cy="53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itchFamily="34" charset="0"/>
                </a:rPr>
                <a:t>텍스트를 입력하세요 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</p:txBody>
        </p:sp>
      </p:grp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5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97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9" name="Rectangle 5"/>
          <p:cNvSpPr>
            <a:spLocks noChangeArrowheads="1"/>
          </p:cNvSpPr>
          <p:nvPr/>
        </p:nvSpPr>
        <p:spPr bwMode="auto">
          <a:xfrm>
            <a:off x="7558369" y="4889775"/>
            <a:ext cx="1946275" cy="1131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0" name="Rectangle 6"/>
          <p:cNvSpPr>
            <a:spLocks noChangeArrowheads="1"/>
          </p:cNvSpPr>
          <p:nvPr/>
        </p:nvSpPr>
        <p:spPr bwMode="auto">
          <a:xfrm>
            <a:off x="7558369" y="3346725"/>
            <a:ext cx="1946275" cy="11350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1" name="Rectangle 7"/>
          <p:cNvSpPr>
            <a:spLocks noChangeArrowheads="1"/>
          </p:cNvSpPr>
          <p:nvPr/>
        </p:nvSpPr>
        <p:spPr bwMode="auto">
          <a:xfrm>
            <a:off x="7558369" y="1805263"/>
            <a:ext cx="1946275" cy="11350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2" name="Rectangle 8"/>
          <p:cNvSpPr>
            <a:spLocks noChangeArrowheads="1"/>
          </p:cNvSpPr>
          <p:nvPr/>
        </p:nvSpPr>
        <p:spPr bwMode="auto">
          <a:xfrm>
            <a:off x="2827530" y="4889775"/>
            <a:ext cx="1947863" cy="11318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3" name="Rectangle 9"/>
          <p:cNvSpPr>
            <a:spLocks noChangeArrowheads="1"/>
          </p:cNvSpPr>
          <p:nvPr/>
        </p:nvSpPr>
        <p:spPr bwMode="auto">
          <a:xfrm>
            <a:off x="2827530" y="3346725"/>
            <a:ext cx="1947863" cy="11350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4" name="Rectangle 10"/>
          <p:cNvSpPr>
            <a:spLocks noChangeArrowheads="1"/>
          </p:cNvSpPr>
          <p:nvPr/>
        </p:nvSpPr>
        <p:spPr bwMode="auto">
          <a:xfrm>
            <a:off x="2827530" y="1805263"/>
            <a:ext cx="1947863" cy="11350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00376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5" name="Freeform 11"/>
          <p:cNvSpPr>
            <a:spLocks/>
          </p:cNvSpPr>
          <p:nvPr/>
        </p:nvSpPr>
        <p:spPr bwMode="auto">
          <a:xfrm>
            <a:off x="620905" y="4889775"/>
            <a:ext cx="4154488" cy="1131888"/>
          </a:xfrm>
          <a:custGeom>
            <a:avLst/>
            <a:gdLst>
              <a:gd name="T0" fmla="*/ 0 w 2617"/>
              <a:gd name="T1" fmla="*/ 495 h 713"/>
              <a:gd name="T2" fmla="*/ 0 w 2617"/>
              <a:gd name="T3" fmla="*/ 713 h 713"/>
              <a:gd name="T4" fmla="*/ 2617 w 2617"/>
              <a:gd name="T5" fmla="*/ 713 h 713"/>
              <a:gd name="T6" fmla="*/ 2617 w 2617"/>
              <a:gd name="T7" fmla="*/ 0 h 713"/>
              <a:gd name="T8" fmla="*/ 0 w 2617"/>
              <a:gd name="T9" fmla="*/ 0 h 713"/>
              <a:gd name="T10" fmla="*/ 0 w 2617"/>
              <a:gd name="T11" fmla="*/ 217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17" h="713">
                <a:moveTo>
                  <a:pt x="0" y="495"/>
                </a:moveTo>
                <a:lnTo>
                  <a:pt x="0" y="713"/>
                </a:lnTo>
                <a:lnTo>
                  <a:pt x="2617" y="713"/>
                </a:lnTo>
                <a:lnTo>
                  <a:pt x="2617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 cap="flat">
            <a:solidFill>
              <a:schemeClr val="bg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6" name="Freeform 12"/>
          <p:cNvSpPr>
            <a:spLocks/>
          </p:cNvSpPr>
          <p:nvPr/>
        </p:nvSpPr>
        <p:spPr bwMode="auto">
          <a:xfrm>
            <a:off x="5351744" y="4889775"/>
            <a:ext cx="4152900" cy="1131888"/>
          </a:xfrm>
          <a:custGeom>
            <a:avLst/>
            <a:gdLst>
              <a:gd name="T0" fmla="*/ 0 w 2616"/>
              <a:gd name="T1" fmla="*/ 495 h 713"/>
              <a:gd name="T2" fmla="*/ 0 w 2616"/>
              <a:gd name="T3" fmla="*/ 713 h 713"/>
              <a:gd name="T4" fmla="*/ 2616 w 2616"/>
              <a:gd name="T5" fmla="*/ 713 h 713"/>
              <a:gd name="T6" fmla="*/ 2616 w 2616"/>
              <a:gd name="T7" fmla="*/ 0 h 713"/>
              <a:gd name="T8" fmla="*/ 0 w 2616"/>
              <a:gd name="T9" fmla="*/ 0 h 713"/>
              <a:gd name="T10" fmla="*/ 0 w 2616"/>
              <a:gd name="T11" fmla="*/ 217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16" h="713">
                <a:moveTo>
                  <a:pt x="0" y="495"/>
                </a:moveTo>
                <a:lnTo>
                  <a:pt x="0" y="713"/>
                </a:lnTo>
                <a:lnTo>
                  <a:pt x="2616" y="713"/>
                </a:lnTo>
                <a:lnTo>
                  <a:pt x="2616" y="0"/>
                </a:lnTo>
                <a:lnTo>
                  <a:pt x="0" y="0"/>
                </a:lnTo>
                <a:lnTo>
                  <a:pt x="0" y="217"/>
                </a:lnTo>
              </a:path>
            </a:pathLst>
          </a:custGeom>
          <a:noFill/>
          <a:ln w="9525" cap="flat">
            <a:solidFill>
              <a:schemeClr val="bg2"/>
            </a:solidFill>
            <a:prstDash val="solid"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7" name="Freeform 13"/>
          <p:cNvSpPr>
            <a:spLocks/>
          </p:cNvSpPr>
          <p:nvPr/>
        </p:nvSpPr>
        <p:spPr bwMode="auto">
          <a:xfrm>
            <a:off x="620905" y="3346725"/>
            <a:ext cx="4154488" cy="1135063"/>
          </a:xfrm>
          <a:custGeom>
            <a:avLst/>
            <a:gdLst>
              <a:gd name="T0" fmla="*/ 0 w 2617"/>
              <a:gd name="T1" fmla="*/ 496 h 715"/>
              <a:gd name="T2" fmla="*/ 0 w 2617"/>
              <a:gd name="T3" fmla="*/ 715 h 715"/>
              <a:gd name="T4" fmla="*/ 2617 w 2617"/>
              <a:gd name="T5" fmla="*/ 715 h 715"/>
              <a:gd name="T6" fmla="*/ 2617 w 2617"/>
              <a:gd name="T7" fmla="*/ 0 h 715"/>
              <a:gd name="T8" fmla="*/ 0 w 2617"/>
              <a:gd name="T9" fmla="*/ 0 h 715"/>
              <a:gd name="T10" fmla="*/ 0 w 2617"/>
              <a:gd name="T11" fmla="*/ 218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17" h="715">
                <a:moveTo>
                  <a:pt x="0" y="496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 cap="flat">
            <a:solidFill>
              <a:schemeClr val="bg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8" name="Freeform 14"/>
          <p:cNvSpPr>
            <a:spLocks/>
          </p:cNvSpPr>
          <p:nvPr/>
        </p:nvSpPr>
        <p:spPr bwMode="auto">
          <a:xfrm>
            <a:off x="5351744" y="3346725"/>
            <a:ext cx="4152900" cy="1135063"/>
          </a:xfrm>
          <a:custGeom>
            <a:avLst/>
            <a:gdLst>
              <a:gd name="T0" fmla="*/ 0 w 2616"/>
              <a:gd name="T1" fmla="*/ 496 h 715"/>
              <a:gd name="T2" fmla="*/ 0 w 2616"/>
              <a:gd name="T3" fmla="*/ 715 h 715"/>
              <a:gd name="T4" fmla="*/ 2616 w 2616"/>
              <a:gd name="T5" fmla="*/ 715 h 715"/>
              <a:gd name="T6" fmla="*/ 2616 w 2616"/>
              <a:gd name="T7" fmla="*/ 0 h 715"/>
              <a:gd name="T8" fmla="*/ 0 w 2616"/>
              <a:gd name="T9" fmla="*/ 0 h 715"/>
              <a:gd name="T10" fmla="*/ 0 w 2616"/>
              <a:gd name="T11" fmla="*/ 218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16" h="715">
                <a:moveTo>
                  <a:pt x="0" y="496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 cap="flat">
            <a:solidFill>
              <a:schemeClr val="tx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9" name="Freeform 15"/>
          <p:cNvSpPr>
            <a:spLocks/>
          </p:cNvSpPr>
          <p:nvPr/>
        </p:nvSpPr>
        <p:spPr bwMode="auto">
          <a:xfrm>
            <a:off x="620905" y="1805263"/>
            <a:ext cx="4154488" cy="1135063"/>
          </a:xfrm>
          <a:custGeom>
            <a:avLst/>
            <a:gdLst>
              <a:gd name="T0" fmla="*/ 0 w 2617"/>
              <a:gd name="T1" fmla="*/ 497 h 715"/>
              <a:gd name="T2" fmla="*/ 0 w 2617"/>
              <a:gd name="T3" fmla="*/ 715 h 715"/>
              <a:gd name="T4" fmla="*/ 2617 w 2617"/>
              <a:gd name="T5" fmla="*/ 715 h 715"/>
              <a:gd name="T6" fmla="*/ 2617 w 2617"/>
              <a:gd name="T7" fmla="*/ 0 h 715"/>
              <a:gd name="T8" fmla="*/ 0 w 2617"/>
              <a:gd name="T9" fmla="*/ 0 h 715"/>
              <a:gd name="T10" fmla="*/ 0 w 2617"/>
              <a:gd name="T11" fmla="*/ 218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17" h="715">
                <a:moveTo>
                  <a:pt x="0" y="497"/>
                </a:moveTo>
                <a:lnTo>
                  <a:pt x="0" y="715"/>
                </a:lnTo>
                <a:lnTo>
                  <a:pt x="2617" y="715"/>
                </a:lnTo>
                <a:lnTo>
                  <a:pt x="2617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 cap="flat">
            <a:solidFill>
              <a:schemeClr val="bg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00376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0" name="Freeform 16"/>
          <p:cNvSpPr>
            <a:spLocks/>
          </p:cNvSpPr>
          <p:nvPr/>
        </p:nvSpPr>
        <p:spPr bwMode="auto">
          <a:xfrm>
            <a:off x="5351744" y="1805263"/>
            <a:ext cx="4152900" cy="1135063"/>
          </a:xfrm>
          <a:custGeom>
            <a:avLst/>
            <a:gdLst>
              <a:gd name="T0" fmla="*/ 0 w 2616"/>
              <a:gd name="T1" fmla="*/ 497 h 715"/>
              <a:gd name="T2" fmla="*/ 0 w 2616"/>
              <a:gd name="T3" fmla="*/ 715 h 715"/>
              <a:gd name="T4" fmla="*/ 2616 w 2616"/>
              <a:gd name="T5" fmla="*/ 715 h 715"/>
              <a:gd name="T6" fmla="*/ 2616 w 2616"/>
              <a:gd name="T7" fmla="*/ 0 h 715"/>
              <a:gd name="T8" fmla="*/ 0 w 2616"/>
              <a:gd name="T9" fmla="*/ 0 h 715"/>
              <a:gd name="T10" fmla="*/ 0 w 2616"/>
              <a:gd name="T11" fmla="*/ 218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16" h="715">
                <a:moveTo>
                  <a:pt x="0" y="497"/>
                </a:moveTo>
                <a:lnTo>
                  <a:pt x="0" y="715"/>
                </a:lnTo>
                <a:lnTo>
                  <a:pt x="2616" y="715"/>
                </a:lnTo>
                <a:lnTo>
                  <a:pt x="2616" y="0"/>
                </a:lnTo>
                <a:lnTo>
                  <a:pt x="0" y="0"/>
                </a:lnTo>
                <a:lnTo>
                  <a:pt x="0" y="218"/>
                </a:lnTo>
              </a:path>
            </a:pathLst>
          </a:custGeom>
          <a:noFill/>
          <a:ln w="9525" cap="flat">
            <a:solidFill>
              <a:schemeClr val="bg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1" name="Freeform 17"/>
          <p:cNvSpPr>
            <a:spLocks noEditPoints="1"/>
          </p:cNvSpPr>
          <p:nvPr/>
        </p:nvSpPr>
        <p:spPr bwMode="auto">
          <a:xfrm>
            <a:off x="3249805" y="2246588"/>
            <a:ext cx="182563" cy="252413"/>
          </a:xfrm>
          <a:custGeom>
            <a:avLst/>
            <a:gdLst>
              <a:gd name="T0" fmla="*/ 54 w 77"/>
              <a:gd name="T1" fmla="*/ 40 h 106"/>
              <a:gd name="T2" fmla="*/ 70 w 77"/>
              <a:gd name="T3" fmla="*/ 7 h 106"/>
              <a:gd name="T4" fmla="*/ 77 w 77"/>
              <a:gd name="T5" fmla="*/ 7 h 106"/>
              <a:gd name="T6" fmla="*/ 77 w 77"/>
              <a:gd name="T7" fmla="*/ 0 h 106"/>
              <a:gd name="T8" fmla="*/ 0 w 77"/>
              <a:gd name="T9" fmla="*/ 0 h 106"/>
              <a:gd name="T10" fmla="*/ 0 w 77"/>
              <a:gd name="T11" fmla="*/ 7 h 106"/>
              <a:gd name="T12" fmla="*/ 6 w 77"/>
              <a:gd name="T13" fmla="*/ 7 h 106"/>
              <a:gd name="T14" fmla="*/ 22 w 77"/>
              <a:gd name="T15" fmla="*/ 40 h 106"/>
              <a:gd name="T16" fmla="*/ 29 w 77"/>
              <a:gd name="T17" fmla="*/ 50 h 106"/>
              <a:gd name="T18" fmla="*/ 29 w 77"/>
              <a:gd name="T19" fmla="*/ 56 h 106"/>
              <a:gd name="T20" fmla="*/ 22 w 77"/>
              <a:gd name="T21" fmla="*/ 66 h 106"/>
              <a:gd name="T22" fmla="*/ 6 w 77"/>
              <a:gd name="T23" fmla="*/ 99 h 106"/>
              <a:gd name="T24" fmla="*/ 0 w 77"/>
              <a:gd name="T25" fmla="*/ 99 h 106"/>
              <a:gd name="T26" fmla="*/ 0 w 77"/>
              <a:gd name="T27" fmla="*/ 106 h 106"/>
              <a:gd name="T28" fmla="*/ 77 w 77"/>
              <a:gd name="T29" fmla="*/ 106 h 106"/>
              <a:gd name="T30" fmla="*/ 77 w 77"/>
              <a:gd name="T31" fmla="*/ 99 h 106"/>
              <a:gd name="T32" fmla="*/ 70 w 77"/>
              <a:gd name="T33" fmla="*/ 99 h 106"/>
              <a:gd name="T34" fmla="*/ 54 w 77"/>
              <a:gd name="T35" fmla="*/ 66 h 106"/>
              <a:gd name="T36" fmla="*/ 48 w 77"/>
              <a:gd name="T37" fmla="*/ 56 h 106"/>
              <a:gd name="T38" fmla="*/ 48 w 77"/>
              <a:gd name="T39" fmla="*/ 50 h 106"/>
              <a:gd name="T40" fmla="*/ 54 w 77"/>
              <a:gd name="T41" fmla="*/ 40 h 106"/>
              <a:gd name="T42" fmla="*/ 49 w 77"/>
              <a:gd name="T43" fmla="*/ 71 h 106"/>
              <a:gd name="T44" fmla="*/ 63 w 77"/>
              <a:gd name="T45" fmla="*/ 99 h 106"/>
              <a:gd name="T46" fmla="*/ 14 w 77"/>
              <a:gd name="T47" fmla="*/ 99 h 106"/>
              <a:gd name="T48" fmla="*/ 28 w 77"/>
              <a:gd name="T49" fmla="*/ 71 h 106"/>
              <a:gd name="T50" fmla="*/ 36 w 77"/>
              <a:gd name="T51" fmla="*/ 56 h 106"/>
              <a:gd name="T52" fmla="*/ 36 w 77"/>
              <a:gd name="T53" fmla="*/ 50 h 106"/>
              <a:gd name="T54" fmla="*/ 28 w 77"/>
              <a:gd name="T55" fmla="*/ 35 h 106"/>
              <a:gd name="T56" fmla="*/ 14 w 77"/>
              <a:gd name="T57" fmla="*/ 7 h 106"/>
              <a:gd name="T58" fmla="*/ 63 w 77"/>
              <a:gd name="T59" fmla="*/ 7 h 106"/>
              <a:gd name="T60" fmla="*/ 49 w 77"/>
              <a:gd name="T61" fmla="*/ 35 h 106"/>
              <a:gd name="T62" fmla="*/ 41 w 77"/>
              <a:gd name="T63" fmla="*/ 50 h 106"/>
              <a:gd name="T64" fmla="*/ 41 w 77"/>
              <a:gd name="T65" fmla="*/ 56 h 106"/>
              <a:gd name="T66" fmla="*/ 49 w 77"/>
              <a:gd name="T67" fmla="*/ 71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" h="106">
                <a:moveTo>
                  <a:pt x="54" y="40"/>
                </a:moveTo>
                <a:cubicBezTo>
                  <a:pt x="61" y="33"/>
                  <a:pt x="69" y="23"/>
                  <a:pt x="70" y="7"/>
                </a:cubicBezTo>
                <a:cubicBezTo>
                  <a:pt x="77" y="7"/>
                  <a:pt x="77" y="7"/>
                  <a:pt x="77" y="7"/>
                </a:cubicBezTo>
                <a:cubicBezTo>
                  <a:pt x="77" y="0"/>
                  <a:pt x="77" y="0"/>
                  <a:pt x="7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"/>
                  <a:pt x="0" y="7"/>
                  <a:pt x="0" y="7"/>
                </a:cubicBezTo>
                <a:cubicBezTo>
                  <a:pt x="6" y="7"/>
                  <a:pt x="6" y="7"/>
                  <a:pt x="6" y="7"/>
                </a:cubicBezTo>
                <a:cubicBezTo>
                  <a:pt x="7" y="23"/>
                  <a:pt x="16" y="33"/>
                  <a:pt x="22" y="40"/>
                </a:cubicBezTo>
                <a:cubicBezTo>
                  <a:pt x="26" y="44"/>
                  <a:pt x="29" y="47"/>
                  <a:pt x="29" y="50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8"/>
                  <a:pt x="26" y="62"/>
                  <a:pt x="22" y="66"/>
                </a:cubicBezTo>
                <a:cubicBezTo>
                  <a:pt x="16" y="73"/>
                  <a:pt x="7" y="83"/>
                  <a:pt x="6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106"/>
                  <a:pt x="0" y="106"/>
                  <a:pt x="0" y="106"/>
                </a:cubicBezTo>
                <a:cubicBezTo>
                  <a:pt x="77" y="106"/>
                  <a:pt x="77" y="106"/>
                  <a:pt x="77" y="106"/>
                </a:cubicBezTo>
                <a:cubicBezTo>
                  <a:pt x="77" y="99"/>
                  <a:pt x="77" y="99"/>
                  <a:pt x="77" y="99"/>
                </a:cubicBezTo>
                <a:cubicBezTo>
                  <a:pt x="70" y="99"/>
                  <a:pt x="70" y="99"/>
                  <a:pt x="70" y="99"/>
                </a:cubicBezTo>
                <a:cubicBezTo>
                  <a:pt x="69" y="83"/>
                  <a:pt x="61" y="73"/>
                  <a:pt x="54" y="66"/>
                </a:cubicBezTo>
                <a:cubicBezTo>
                  <a:pt x="51" y="62"/>
                  <a:pt x="48" y="58"/>
                  <a:pt x="48" y="56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51" y="44"/>
                  <a:pt x="54" y="40"/>
                </a:cubicBezTo>
                <a:close/>
                <a:moveTo>
                  <a:pt x="49" y="71"/>
                </a:moveTo>
                <a:cubicBezTo>
                  <a:pt x="55" y="77"/>
                  <a:pt x="62" y="85"/>
                  <a:pt x="63" y="99"/>
                </a:cubicBezTo>
                <a:cubicBezTo>
                  <a:pt x="14" y="99"/>
                  <a:pt x="14" y="99"/>
                  <a:pt x="14" y="99"/>
                </a:cubicBezTo>
                <a:cubicBezTo>
                  <a:pt x="15" y="85"/>
                  <a:pt x="22" y="77"/>
                  <a:pt x="28" y="71"/>
                </a:cubicBezTo>
                <a:cubicBezTo>
                  <a:pt x="32" y="66"/>
                  <a:pt x="36" y="61"/>
                  <a:pt x="36" y="56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45"/>
                  <a:pt x="32" y="40"/>
                  <a:pt x="28" y="35"/>
                </a:cubicBezTo>
                <a:cubicBezTo>
                  <a:pt x="22" y="29"/>
                  <a:pt x="15" y="20"/>
                  <a:pt x="14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2" y="20"/>
                  <a:pt x="55" y="29"/>
                  <a:pt x="49" y="35"/>
                </a:cubicBezTo>
                <a:cubicBezTo>
                  <a:pt x="44" y="40"/>
                  <a:pt x="41" y="45"/>
                  <a:pt x="41" y="50"/>
                </a:cubicBezTo>
                <a:cubicBezTo>
                  <a:pt x="41" y="56"/>
                  <a:pt x="41" y="56"/>
                  <a:pt x="41" y="56"/>
                </a:cubicBezTo>
                <a:cubicBezTo>
                  <a:pt x="41" y="61"/>
                  <a:pt x="44" y="66"/>
                  <a:pt x="49" y="7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2" name="Freeform 18"/>
          <p:cNvSpPr>
            <a:spLocks/>
          </p:cNvSpPr>
          <p:nvPr/>
        </p:nvSpPr>
        <p:spPr bwMode="auto">
          <a:xfrm>
            <a:off x="3305367" y="2413275"/>
            <a:ext cx="69850" cy="49213"/>
          </a:xfrm>
          <a:custGeom>
            <a:avLst/>
            <a:gdLst>
              <a:gd name="T0" fmla="*/ 0 w 44"/>
              <a:gd name="T1" fmla="*/ 31 h 31"/>
              <a:gd name="T2" fmla="*/ 44 w 44"/>
              <a:gd name="T3" fmla="*/ 31 h 31"/>
              <a:gd name="T4" fmla="*/ 22 w 44"/>
              <a:gd name="T5" fmla="*/ 0 h 31"/>
              <a:gd name="T6" fmla="*/ 0 w 44"/>
              <a:gd name="T7" fmla="*/ 3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4" h="31">
                <a:moveTo>
                  <a:pt x="0" y="31"/>
                </a:moveTo>
                <a:lnTo>
                  <a:pt x="44" y="31"/>
                </a:lnTo>
                <a:lnTo>
                  <a:pt x="22" y="0"/>
                </a:lnTo>
                <a:lnTo>
                  <a:pt x="0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3" name="Freeform 19"/>
          <p:cNvSpPr>
            <a:spLocks noEditPoints="1"/>
          </p:cNvSpPr>
          <p:nvPr/>
        </p:nvSpPr>
        <p:spPr bwMode="auto">
          <a:xfrm>
            <a:off x="7886982" y="3797575"/>
            <a:ext cx="317500" cy="233363"/>
          </a:xfrm>
          <a:custGeom>
            <a:avLst/>
            <a:gdLst>
              <a:gd name="T0" fmla="*/ 134 w 134"/>
              <a:gd name="T1" fmla="*/ 45 h 98"/>
              <a:gd name="T2" fmla="*/ 134 w 134"/>
              <a:gd name="T3" fmla="*/ 44 h 98"/>
              <a:gd name="T4" fmla="*/ 117 w 134"/>
              <a:gd name="T5" fmla="*/ 10 h 98"/>
              <a:gd name="T6" fmla="*/ 117 w 134"/>
              <a:gd name="T7" fmla="*/ 10 h 98"/>
              <a:gd name="T8" fmla="*/ 117 w 134"/>
              <a:gd name="T9" fmla="*/ 3 h 98"/>
              <a:gd name="T10" fmla="*/ 73 w 134"/>
              <a:gd name="T11" fmla="*/ 3 h 98"/>
              <a:gd name="T12" fmla="*/ 67 w 134"/>
              <a:gd name="T13" fmla="*/ 0 h 98"/>
              <a:gd name="T14" fmla="*/ 61 w 134"/>
              <a:gd name="T15" fmla="*/ 3 h 98"/>
              <a:gd name="T16" fmla="*/ 18 w 134"/>
              <a:gd name="T17" fmla="*/ 3 h 98"/>
              <a:gd name="T18" fmla="*/ 18 w 134"/>
              <a:gd name="T19" fmla="*/ 10 h 98"/>
              <a:gd name="T20" fmla="*/ 18 w 134"/>
              <a:gd name="T21" fmla="*/ 10 h 98"/>
              <a:gd name="T22" fmla="*/ 1 w 134"/>
              <a:gd name="T23" fmla="*/ 44 h 98"/>
              <a:gd name="T24" fmla="*/ 1 w 134"/>
              <a:gd name="T25" fmla="*/ 45 h 98"/>
              <a:gd name="T26" fmla="*/ 0 w 134"/>
              <a:gd name="T27" fmla="*/ 45 h 98"/>
              <a:gd name="T28" fmla="*/ 20 w 134"/>
              <a:gd name="T29" fmla="*/ 64 h 98"/>
              <a:gd name="T30" fmla="*/ 40 w 134"/>
              <a:gd name="T31" fmla="*/ 45 h 98"/>
              <a:gd name="T32" fmla="*/ 40 w 134"/>
              <a:gd name="T33" fmla="*/ 45 h 98"/>
              <a:gd name="T34" fmla="*/ 40 w 134"/>
              <a:gd name="T35" fmla="*/ 44 h 98"/>
              <a:gd name="T36" fmla="*/ 22 w 134"/>
              <a:gd name="T37" fmla="*/ 10 h 98"/>
              <a:gd name="T38" fmla="*/ 60 w 134"/>
              <a:gd name="T39" fmla="*/ 10 h 98"/>
              <a:gd name="T40" fmla="*/ 64 w 134"/>
              <a:gd name="T41" fmla="*/ 14 h 98"/>
              <a:gd name="T42" fmla="*/ 64 w 134"/>
              <a:gd name="T43" fmla="*/ 91 h 98"/>
              <a:gd name="T44" fmla="*/ 33 w 134"/>
              <a:gd name="T45" fmla="*/ 91 h 98"/>
              <a:gd name="T46" fmla="*/ 33 w 134"/>
              <a:gd name="T47" fmla="*/ 98 h 98"/>
              <a:gd name="T48" fmla="*/ 103 w 134"/>
              <a:gd name="T49" fmla="*/ 98 h 98"/>
              <a:gd name="T50" fmla="*/ 103 w 134"/>
              <a:gd name="T51" fmla="*/ 91 h 98"/>
              <a:gd name="T52" fmla="*/ 71 w 134"/>
              <a:gd name="T53" fmla="*/ 91 h 98"/>
              <a:gd name="T54" fmla="*/ 71 w 134"/>
              <a:gd name="T55" fmla="*/ 14 h 98"/>
              <a:gd name="T56" fmla="*/ 75 w 134"/>
              <a:gd name="T57" fmla="*/ 10 h 98"/>
              <a:gd name="T58" fmla="*/ 112 w 134"/>
              <a:gd name="T59" fmla="*/ 10 h 98"/>
              <a:gd name="T60" fmla="*/ 95 w 134"/>
              <a:gd name="T61" fmla="*/ 44 h 98"/>
              <a:gd name="T62" fmla="*/ 95 w 134"/>
              <a:gd name="T63" fmla="*/ 45 h 98"/>
              <a:gd name="T64" fmla="*/ 95 w 134"/>
              <a:gd name="T65" fmla="*/ 45 h 98"/>
              <a:gd name="T66" fmla="*/ 114 w 134"/>
              <a:gd name="T67" fmla="*/ 64 h 98"/>
              <a:gd name="T68" fmla="*/ 134 w 134"/>
              <a:gd name="T69" fmla="*/ 45 h 98"/>
              <a:gd name="T70" fmla="*/ 33 w 134"/>
              <a:gd name="T71" fmla="*/ 46 h 98"/>
              <a:gd name="T72" fmla="*/ 20 w 134"/>
              <a:gd name="T73" fmla="*/ 57 h 98"/>
              <a:gd name="T74" fmla="*/ 8 w 134"/>
              <a:gd name="T75" fmla="*/ 46 h 98"/>
              <a:gd name="T76" fmla="*/ 20 w 134"/>
              <a:gd name="T77" fmla="*/ 22 h 98"/>
              <a:gd name="T78" fmla="*/ 33 w 134"/>
              <a:gd name="T79" fmla="*/ 46 h 98"/>
              <a:gd name="T80" fmla="*/ 114 w 134"/>
              <a:gd name="T81" fmla="*/ 57 h 98"/>
              <a:gd name="T82" fmla="*/ 102 w 134"/>
              <a:gd name="T83" fmla="*/ 46 h 98"/>
              <a:gd name="T84" fmla="*/ 114 w 134"/>
              <a:gd name="T85" fmla="*/ 22 h 98"/>
              <a:gd name="T86" fmla="*/ 127 w 134"/>
              <a:gd name="T87" fmla="*/ 46 h 98"/>
              <a:gd name="T88" fmla="*/ 114 w 134"/>
              <a:gd name="T89" fmla="*/ 57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34" h="98">
                <a:moveTo>
                  <a:pt x="134" y="45"/>
                </a:moveTo>
                <a:cubicBezTo>
                  <a:pt x="134" y="44"/>
                  <a:pt x="134" y="44"/>
                  <a:pt x="134" y="44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10"/>
                  <a:pt x="117" y="10"/>
                  <a:pt x="117" y="10"/>
                </a:cubicBezTo>
                <a:cubicBezTo>
                  <a:pt x="117" y="3"/>
                  <a:pt x="117" y="3"/>
                  <a:pt x="117" y="3"/>
                </a:cubicBezTo>
                <a:cubicBezTo>
                  <a:pt x="73" y="3"/>
                  <a:pt x="73" y="3"/>
                  <a:pt x="73" y="3"/>
                </a:cubicBezTo>
                <a:cubicBezTo>
                  <a:pt x="72" y="1"/>
                  <a:pt x="70" y="0"/>
                  <a:pt x="67" y="0"/>
                </a:cubicBezTo>
                <a:cubicBezTo>
                  <a:pt x="65" y="0"/>
                  <a:pt x="63" y="1"/>
                  <a:pt x="61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8" y="10"/>
                  <a:pt x="18" y="10"/>
                  <a:pt x="18" y="10"/>
                </a:cubicBezTo>
                <a:cubicBezTo>
                  <a:pt x="18" y="10"/>
                  <a:pt x="18" y="10"/>
                  <a:pt x="18" y="10"/>
                </a:cubicBezTo>
                <a:cubicBezTo>
                  <a:pt x="1" y="44"/>
                  <a:pt x="1" y="44"/>
                  <a:pt x="1" y="44"/>
                </a:cubicBezTo>
                <a:cubicBezTo>
                  <a:pt x="1" y="45"/>
                  <a:pt x="1" y="45"/>
                  <a:pt x="1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1" y="51"/>
                  <a:pt x="5" y="64"/>
                  <a:pt x="20" y="64"/>
                </a:cubicBezTo>
                <a:cubicBezTo>
                  <a:pt x="35" y="64"/>
                  <a:pt x="40" y="51"/>
                  <a:pt x="40" y="45"/>
                </a:cubicBezTo>
                <a:cubicBezTo>
                  <a:pt x="40" y="45"/>
                  <a:pt x="40" y="45"/>
                  <a:pt x="40" y="45"/>
                </a:cubicBezTo>
                <a:cubicBezTo>
                  <a:pt x="40" y="44"/>
                  <a:pt x="40" y="44"/>
                  <a:pt x="40" y="44"/>
                </a:cubicBezTo>
                <a:cubicBezTo>
                  <a:pt x="22" y="10"/>
                  <a:pt x="22" y="10"/>
                  <a:pt x="22" y="10"/>
                </a:cubicBezTo>
                <a:cubicBezTo>
                  <a:pt x="60" y="10"/>
                  <a:pt x="60" y="10"/>
                  <a:pt x="60" y="10"/>
                </a:cubicBezTo>
                <a:cubicBezTo>
                  <a:pt x="61" y="12"/>
                  <a:pt x="62" y="13"/>
                  <a:pt x="64" y="14"/>
                </a:cubicBezTo>
                <a:cubicBezTo>
                  <a:pt x="64" y="91"/>
                  <a:pt x="64" y="91"/>
                  <a:pt x="64" y="91"/>
                </a:cubicBezTo>
                <a:cubicBezTo>
                  <a:pt x="33" y="91"/>
                  <a:pt x="33" y="91"/>
                  <a:pt x="33" y="91"/>
                </a:cubicBezTo>
                <a:cubicBezTo>
                  <a:pt x="33" y="98"/>
                  <a:pt x="33" y="98"/>
                  <a:pt x="33" y="98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03" y="91"/>
                  <a:pt x="103" y="91"/>
                  <a:pt x="103" y="91"/>
                </a:cubicBezTo>
                <a:cubicBezTo>
                  <a:pt x="71" y="91"/>
                  <a:pt x="71" y="91"/>
                  <a:pt x="71" y="91"/>
                </a:cubicBezTo>
                <a:cubicBezTo>
                  <a:pt x="71" y="14"/>
                  <a:pt x="71" y="14"/>
                  <a:pt x="71" y="14"/>
                </a:cubicBezTo>
                <a:cubicBezTo>
                  <a:pt x="73" y="13"/>
                  <a:pt x="74" y="12"/>
                  <a:pt x="75" y="10"/>
                </a:cubicBezTo>
                <a:cubicBezTo>
                  <a:pt x="112" y="10"/>
                  <a:pt x="112" y="10"/>
                  <a:pt x="112" y="10"/>
                </a:cubicBezTo>
                <a:cubicBezTo>
                  <a:pt x="95" y="44"/>
                  <a:pt x="95" y="44"/>
                  <a:pt x="95" y="44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45"/>
                  <a:pt x="95" y="45"/>
                  <a:pt x="95" y="45"/>
                </a:cubicBezTo>
                <a:cubicBezTo>
                  <a:pt x="95" y="51"/>
                  <a:pt x="100" y="64"/>
                  <a:pt x="114" y="64"/>
                </a:cubicBezTo>
                <a:cubicBezTo>
                  <a:pt x="129" y="64"/>
                  <a:pt x="134" y="51"/>
                  <a:pt x="134" y="45"/>
                </a:cubicBezTo>
                <a:close/>
                <a:moveTo>
                  <a:pt x="33" y="46"/>
                </a:moveTo>
                <a:cubicBezTo>
                  <a:pt x="32" y="50"/>
                  <a:pt x="29" y="57"/>
                  <a:pt x="20" y="57"/>
                </a:cubicBezTo>
                <a:cubicBezTo>
                  <a:pt x="11" y="57"/>
                  <a:pt x="9" y="50"/>
                  <a:pt x="8" y="46"/>
                </a:cubicBezTo>
                <a:cubicBezTo>
                  <a:pt x="20" y="22"/>
                  <a:pt x="20" y="22"/>
                  <a:pt x="20" y="22"/>
                </a:cubicBezTo>
                <a:lnTo>
                  <a:pt x="33" y="46"/>
                </a:lnTo>
                <a:close/>
                <a:moveTo>
                  <a:pt x="114" y="57"/>
                </a:moveTo>
                <a:cubicBezTo>
                  <a:pt x="106" y="57"/>
                  <a:pt x="103" y="50"/>
                  <a:pt x="102" y="4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27" y="46"/>
                  <a:pt x="127" y="46"/>
                  <a:pt x="127" y="46"/>
                </a:cubicBezTo>
                <a:cubicBezTo>
                  <a:pt x="126" y="50"/>
                  <a:pt x="123" y="57"/>
                  <a:pt x="114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4" name="Freeform 20"/>
          <p:cNvSpPr>
            <a:spLocks noEditPoints="1"/>
          </p:cNvSpPr>
          <p:nvPr/>
        </p:nvSpPr>
        <p:spPr bwMode="auto">
          <a:xfrm>
            <a:off x="7950482" y="5307288"/>
            <a:ext cx="254000" cy="296863"/>
          </a:xfrm>
          <a:custGeom>
            <a:avLst/>
            <a:gdLst>
              <a:gd name="T0" fmla="*/ 91 w 107"/>
              <a:gd name="T1" fmla="*/ 7 h 125"/>
              <a:gd name="T2" fmla="*/ 91 w 107"/>
              <a:gd name="T3" fmla="*/ 0 h 125"/>
              <a:gd name="T4" fmla="*/ 13 w 107"/>
              <a:gd name="T5" fmla="*/ 0 h 125"/>
              <a:gd name="T6" fmla="*/ 0 w 107"/>
              <a:gd name="T7" fmla="*/ 13 h 125"/>
              <a:gd name="T8" fmla="*/ 0 w 107"/>
              <a:gd name="T9" fmla="*/ 112 h 125"/>
              <a:gd name="T10" fmla="*/ 13 w 107"/>
              <a:gd name="T11" fmla="*/ 125 h 125"/>
              <a:gd name="T12" fmla="*/ 107 w 107"/>
              <a:gd name="T13" fmla="*/ 125 h 125"/>
              <a:gd name="T14" fmla="*/ 107 w 107"/>
              <a:gd name="T15" fmla="*/ 7 h 125"/>
              <a:gd name="T16" fmla="*/ 91 w 107"/>
              <a:gd name="T17" fmla="*/ 7 h 125"/>
              <a:gd name="T18" fmla="*/ 7 w 107"/>
              <a:gd name="T19" fmla="*/ 13 h 125"/>
              <a:gd name="T20" fmla="*/ 13 w 107"/>
              <a:gd name="T21" fmla="*/ 7 h 125"/>
              <a:gd name="T22" fmla="*/ 84 w 107"/>
              <a:gd name="T23" fmla="*/ 7 h 125"/>
              <a:gd name="T24" fmla="*/ 84 w 107"/>
              <a:gd name="T25" fmla="*/ 99 h 125"/>
              <a:gd name="T26" fmla="*/ 13 w 107"/>
              <a:gd name="T27" fmla="*/ 99 h 125"/>
              <a:gd name="T28" fmla="*/ 7 w 107"/>
              <a:gd name="T29" fmla="*/ 100 h 125"/>
              <a:gd name="T30" fmla="*/ 7 w 107"/>
              <a:gd name="T31" fmla="*/ 13 h 125"/>
              <a:gd name="T32" fmla="*/ 99 w 107"/>
              <a:gd name="T33" fmla="*/ 118 h 125"/>
              <a:gd name="T34" fmla="*/ 13 w 107"/>
              <a:gd name="T35" fmla="*/ 118 h 125"/>
              <a:gd name="T36" fmla="*/ 7 w 107"/>
              <a:gd name="T37" fmla="*/ 112 h 125"/>
              <a:gd name="T38" fmla="*/ 13 w 107"/>
              <a:gd name="T39" fmla="*/ 106 h 125"/>
              <a:gd name="T40" fmla="*/ 91 w 107"/>
              <a:gd name="T41" fmla="*/ 106 h 125"/>
              <a:gd name="T42" fmla="*/ 91 w 107"/>
              <a:gd name="T43" fmla="*/ 15 h 125"/>
              <a:gd name="T44" fmla="*/ 99 w 107"/>
              <a:gd name="T45" fmla="*/ 15 h 125"/>
              <a:gd name="T46" fmla="*/ 99 w 107"/>
              <a:gd name="T47" fmla="*/ 118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7" h="125">
                <a:moveTo>
                  <a:pt x="91" y="7"/>
                </a:moveTo>
                <a:cubicBezTo>
                  <a:pt x="91" y="0"/>
                  <a:pt x="91" y="0"/>
                  <a:pt x="9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19"/>
                  <a:pt x="6" y="125"/>
                  <a:pt x="13" y="125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7"/>
                  <a:pt x="107" y="7"/>
                  <a:pt x="107" y="7"/>
                </a:cubicBezTo>
                <a:lnTo>
                  <a:pt x="91" y="7"/>
                </a:lnTo>
                <a:close/>
                <a:moveTo>
                  <a:pt x="7" y="13"/>
                </a:moveTo>
                <a:cubicBezTo>
                  <a:pt x="7" y="10"/>
                  <a:pt x="10" y="7"/>
                  <a:pt x="13" y="7"/>
                </a:cubicBezTo>
                <a:cubicBezTo>
                  <a:pt x="84" y="7"/>
                  <a:pt x="84" y="7"/>
                  <a:pt x="84" y="7"/>
                </a:cubicBezTo>
                <a:cubicBezTo>
                  <a:pt x="84" y="99"/>
                  <a:pt x="84" y="99"/>
                  <a:pt x="84" y="99"/>
                </a:cubicBezTo>
                <a:cubicBezTo>
                  <a:pt x="13" y="99"/>
                  <a:pt x="13" y="99"/>
                  <a:pt x="13" y="99"/>
                </a:cubicBezTo>
                <a:cubicBezTo>
                  <a:pt x="11" y="99"/>
                  <a:pt x="9" y="99"/>
                  <a:pt x="7" y="100"/>
                </a:cubicBezTo>
                <a:lnTo>
                  <a:pt x="7" y="13"/>
                </a:lnTo>
                <a:close/>
                <a:moveTo>
                  <a:pt x="99" y="118"/>
                </a:moveTo>
                <a:cubicBezTo>
                  <a:pt x="13" y="118"/>
                  <a:pt x="13" y="118"/>
                  <a:pt x="13" y="118"/>
                </a:cubicBezTo>
                <a:cubicBezTo>
                  <a:pt x="10" y="118"/>
                  <a:pt x="7" y="115"/>
                  <a:pt x="7" y="112"/>
                </a:cubicBezTo>
                <a:cubicBezTo>
                  <a:pt x="7" y="109"/>
                  <a:pt x="10" y="106"/>
                  <a:pt x="13" y="106"/>
                </a:cubicBezTo>
                <a:cubicBezTo>
                  <a:pt x="91" y="106"/>
                  <a:pt x="91" y="106"/>
                  <a:pt x="91" y="106"/>
                </a:cubicBezTo>
                <a:cubicBezTo>
                  <a:pt x="91" y="15"/>
                  <a:pt x="91" y="15"/>
                  <a:pt x="91" y="15"/>
                </a:cubicBezTo>
                <a:cubicBezTo>
                  <a:pt x="99" y="15"/>
                  <a:pt x="99" y="15"/>
                  <a:pt x="99" y="15"/>
                </a:cubicBezTo>
                <a:lnTo>
                  <a:pt x="99" y="11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5" name="Freeform 21"/>
          <p:cNvSpPr>
            <a:spLocks noEditPoints="1"/>
          </p:cNvSpPr>
          <p:nvPr/>
        </p:nvSpPr>
        <p:spPr bwMode="auto">
          <a:xfrm>
            <a:off x="7998107" y="5358088"/>
            <a:ext cx="128588" cy="58738"/>
          </a:xfrm>
          <a:custGeom>
            <a:avLst/>
            <a:gdLst>
              <a:gd name="T0" fmla="*/ 81 w 81"/>
              <a:gd name="T1" fmla="*/ 0 h 37"/>
              <a:gd name="T2" fmla="*/ 0 w 81"/>
              <a:gd name="T3" fmla="*/ 0 h 37"/>
              <a:gd name="T4" fmla="*/ 0 w 81"/>
              <a:gd name="T5" fmla="*/ 37 h 37"/>
              <a:gd name="T6" fmla="*/ 81 w 81"/>
              <a:gd name="T7" fmla="*/ 37 h 37"/>
              <a:gd name="T8" fmla="*/ 81 w 81"/>
              <a:gd name="T9" fmla="*/ 0 h 37"/>
              <a:gd name="T10" fmla="*/ 70 w 81"/>
              <a:gd name="T11" fmla="*/ 25 h 37"/>
              <a:gd name="T12" fmla="*/ 10 w 81"/>
              <a:gd name="T13" fmla="*/ 25 h 37"/>
              <a:gd name="T14" fmla="*/ 10 w 81"/>
              <a:gd name="T15" fmla="*/ 10 h 37"/>
              <a:gd name="T16" fmla="*/ 70 w 81"/>
              <a:gd name="T17" fmla="*/ 10 h 37"/>
              <a:gd name="T18" fmla="*/ 70 w 81"/>
              <a:gd name="T19" fmla="*/ 25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1" h="37">
                <a:moveTo>
                  <a:pt x="81" y="0"/>
                </a:moveTo>
                <a:lnTo>
                  <a:pt x="0" y="0"/>
                </a:lnTo>
                <a:lnTo>
                  <a:pt x="0" y="37"/>
                </a:lnTo>
                <a:lnTo>
                  <a:pt x="81" y="37"/>
                </a:lnTo>
                <a:lnTo>
                  <a:pt x="81" y="0"/>
                </a:lnTo>
                <a:close/>
                <a:moveTo>
                  <a:pt x="70" y="25"/>
                </a:moveTo>
                <a:lnTo>
                  <a:pt x="10" y="25"/>
                </a:lnTo>
                <a:lnTo>
                  <a:pt x="10" y="10"/>
                </a:lnTo>
                <a:lnTo>
                  <a:pt x="70" y="10"/>
                </a:lnTo>
                <a:lnTo>
                  <a:pt x="70" y="2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6" name="Freeform 22"/>
          <p:cNvSpPr>
            <a:spLocks noEditPoints="1"/>
          </p:cNvSpPr>
          <p:nvPr/>
        </p:nvSpPr>
        <p:spPr bwMode="auto">
          <a:xfrm>
            <a:off x="3197417" y="5396188"/>
            <a:ext cx="285750" cy="187325"/>
          </a:xfrm>
          <a:custGeom>
            <a:avLst/>
            <a:gdLst>
              <a:gd name="T0" fmla="*/ 0 w 180"/>
              <a:gd name="T1" fmla="*/ 0 h 118"/>
              <a:gd name="T2" fmla="*/ 0 w 180"/>
              <a:gd name="T3" fmla="*/ 10 h 118"/>
              <a:gd name="T4" fmla="*/ 2 w 180"/>
              <a:gd name="T5" fmla="*/ 10 h 118"/>
              <a:gd name="T6" fmla="*/ 2 w 180"/>
              <a:gd name="T7" fmla="*/ 118 h 118"/>
              <a:gd name="T8" fmla="*/ 180 w 180"/>
              <a:gd name="T9" fmla="*/ 118 h 118"/>
              <a:gd name="T10" fmla="*/ 180 w 180"/>
              <a:gd name="T11" fmla="*/ 10 h 118"/>
              <a:gd name="T12" fmla="*/ 180 w 180"/>
              <a:gd name="T13" fmla="*/ 10 h 118"/>
              <a:gd name="T14" fmla="*/ 180 w 180"/>
              <a:gd name="T15" fmla="*/ 0 h 118"/>
              <a:gd name="T16" fmla="*/ 0 w 180"/>
              <a:gd name="T17" fmla="*/ 0 h 118"/>
              <a:gd name="T18" fmla="*/ 159 w 180"/>
              <a:gd name="T19" fmla="*/ 10 h 118"/>
              <a:gd name="T20" fmla="*/ 90 w 180"/>
              <a:gd name="T21" fmla="*/ 62 h 118"/>
              <a:gd name="T22" fmla="*/ 21 w 180"/>
              <a:gd name="T23" fmla="*/ 10 h 118"/>
              <a:gd name="T24" fmla="*/ 159 w 180"/>
              <a:gd name="T25" fmla="*/ 10 h 118"/>
              <a:gd name="T26" fmla="*/ 169 w 180"/>
              <a:gd name="T27" fmla="*/ 107 h 118"/>
              <a:gd name="T28" fmla="*/ 12 w 180"/>
              <a:gd name="T29" fmla="*/ 107 h 118"/>
              <a:gd name="T30" fmla="*/ 12 w 180"/>
              <a:gd name="T31" fmla="*/ 18 h 118"/>
              <a:gd name="T32" fmla="*/ 90 w 180"/>
              <a:gd name="T33" fmla="*/ 76 h 118"/>
              <a:gd name="T34" fmla="*/ 169 w 180"/>
              <a:gd name="T35" fmla="*/ 18 h 118"/>
              <a:gd name="T36" fmla="*/ 169 w 180"/>
              <a:gd name="T37" fmla="*/ 107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0" h="118">
                <a:moveTo>
                  <a:pt x="0" y="0"/>
                </a:moveTo>
                <a:lnTo>
                  <a:pt x="0" y="10"/>
                </a:lnTo>
                <a:lnTo>
                  <a:pt x="2" y="10"/>
                </a:lnTo>
                <a:lnTo>
                  <a:pt x="2" y="118"/>
                </a:lnTo>
                <a:lnTo>
                  <a:pt x="180" y="118"/>
                </a:lnTo>
                <a:lnTo>
                  <a:pt x="180" y="10"/>
                </a:lnTo>
                <a:lnTo>
                  <a:pt x="180" y="10"/>
                </a:lnTo>
                <a:lnTo>
                  <a:pt x="180" y="0"/>
                </a:lnTo>
                <a:lnTo>
                  <a:pt x="0" y="0"/>
                </a:lnTo>
                <a:close/>
                <a:moveTo>
                  <a:pt x="159" y="10"/>
                </a:moveTo>
                <a:lnTo>
                  <a:pt x="90" y="62"/>
                </a:lnTo>
                <a:lnTo>
                  <a:pt x="21" y="10"/>
                </a:lnTo>
                <a:lnTo>
                  <a:pt x="159" y="10"/>
                </a:lnTo>
                <a:close/>
                <a:moveTo>
                  <a:pt x="169" y="107"/>
                </a:moveTo>
                <a:lnTo>
                  <a:pt x="12" y="107"/>
                </a:lnTo>
                <a:lnTo>
                  <a:pt x="12" y="18"/>
                </a:lnTo>
                <a:lnTo>
                  <a:pt x="90" y="76"/>
                </a:lnTo>
                <a:lnTo>
                  <a:pt x="169" y="18"/>
                </a:lnTo>
                <a:lnTo>
                  <a:pt x="169" y="10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7" name="Freeform 23"/>
          <p:cNvSpPr>
            <a:spLocks/>
          </p:cNvSpPr>
          <p:nvPr/>
        </p:nvSpPr>
        <p:spPr bwMode="auto">
          <a:xfrm>
            <a:off x="3259330" y="5326338"/>
            <a:ext cx="163513" cy="61913"/>
          </a:xfrm>
          <a:custGeom>
            <a:avLst/>
            <a:gdLst>
              <a:gd name="T0" fmla="*/ 17 w 69"/>
              <a:gd name="T1" fmla="*/ 23 h 26"/>
              <a:gd name="T2" fmla="*/ 34 w 69"/>
              <a:gd name="T3" fmla="*/ 8 h 26"/>
              <a:gd name="T4" fmla="*/ 50 w 69"/>
              <a:gd name="T5" fmla="*/ 23 h 26"/>
              <a:gd name="T6" fmla="*/ 50 w 69"/>
              <a:gd name="T7" fmla="*/ 26 h 26"/>
              <a:gd name="T8" fmla="*/ 69 w 69"/>
              <a:gd name="T9" fmla="*/ 26 h 26"/>
              <a:gd name="T10" fmla="*/ 69 w 69"/>
              <a:gd name="T11" fmla="*/ 19 h 26"/>
              <a:gd name="T12" fmla="*/ 57 w 69"/>
              <a:gd name="T13" fmla="*/ 19 h 26"/>
              <a:gd name="T14" fmla="*/ 34 w 69"/>
              <a:gd name="T15" fmla="*/ 0 h 26"/>
              <a:gd name="T16" fmla="*/ 10 w 69"/>
              <a:gd name="T17" fmla="*/ 19 h 26"/>
              <a:gd name="T18" fmla="*/ 0 w 69"/>
              <a:gd name="T19" fmla="*/ 19 h 26"/>
              <a:gd name="T20" fmla="*/ 0 w 69"/>
              <a:gd name="T21" fmla="*/ 26 h 26"/>
              <a:gd name="T22" fmla="*/ 17 w 69"/>
              <a:gd name="T23" fmla="*/ 26 h 26"/>
              <a:gd name="T24" fmla="*/ 17 w 69"/>
              <a:gd name="T25" fmla="*/ 23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69" h="26">
                <a:moveTo>
                  <a:pt x="17" y="23"/>
                </a:moveTo>
                <a:cubicBezTo>
                  <a:pt x="17" y="14"/>
                  <a:pt x="25" y="8"/>
                  <a:pt x="34" y="8"/>
                </a:cubicBezTo>
                <a:cubicBezTo>
                  <a:pt x="43" y="8"/>
                  <a:pt x="50" y="14"/>
                  <a:pt x="50" y="23"/>
                </a:cubicBezTo>
                <a:cubicBezTo>
                  <a:pt x="50" y="26"/>
                  <a:pt x="50" y="26"/>
                  <a:pt x="50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69" y="19"/>
                  <a:pt x="69" y="19"/>
                  <a:pt x="69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55" y="9"/>
                  <a:pt x="45" y="0"/>
                  <a:pt x="34" y="0"/>
                </a:cubicBezTo>
                <a:cubicBezTo>
                  <a:pt x="22" y="0"/>
                  <a:pt x="12" y="9"/>
                  <a:pt x="10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26"/>
                  <a:pt x="0" y="26"/>
                  <a:pt x="0" y="26"/>
                </a:cubicBezTo>
                <a:cubicBezTo>
                  <a:pt x="17" y="26"/>
                  <a:pt x="17" y="26"/>
                  <a:pt x="17" y="26"/>
                </a:cubicBezTo>
                <a:lnTo>
                  <a:pt x="17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8" name="Freeform 24"/>
          <p:cNvSpPr>
            <a:spLocks noEditPoints="1"/>
          </p:cNvSpPr>
          <p:nvPr/>
        </p:nvSpPr>
        <p:spPr bwMode="auto">
          <a:xfrm>
            <a:off x="3164424" y="3759475"/>
            <a:ext cx="298450" cy="301625"/>
          </a:xfrm>
          <a:custGeom>
            <a:avLst/>
            <a:gdLst>
              <a:gd name="T0" fmla="*/ 114 w 126"/>
              <a:gd name="T1" fmla="*/ 13 h 127"/>
              <a:gd name="T2" fmla="*/ 69 w 126"/>
              <a:gd name="T3" fmla="*/ 11 h 127"/>
              <a:gd name="T4" fmla="*/ 66 w 126"/>
              <a:gd name="T5" fmla="*/ 8 h 127"/>
              <a:gd name="T6" fmla="*/ 50 w 126"/>
              <a:gd name="T7" fmla="*/ 24 h 127"/>
              <a:gd name="T8" fmla="*/ 55 w 126"/>
              <a:gd name="T9" fmla="*/ 28 h 127"/>
              <a:gd name="T10" fmla="*/ 53 w 126"/>
              <a:gd name="T11" fmla="*/ 45 h 127"/>
              <a:gd name="T12" fmla="*/ 2 w 126"/>
              <a:gd name="T13" fmla="*/ 106 h 127"/>
              <a:gd name="T14" fmla="*/ 9 w 126"/>
              <a:gd name="T15" fmla="*/ 113 h 127"/>
              <a:gd name="T16" fmla="*/ 0 w 126"/>
              <a:gd name="T17" fmla="*/ 122 h 127"/>
              <a:gd name="T18" fmla="*/ 5 w 126"/>
              <a:gd name="T19" fmla="*/ 127 h 127"/>
              <a:gd name="T20" fmla="*/ 14 w 126"/>
              <a:gd name="T21" fmla="*/ 118 h 127"/>
              <a:gd name="T22" fmla="*/ 21 w 126"/>
              <a:gd name="T23" fmla="*/ 125 h 127"/>
              <a:gd name="T24" fmla="*/ 82 w 126"/>
              <a:gd name="T25" fmla="*/ 74 h 127"/>
              <a:gd name="T26" fmla="*/ 86 w 126"/>
              <a:gd name="T27" fmla="*/ 74 h 127"/>
              <a:gd name="T28" fmla="*/ 98 w 126"/>
              <a:gd name="T29" fmla="*/ 72 h 127"/>
              <a:gd name="T30" fmla="*/ 103 w 126"/>
              <a:gd name="T31" fmla="*/ 77 h 127"/>
              <a:gd name="T32" fmla="*/ 119 w 126"/>
              <a:gd name="T33" fmla="*/ 61 h 127"/>
              <a:gd name="T34" fmla="*/ 115 w 126"/>
              <a:gd name="T35" fmla="*/ 57 h 127"/>
              <a:gd name="T36" fmla="*/ 114 w 126"/>
              <a:gd name="T37" fmla="*/ 13 h 127"/>
              <a:gd name="T38" fmla="*/ 21 w 126"/>
              <a:gd name="T39" fmla="*/ 115 h 127"/>
              <a:gd name="T40" fmla="*/ 11 w 126"/>
              <a:gd name="T41" fmla="*/ 105 h 127"/>
              <a:gd name="T42" fmla="*/ 55 w 126"/>
              <a:gd name="T43" fmla="*/ 53 h 127"/>
              <a:gd name="T44" fmla="*/ 62 w 126"/>
              <a:gd name="T45" fmla="*/ 64 h 127"/>
              <a:gd name="T46" fmla="*/ 73 w 126"/>
              <a:gd name="T47" fmla="*/ 71 h 127"/>
              <a:gd name="T48" fmla="*/ 21 w 126"/>
              <a:gd name="T49" fmla="*/ 115 h 127"/>
              <a:gd name="T50" fmla="*/ 67 w 126"/>
              <a:gd name="T51" fmla="*/ 59 h 127"/>
              <a:gd name="T52" fmla="*/ 60 w 126"/>
              <a:gd name="T53" fmla="*/ 34 h 127"/>
              <a:gd name="T54" fmla="*/ 92 w 126"/>
              <a:gd name="T55" fmla="*/ 66 h 127"/>
              <a:gd name="T56" fmla="*/ 67 w 126"/>
              <a:gd name="T57" fmla="*/ 59 h 127"/>
              <a:gd name="T58" fmla="*/ 103 w 126"/>
              <a:gd name="T59" fmla="*/ 66 h 127"/>
              <a:gd name="T60" fmla="*/ 60 w 126"/>
              <a:gd name="T61" fmla="*/ 24 h 127"/>
              <a:gd name="T62" fmla="*/ 66 w 126"/>
              <a:gd name="T63" fmla="*/ 18 h 127"/>
              <a:gd name="T64" fmla="*/ 108 w 126"/>
              <a:gd name="T65" fmla="*/ 61 h 127"/>
              <a:gd name="T66" fmla="*/ 103 w 126"/>
              <a:gd name="T67" fmla="*/ 66 h 127"/>
              <a:gd name="T68" fmla="*/ 74 w 126"/>
              <a:gd name="T69" fmla="*/ 16 h 127"/>
              <a:gd name="T70" fmla="*/ 109 w 126"/>
              <a:gd name="T71" fmla="*/ 18 h 127"/>
              <a:gd name="T72" fmla="*/ 110 w 126"/>
              <a:gd name="T73" fmla="*/ 52 h 127"/>
              <a:gd name="T74" fmla="*/ 74 w 126"/>
              <a:gd name="T75" fmla="*/ 16 h 1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6" h="127">
                <a:moveTo>
                  <a:pt x="114" y="13"/>
                </a:moveTo>
                <a:cubicBezTo>
                  <a:pt x="102" y="1"/>
                  <a:pt x="82" y="0"/>
                  <a:pt x="69" y="11"/>
                </a:cubicBezTo>
                <a:cubicBezTo>
                  <a:pt x="66" y="8"/>
                  <a:pt x="66" y="8"/>
                  <a:pt x="66" y="8"/>
                </a:cubicBezTo>
                <a:cubicBezTo>
                  <a:pt x="50" y="24"/>
                  <a:pt x="50" y="24"/>
                  <a:pt x="50" y="24"/>
                </a:cubicBezTo>
                <a:cubicBezTo>
                  <a:pt x="55" y="28"/>
                  <a:pt x="55" y="28"/>
                  <a:pt x="55" y="28"/>
                </a:cubicBezTo>
                <a:cubicBezTo>
                  <a:pt x="52" y="34"/>
                  <a:pt x="52" y="39"/>
                  <a:pt x="53" y="45"/>
                </a:cubicBezTo>
                <a:cubicBezTo>
                  <a:pt x="2" y="106"/>
                  <a:pt x="2" y="106"/>
                  <a:pt x="2" y="106"/>
                </a:cubicBezTo>
                <a:cubicBezTo>
                  <a:pt x="9" y="113"/>
                  <a:pt x="9" y="113"/>
                  <a:pt x="9" y="113"/>
                </a:cubicBezTo>
                <a:cubicBezTo>
                  <a:pt x="0" y="122"/>
                  <a:pt x="0" y="122"/>
                  <a:pt x="0" y="122"/>
                </a:cubicBezTo>
                <a:cubicBezTo>
                  <a:pt x="5" y="127"/>
                  <a:pt x="5" y="127"/>
                  <a:pt x="5" y="127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21" y="125"/>
                  <a:pt x="21" y="125"/>
                  <a:pt x="21" y="125"/>
                </a:cubicBezTo>
                <a:cubicBezTo>
                  <a:pt x="82" y="74"/>
                  <a:pt x="82" y="74"/>
                  <a:pt x="82" y="74"/>
                </a:cubicBezTo>
                <a:cubicBezTo>
                  <a:pt x="83" y="74"/>
                  <a:pt x="85" y="74"/>
                  <a:pt x="86" y="74"/>
                </a:cubicBezTo>
                <a:cubicBezTo>
                  <a:pt x="90" y="74"/>
                  <a:pt x="94" y="73"/>
                  <a:pt x="98" y="72"/>
                </a:cubicBezTo>
                <a:cubicBezTo>
                  <a:pt x="103" y="77"/>
                  <a:pt x="103" y="77"/>
                  <a:pt x="103" y="77"/>
                </a:cubicBezTo>
                <a:cubicBezTo>
                  <a:pt x="119" y="61"/>
                  <a:pt x="119" y="61"/>
                  <a:pt x="119" y="61"/>
                </a:cubicBezTo>
                <a:cubicBezTo>
                  <a:pt x="115" y="57"/>
                  <a:pt x="115" y="57"/>
                  <a:pt x="115" y="57"/>
                </a:cubicBezTo>
                <a:cubicBezTo>
                  <a:pt x="126" y="44"/>
                  <a:pt x="126" y="25"/>
                  <a:pt x="114" y="13"/>
                </a:cubicBezTo>
                <a:close/>
                <a:moveTo>
                  <a:pt x="21" y="115"/>
                </a:moveTo>
                <a:cubicBezTo>
                  <a:pt x="11" y="105"/>
                  <a:pt x="11" y="105"/>
                  <a:pt x="11" y="105"/>
                </a:cubicBezTo>
                <a:cubicBezTo>
                  <a:pt x="55" y="53"/>
                  <a:pt x="55" y="53"/>
                  <a:pt x="55" y="53"/>
                </a:cubicBezTo>
                <a:cubicBezTo>
                  <a:pt x="57" y="57"/>
                  <a:pt x="59" y="61"/>
                  <a:pt x="62" y="64"/>
                </a:cubicBezTo>
                <a:cubicBezTo>
                  <a:pt x="66" y="67"/>
                  <a:pt x="69" y="70"/>
                  <a:pt x="73" y="71"/>
                </a:cubicBezTo>
                <a:lnTo>
                  <a:pt x="21" y="115"/>
                </a:lnTo>
                <a:close/>
                <a:moveTo>
                  <a:pt x="67" y="59"/>
                </a:moveTo>
                <a:cubicBezTo>
                  <a:pt x="61" y="52"/>
                  <a:pt x="58" y="43"/>
                  <a:pt x="60" y="34"/>
                </a:cubicBezTo>
                <a:cubicBezTo>
                  <a:pt x="92" y="66"/>
                  <a:pt x="92" y="66"/>
                  <a:pt x="92" y="66"/>
                </a:cubicBezTo>
                <a:cubicBezTo>
                  <a:pt x="84" y="68"/>
                  <a:pt x="74" y="66"/>
                  <a:pt x="67" y="59"/>
                </a:cubicBezTo>
                <a:close/>
                <a:moveTo>
                  <a:pt x="103" y="66"/>
                </a:moveTo>
                <a:cubicBezTo>
                  <a:pt x="60" y="24"/>
                  <a:pt x="60" y="24"/>
                  <a:pt x="60" y="24"/>
                </a:cubicBezTo>
                <a:cubicBezTo>
                  <a:pt x="66" y="18"/>
                  <a:pt x="66" y="18"/>
                  <a:pt x="66" y="18"/>
                </a:cubicBezTo>
                <a:cubicBezTo>
                  <a:pt x="108" y="61"/>
                  <a:pt x="108" y="61"/>
                  <a:pt x="108" y="61"/>
                </a:cubicBezTo>
                <a:lnTo>
                  <a:pt x="103" y="66"/>
                </a:lnTo>
                <a:close/>
                <a:moveTo>
                  <a:pt x="74" y="16"/>
                </a:moveTo>
                <a:cubicBezTo>
                  <a:pt x="85" y="8"/>
                  <a:pt x="99" y="9"/>
                  <a:pt x="109" y="18"/>
                </a:cubicBezTo>
                <a:cubicBezTo>
                  <a:pt x="118" y="27"/>
                  <a:pt x="118" y="42"/>
                  <a:pt x="110" y="52"/>
                </a:cubicBezTo>
                <a:lnTo>
                  <a:pt x="74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09" name="Freeform 25"/>
          <p:cNvSpPr>
            <a:spLocks noEditPoints="1"/>
          </p:cNvSpPr>
          <p:nvPr/>
        </p:nvSpPr>
        <p:spPr bwMode="auto">
          <a:xfrm>
            <a:off x="7942544" y="2227538"/>
            <a:ext cx="268288" cy="290513"/>
          </a:xfrm>
          <a:custGeom>
            <a:avLst/>
            <a:gdLst>
              <a:gd name="T0" fmla="*/ 101 w 169"/>
              <a:gd name="T1" fmla="*/ 48 h 183"/>
              <a:gd name="T2" fmla="*/ 122 w 169"/>
              <a:gd name="T3" fmla="*/ 5 h 183"/>
              <a:gd name="T4" fmla="*/ 113 w 169"/>
              <a:gd name="T5" fmla="*/ 0 h 183"/>
              <a:gd name="T6" fmla="*/ 89 w 169"/>
              <a:gd name="T7" fmla="*/ 48 h 183"/>
              <a:gd name="T8" fmla="*/ 80 w 169"/>
              <a:gd name="T9" fmla="*/ 48 h 183"/>
              <a:gd name="T10" fmla="*/ 66 w 169"/>
              <a:gd name="T11" fmla="*/ 18 h 183"/>
              <a:gd name="T12" fmla="*/ 56 w 169"/>
              <a:gd name="T13" fmla="*/ 23 h 183"/>
              <a:gd name="T14" fmla="*/ 68 w 169"/>
              <a:gd name="T15" fmla="*/ 48 h 183"/>
              <a:gd name="T16" fmla="*/ 0 w 169"/>
              <a:gd name="T17" fmla="*/ 48 h 183"/>
              <a:gd name="T18" fmla="*/ 0 w 169"/>
              <a:gd name="T19" fmla="*/ 183 h 183"/>
              <a:gd name="T20" fmla="*/ 169 w 169"/>
              <a:gd name="T21" fmla="*/ 183 h 183"/>
              <a:gd name="T22" fmla="*/ 169 w 169"/>
              <a:gd name="T23" fmla="*/ 48 h 183"/>
              <a:gd name="T24" fmla="*/ 101 w 169"/>
              <a:gd name="T25" fmla="*/ 48 h 183"/>
              <a:gd name="T26" fmla="*/ 159 w 169"/>
              <a:gd name="T27" fmla="*/ 172 h 183"/>
              <a:gd name="T28" fmla="*/ 11 w 169"/>
              <a:gd name="T29" fmla="*/ 172 h 183"/>
              <a:gd name="T30" fmla="*/ 11 w 169"/>
              <a:gd name="T31" fmla="*/ 59 h 183"/>
              <a:gd name="T32" fmla="*/ 159 w 169"/>
              <a:gd name="T33" fmla="*/ 59 h 183"/>
              <a:gd name="T34" fmla="*/ 159 w 169"/>
              <a:gd name="T35" fmla="*/ 172 h 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9" h="183">
                <a:moveTo>
                  <a:pt x="101" y="48"/>
                </a:moveTo>
                <a:lnTo>
                  <a:pt x="122" y="5"/>
                </a:lnTo>
                <a:lnTo>
                  <a:pt x="113" y="0"/>
                </a:lnTo>
                <a:lnTo>
                  <a:pt x="89" y="48"/>
                </a:lnTo>
                <a:lnTo>
                  <a:pt x="80" y="48"/>
                </a:lnTo>
                <a:lnTo>
                  <a:pt x="66" y="18"/>
                </a:lnTo>
                <a:lnTo>
                  <a:pt x="56" y="23"/>
                </a:lnTo>
                <a:lnTo>
                  <a:pt x="68" y="48"/>
                </a:lnTo>
                <a:lnTo>
                  <a:pt x="0" y="48"/>
                </a:lnTo>
                <a:lnTo>
                  <a:pt x="0" y="183"/>
                </a:lnTo>
                <a:lnTo>
                  <a:pt x="169" y="183"/>
                </a:lnTo>
                <a:lnTo>
                  <a:pt x="169" y="48"/>
                </a:lnTo>
                <a:lnTo>
                  <a:pt x="101" y="48"/>
                </a:lnTo>
                <a:close/>
                <a:moveTo>
                  <a:pt x="159" y="172"/>
                </a:moveTo>
                <a:lnTo>
                  <a:pt x="11" y="172"/>
                </a:lnTo>
                <a:lnTo>
                  <a:pt x="11" y="59"/>
                </a:lnTo>
                <a:lnTo>
                  <a:pt x="159" y="59"/>
                </a:lnTo>
                <a:lnTo>
                  <a:pt x="159" y="17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0" name="Freeform 26"/>
          <p:cNvSpPr>
            <a:spLocks noEditPoints="1"/>
          </p:cNvSpPr>
          <p:nvPr/>
        </p:nvSpPr>
        <p:spPr bwMode="auto">
          <a:xfrm>
            <a:off x="7974294" y="2332313"/>
            <a:ext cx="203200" cy="142875"/>
          </a:xfrm>
          <a:custGeom>
            <a:avLst/>
            <a:gdLst>
              <a:gd name="T0" fmla="*/ 124 w 128"/>
              <a:gd name="T1" fmla="*/ 90 h 90"/>
              <a:gd name="T2" fmla="*/ 128 w 128"/>
              <a:gd name="T3" fmla="*/ 90 h 90"/>
              <a:gd name="T4" fmla="*/ 128 w 128"/>
              <a:gd name="T5" fmla="*/ 0 h 90"/>
              <a:gd name="T6" fmla="*/ 0 w 128"/>
              <a:gd name="T7" fmla="*/ 0 h 90"/>
              <a:gd name="T8" fmla="*/ 0 w 128"/>
              <a:gd name="T9" fmla="*/ 6 h 90"/>
              <a:gd name="T10" fmla="*/ 0 w 128"/>
              <a:gd name="T11" fmla="*/ 6 h 90"/>
              <a:gd name="T12" fmla="*/ 0 w 128"/>
              <a:gd name="T13" fmla="*/ 90 h 90"/>
              <a:gd name="T14" fmla="*/ 124 w 128"/>
              <a:gd name="T15" fmla="*/ 90 h 90"/>
              <a:gd name="T16" fmla="*/ 124 w 128"/>
              <a:gd name="T17" fmla="*/ 90 h 90"/>
              <a:gd name="T18" fmla="*/ 118 w 128"/>
              <a:gd name="T19" fmla="*/ 79 h 90"/>
              <a:gd name="T20" fmla="*/ 12 w 128"/>
              <a:gd name="T21" fmla="*/ 79 h 90"/>
              <a:gd name="T22" fmla="*/ 12 w 128"/>
              <a:gd name="T23" fmla="*/ 11 h 90"/>
              <a:gd name="T24" fmla="*/ 118 w 128"/>
              <a:gd name="T25" fmla="*/ 11 h 90"/>
              <a:gd name="T26" fmla="*/ 118 w 128"/>
              <a:gd name="T27" fmla="*/ 79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28" h="90">
                <a:moveTo>
                  <a:pt x="124" y="90"/>
                </a:moveTo>
                <a:lnTo>
                  <a:pt x="128" y="90"/>
                </a:lnTo>
                <a:lnTo>
                  <a:pt x="128" y="0"/>
                </a:lnTo>
                <a:lnTo>
                  <a:pt x="0" y="0"/>
                </a:lnTo>
                <a:lnTo>
                  <a:pt x="0" y="6"/>
                </a:lnTo>
                <a:lnTo>
                  <a:pt x="0" y="6"/>
                </a:lnTo>
                <a:lnTo>
                  <a:pt x="0" y="90"/>
                </a:lnTo>
                <a:lnTo>
                  <a:pt x="124" y="90"/>
                </a:lnTo>
                <a:lnTo>
                  <a:pt x="124" y="90"/>
                </a:lnTo>
                <a:close/>
                <a:moveTo>
                  <a:pt x="118" y="79"/>
                </a:moveTo>
                <a:lnTo>
                  <a:pt x="12" y="79"/>
                </a:lnTo>
                <a:lnTo>
                  <a:pt x="12" y="11"/>
                </a:lnTo>
                <a:lnTo>
                  <a:pt x="118" y="11"/>
                </a:lnTo>
                <a:lnTo>
                  <a:pt x="118" y="7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1" name="Line 27"/>
          <p:cNvSpPr>
            <a:spLocks noChangeShapeType="1"/>
          </p:cNvSpPr>
          <p:nvPr/>
        </p:nvSpPr>
        <p:spPr bwMode="auto">
          <a:xfrm>
            <a:off x="3803842" y="2033863"/>
            <a:ext cx="0" cy="677863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2" name="Line 28"/>
          <p:cNvSpPr>
            <a:spLocks noChangeShapeType="1"/>
          </p:cNvSpPr>
          <p:nvPr/>
        </p:nvSpPr>
        <p:spPr bwMode="auto">
          <a:xfrm>
            <a:off x="3803842" y="3573738"/>
            <a:ext cx="0" cy="679450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3" name="Line 29"/>
          <p:cNvSpPr>
            <a:spLocks noChangeShapeType="1"/>
          </p:cNvSpPr>
          <p:nvPr/>
        </p:nvSpPr>
        <p:spPr bwMode="auto">
          <a:xfrm>
            <a:off x="3803842" y="5118375"/>
            <a:ext cx="0" cy="676275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4" name="Line 30"/>
          <p:cNvSpPr>
            <a:spLocks noChangeShapeType="1"/>
          </p:cNvSpPr>
          <p:nvPr/>
        </p:nvSpPr>
        <p:spPr bwMode="auto">
          <a:xfrm>
            <a:off x="8531507" y="2033863"/>
            <a:ext cx="0" cy="677863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5" name="Line 31"/>
          <p:cNvSpPr>
            <a:spLocks noChangeShapeType="1"/>
          </p:cNvSpPr>
          <p:nvPr/>
        </p:nvSpPr>
        <p:spPr bwMode="auto">
          <a:xfrm>
            <a:off x="8531507" y="3573738"/>
            <a:ext cx="0" cy="679450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6" name="Line 32"/>
          <p:cNvSpPr>
            <a:spLocks noChangeShapeType="1"/>
          </p:cNvSpPr>
          <p:nvPr/>
        </p:nvSpPr>
        <p:spPr bwMode="auto">
          <a:xfrm>
            <a:off x="8531507" y="5118375"/>
            <a:ext cx="0" cy="676275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3869110" y="2086334"/>
            <a:ext cx="83484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경영이념</a:t>
            </a:r>
            <a:endParaRPr kumimoji="0" lang="en-US" altLang="ko-KR" sz="1400" b="0" i="0" u="none" strike="noStrike" kern="1200" cap="none" spc="-2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01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3869109" y="3623826"/>
            <a:ext cx="83484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경영이념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03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3869109" y="5169259"/>
            <a:ext cx="83484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경영이념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05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8600653" y="2086334"/>
            <a:ext cx="83484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경영이념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02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8600653" y="3623826"/>
            <a:ext cx="83484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경영이념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04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8600653" y="5169259"/>
            <a:ext cx="834844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경영이념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06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3" name="직사각형 122"/>
          <p:cNvSpPr>
            <a:spLocks noChangeArrowheads="1"/>
          </p:cNvSpPr>
          <p:nvPr/>
        </p:nvSpPr>
        <p:spPr bwMode="auto">
          <a:xfrm>
            <a:off x="1015998" y="1984182"/>
            <a:ext cx="161866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566738" indent="-16033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38238" indent="-323850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709738" indent="-485775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281238" indent="-64928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1138238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1" lang="ko-KR" altLang="en-US" sz="11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249984" y="2174633"/>
            <a:ext cx="700192" cy="401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2016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249984" y="3716096"/>
            <a:ext cx="700192" cy="401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2018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249984" y="5257558"/>
            <a:ext cx="700192" cy="401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2020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4968258" y="2174633"/>
            <a:ext cx="700192" cy="401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2017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4968258" y="3725621"/>
            <a:ext cx="700192" cy="401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2019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4968258" y="5257558"/>
            <a:ext cx="700192" cy="4015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20" normalizeH="0" baseline="0" noProof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2021</a:t>
            </a:r>
            <a:endParaRPr kumimoji="0" lang="ko-KR" altLang="en-US" sz="18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52" name="직사각형 51"/>
          <p:cNvSpPr>
            <a:spLocks noChangeArrowheads="1"/>
          </p:cNvSpPr>
          <p:nvPr/>
        </p:nvSpPr>
        <p:spPr bwMode="auto">
          <a:xfrm>
            <a:off x="1015998" y="3510270"/>
            <a:ext cx="161866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566738" indent="-16033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38238" indent="-323850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709738" indent="-485775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281238" indent="-64928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1138238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1" lang="ko-KR" altLang="en-US" sz="11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5" name="직사각형 54"/>
          <p:cNvSpPr>
            <a:spLocks noChangeArrowheads="1"/>
          </p:cNvSpPr>
          <p:nvPr/>
        </p:nvSpPr>
        <p:spPr bwMode="auto">
          <a:xfrm>
            <a:off x="1015998" y="5049454"/>
            <a:ext cx="161866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566738" indent="-16033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38238" indent="-323850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709738" indent="-485775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281238" indent="-64928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1138238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1" lang="ko-KR" altLang="en-US" sz="11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6" name="직사각형 55"/>
          <p:cNvSpPr>
            <a:spLocks noChangeArrowheads="1"/>
          </p:cNvSpPr>
          <p:nvPr/>
        </p:nvSpPr>
        <p:spPr bwMode="auto">
          <a:xfrm>
            <a:off x="5732377" y="1984182"/>
            <a:ext cx="161866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566738" indent="-16033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38238" indent="-323850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709738" indent="-485775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281238" indent="-64928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1138238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1" lang="ko-KR" altLang="en-US" sz="11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7" name="직사각형 56"/>
          <p:cNvSpPr>
            <a:spLocks noChangeArrowheads="1"/>
          </p:cNvSpPr>
          <p:nvPr/>
        </p:nvSpPr>
        <p:spPr bwMode="auto">
          <a:xfrm>
            <a:off x="5732377" y="3510270"/>
            <a:ext cx="161866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566738" indent="-16033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38238" indent="-323850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709738" indent="-485775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281238" indent="-64928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1138238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1" lang="ko-KR" altLang="en-US" sz="11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58" name="직사각형 57"/>
          <p:cNvSpPr>
            <a:spLocks noChangeArrowheads="1"/>
          </p:cNvSpPr>
          <p:nvPr/>
        </p:nvSpPr>
        <p:spPr bwMode="auto">
          <a:xfrm>
            <a:off x="5732377" y="5049454"/>
            <a:ext cx="1618668" cy="81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566738" indent="-16033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1138238" indent="-323850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709738" indent="-485775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2281238" indent="-649288" algn="l" defTabSz="1138238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1138238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1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나아가 문화의 발전에 기여한다</a:t>
            </a:r>
            <a:r>
              <a:rPr kumimoji="1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1" lang="ko-KR" altLang="en-US" sz="11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2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511487" y="2258344"/>
            <a:ext cx="3420000" cy="292857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03990" y="2258344"/>
            <a:ext cx="507497" cy="29285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8DA5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장점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FF66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990977" y="2258344"/>
            <a:ext cx="3420000" cy="292857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410977" y="2258344"/>
            <a:ext cx="507497" cy="2928578"/>
          </a:xfrm>
          <a:prstGeom prst="rect">
            <a:avLst/>
          </a:prstGeom>
          <a:solidFill>
            <a:schemeClr val="accent3"/>
          </a:solidFill>
          <a:ln>
            <a:solidFill>
              <a:srgbClr val="B7D0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단점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FF6600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598662" y="2446172"/>
            <a:ext cx="3231370" cy="308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85292" y="2446173"/>
            <a:ext cx="3231370" cy="308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26" name="takeaway_box"/>
          <p:cNvSpPr>
            <a:spLocks noChangeArrowheads="1"/>
          </p:cNvSpPr>
          <p:nvPr/>
        </p:nvSpPr>
        <p:spPr bwMode="gray">
          <a:xfrm>
            <a:off x="1003990" y="5531620"/>
            <a:ext cx="7914484" cy="531812"/>
          </a:xfrm>
          <a:prstGeom prst="rect">
            <a:avLst/>
          </a:prstGeom>
          <a:solidFill>
            <a:schemeClr val="accent6"/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anchor="ctr" anchorCtr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/>
              </a:rPr>
              <a:t>텍스트를 입력하시오 </a:t>
            </a:r>
            <a:endParaRPr kumimoji="0" lang="en-US" sz="16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/>
            </a:endParaRPr>
          </a:p>
        </p:txBody>
      </p:sp>
      <p:sp>
        <p:nvSpPr>
          <p:cNvPr id="27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04441" y="1653858"/>
            <a:ext cx="8259309" cy="50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b" anchorCtr="0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텍스트를 입력하세요 텍스트를 입력하세요텍스트를 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1200" cap="none" spc="-20" normalizeH="0" baseline="0" noProof="0" dirty="0" smtClean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텍스트를 입력하세요 텍스트를 입력하세요텍스트를 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 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0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901950" y="2215996"/>
            <a:ext cx="4000500" cy="4000500"/>
            <a:chOff x="2901950" y="1986757"/>
            <a:chExt cx="4000500" cy="4000500"/>
          </a:xfrm>
        </p:grpSpPr>
        <p:sp>
          <p:nvSpPr>
            <p:cNvPr id="8" name="직사각형 7"/>
            <p:cNvSpPr/>
            <p:nvPr/>
          </p:nvSpPr>
          <p:spPr>
            <a:xfrm>
              <a:off x="2901950" y="1986757"/>
              <a:ext cx="2000250" cy="200025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902200" y="1986757"/>
              <a:ext cx="2000250" cy="200025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901950" y="3987007"/>
              <a:ext cx="2000250" cy="200025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902200" y="3987007"/>
              <a:ext cx="2000250" cy="200025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902075" y="2986882"/>
              <a:ext cx="2000250" cy="200025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17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3132194" y="2302799"/>
            <a:ext cx="1539763" cy="541046"/>
            <a:chOff x="3162736" y="1212462"/>
            <a:chExt cx="1780588" cy="541046"/>
          </a:xfrm>
        </p:grpSpPr>
        <p:sp>
          <p:nvSpPr>
            <p:cNvPr id="18" name="TextBox 17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3162737" y="1455028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3162736" y="1212462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23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5132221" y="2302799"/>
            <a:ext cx="1539763" cy="520190"/>
            <a:chOff x="3162736" y="1212462"/>
            <a:chExt cx="1780588" cy="520190"/>
          </a:xfrm>
        </p:grpSpPr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3162737" y="1434172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3162736" y="1212462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35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3132194" y="5542447"/>
            <a:ext cx="1539763" cy="541046"/>
            <a:chOff x="3162736" y="1212462"/>
            <a:chExt cx="1780588" cy="541046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3162737" y="1455028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3162736" y="1212462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38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5132221" y="5542447"/>
            <a:ext cx="1539763" cy="520190"/>
            <a:chOff x="3162736" y="1212462"/>
            <a:chExt cx="1780588" cy="520190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3162737" y="1434172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3162736" y="1212462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pic>
        <p:nvPicPr>
          <p:cNvPr id="29" name="그림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8479">
            <a:off x="4806777" y="4077090"/>
            <a:ext cx="956420" cy="95642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065" y="3348741"/>
            <a:ext cx="981274" cy="981274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239" y="4158902"/>
            <a:ext cx="766839" cy="766839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425" y="3476328"/>
            <a:ext cx="775355" cy="77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0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7" name="think-cell Slide" r:id="rId15" imgW="395" imgH="394" progId="TCLayout.ActiveDocument.1">
                  <p:embed/>
                </p:oleObj>
              </mc:Choice>
              <mc:Fallback>
                <p:oleObj name="think-cell Slide" r:id="rId1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제목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Rectangle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56050" y="1973938"/>
            <a:ext cx="1375378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noAutofit/>
          </a:bodyPr>
          <a:lstStyle/>
          <a:p>
            <a:pPr marL="0" marR="0" lvl="0" indent="0" algn="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</a:t>
            </a:r>
            <a:r>
              <a:rPr kumimoji="0" lang="en-US" sz="120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39521" y="3677642"/>
            <a:ext cx="880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no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</a:t>
            </a:r>
            <a:endParaRPr kumimoji="0" lang="en-US" altLang="ko-KR" sz="1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9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92461" y="6117620"/>
            <a:ext cx="91371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0" name="Rectangle 1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684712" y="6124059"/>
            <a:ext cx="91371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1" name="Rectangle 1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568134" y="5932954"/>
            <a:ext cx="12431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noAutofit/>
          </a:bodyPr>
          <a:lstStyle/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grpSp>
        <p:nvGrpSpPr>
          <p:cNvPr id="12" name="Group 97"/>
          <p:cNvGrpSpPr/>
          <p:nvPr>
            <p:custDataLst>
              <p:tags r:id="rId8"/>
            </p:custDataLst>
          </p:nvPr>
        </p:nvGrpSpPr>
        <p:grpSpPr>
          <a:xfrm>
            <a:off x="3192461" y="1973939"/>
            <a:ext cx="3997328" cy="3832287"/>
            <a:chOff x="6611150" y="2689227"/>
            <a:chExt cx="2199100" cy="2174874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3" name="Rectangle 4"/>
            <p:cNvSpPr>
              <a:spLocks noChangeArrowheads="1"/>
            </p:cNvSpPr>
            <p:nvPr/>
          </p:nvSpPr>
          <p:spPr bwMode="blackWhite">
            <a:xfrm>
              <a:off x="6611150" y="3770314"/>
              <a:ext cx="1098781" cy="1093787"/>
            </a:xfrm>
            <a:prstGeom prst="rect">
              <a:avLst/>
            </a:prstGeom>
            <a:grpFill/>
            <a:ln w="3175">
              <a:solidFill>
                <a:schemeClr val="bg2"/>
              </a:solidFill>
              <a:miter lim="800000"/>
              <a:headEnd/>
              <a:tailEnd/>
            </a:ln>
            <a:effectLst/>
          </p:spPr>
          <p:txBody>
            <a:bodyPr wrap="none" lIns="54000" tIns="27432" rIns="54000" bIns="27432" anchor="ctr">
              <a:no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 </a:t>
              </a:r>
              <a:endParaRPr kumimoji="0" lang="en-US" altLang="ko-KR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Medium 14pt 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6611151" y="2689227"/>
              <a:ext cx="1098780" cy="1081087"/>
            </a:xfrm>
            <a:prstGeom prst="rect">
              <a:avLst/>
            </a:prstGeom>
            <a:grpFill/>
            <a:ln w="317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54864" tIns="27432" rIns="54864" bIns="27432" anchor="ctr">
              <a:no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 </a:t>
              </a:r>
              <a:endPara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Medium 14pt</a:t>
              </a:r>
              <a:r>
                <a:rPr kumimoji="0" lang="en-US" sz="12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</a:t>
              </a:r>
            </a:p>
          </p:txBody>
        </p:sp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7709931" y="3770314"/>
              <a:ext cx="1100319" cy="1093787"/>
            </a:xfrm>
            <a:prstGeom prst="rect">
              <a:avLst/>
            </a:prstGeom>
            <a:grpFill/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54864" tIns="27432" rIns="54864" bIns="27432" anchor="ctr">
              <a:no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 </a:t>
              </a:r>
              <a:endParaRPr kumimoji="0" lang="en-US" altLang="ko-KR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Medium 14pt</a:t>
              </a:r>
              <a:r>
                <a:rPr kumimoji="0" lang="en-US" altLang="ko-KR" sz="12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6" name="Rectangle 44"/>
            <p:cNvSpPr>
              <a:spLocks noChangeArrowheads="1"/>
            </p:cNvSpPr>
            <p:nvPr/>
          </p:nvSpPr>
          <p:spPr bwMode="auto">
            <a:xfrm>
              <a:off x="7709931" y="2689227"/>
              <a:ext cx="1100318" cy="108108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54864" tIns="27432" rIns="54864" bIns="27432" anchor="ctr">
              <a:no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소제목 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Medium 14pt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</a:t>
              </a:r>
            </a:p>
          </p:txBody>
        </p:sp>
      </p:grpSp>
      <p:cxnSp>
        <p:nvCxnSpPr>
          <p:cNvPr id="19" name="Straight Arrow Connector 93"/>
          <p:cNvCxnSpPr/>
          <p:nvPr>
            <p:custDataLst>
              <p:tags r:id="rId9"/>
            </p:custDataLst>
          </p:nvPr>
        </p:nvCxnSpPr>
        <p:spPr>
          <a:xfrm flipH="1">
            <a:off x="3192461" y="6025287"/>
            <a:ext cx="1284289" cy="0"/>
          </a:xfrm>
          <a:prstGeom prst="straightConnector1">
            <a:avLst/>
          </a:prstGeom>
          <a:noFill/>
          <a:ln w="12700" cap="flat" cmpd="sng" algn="ctr">
            <a:solidFill>
              <a:schemeClr val="bg2"/>
            </a:solidFill>
            <a:prstDash val="solid"/>
            <a:tailEnd type="stealth" w="lg" len="lg"/>
          </a:ln>
          <a:effectLst/>
        </p:spPr>
      </p:cxnSp>
      <p:cxnSp>
        <p:nvCxnSpPr>
          <p:cNvPr id="20" name="Straight Arrow Connector 94"/>
          <p:cNvCxnSpPr/>
          <p:nvPr>
            <p:custDataLst>
              <p:tags r:id="rId10"/>
            </p:custDataLst>
          </p:nvPr>
        </p:nvCxnSpPr>
        <p:spPr>
          <a:xfrm>
            <a:off x="5904587" y="6025287"/>
            <a:ext cx="1285200" cy="0"/>
          </a:xfrm>
          <a:prstGeom prst="straightConnector1">
            <a:avLst/>
          </a:prstGeom>
          <a:noFill/>
          <a:ln w="12700" cap="flat" cmpd="sng" algn="ctr">
            <a:solidFill>
              <a:schemeClr val="bg2"/>
            </a:solidFill>
            <a:prstDash val="solid"/>
            <a:tailEnd type="stealth" w="lg" len="lg"/>
          </a:ln>
          <a:effectLst/>
        </p:spPr>
      </p:cxnSp>
      <p:sp>
        <p:nvSpPr>
          <p:cNvPr id="23" name="ColumnHeader"/>
          <p:cNvSpPr>
            <a:spLocks noChangeArrowheads="1"/>
          </p:cNvSpPr>
          <p:nvPr/>
        </p:nvSpPr>
        <p:spPr bwMode="gray">
          <a:xfrm>
            <a:off x="3192462" y="1484313"/>
            <a:ext cx="3997326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none" tIns="46800" bIns="46800" anchor="b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cxnSp>
        <p:nvCxnSpPr>
          <p:cNvPr id="27" name="Straight Arrow Connector 93"/>
          <p:cNvCxnSpPr/>
          <p:nvPr>
            <p:custDataLst>
              <p:tags r:id="rId11"/>
            </p:custDataLst>
          </p:nvPr>
        </p:nvCxnSpPr>
        <p:spPr>
          <a:xfrm flipV="1">
            <a:off x="2984838" y="1973940"/>
            <a:ext cx="0" cy="1455060"/>
          </a:xfrm>
          <a:prstGeom prst="straightConnector1">
            <a:avLst/>
          </a:prstGeom>
          <a:noFill/>
          <a:ln w="12700" cap="flat" cmpd="sng" algn="ctr">
            <a:solidFill>
              <a:schemeClr val="bg2"/>
            </a:solidFill>
            <a:prstDash val="solid"/>
            <a:tailEnd type="stealth" w="lg" len="lg"/>
          </a:ln>
          <a:effectLst/>
        </p:spPr>
      </p:cxnSp>
      <p:cxnSp>
        <p:nvCxnSpPr>
          <p:cNvPr id="28" name="Straight Arrow Connector 94"/>
          <p:cNvCxnSpPr/>
          <p:nvPr>
            <p:custDataLst>
              <p:tags r:id="rId12"/>
            </p:custDataLst>
          </p:nvPr>
        </p:nvCxnSpPr>
        <p:spPr>
          <a:xfrm>
            <a:off x="2984837" y="4295775"/>
            <a:ext cx="0" cy="1510906"/>
          </a:xfrm>
          <a:prstGeom prst="straightConnector1">
            <a:avLst/>
          </a:prstGeom>
          <a:noFill/>
          <a:ln w="12700" cap="flat" cmpd="sng" algn="ctr">
            <a:solidFill>
              <a:schemeClr val="bg2"/>
            </a:solidFill>
            <a:prstDash val="solid"/>
            <a:tailEnd type="stealth" w="lg" len="lg"/>
          </a:ln>
          <a:effectLst/>
        </p:spPr>
      </p:cxnSp>
      <p:sp>
        <p:nvSpPr>
          <p:cNvPr id="24" name="Rectangle 10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456050" y="5638800"/>
            <a:ext cx="1375378" cy="167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noAutofit/>
          </a:bodyPr>
          <a:lstStyle/>
          <a:p>
            <a:pPr marL="0" marR="0" lvl="0" indent="0" algn="r" defTabSz="914400" rtl="0" eaLnBrk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 </a:t>
            </a:r>
            <a:r>
              <a:rPr kumimoji="0" lang="en-US" sz="120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49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개체 3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80"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6" name="개체 3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제목 4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왼쪽/오른쪽 화살표 5"/>
          <p:cNvSpPr/>
          <p:nvPr/>
        </p:nvSpPr>
        <p:spPr>
          <a:xfrm rot="5400000">
            <a:off x="-586195" y="3579626"/>
            <a:ext cx="4128527" cy="287883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896" y="3480238"/>
            <a:ext cx="622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중요도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396" y="1579097"/>
            <a:ext cx="47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높</a:t>
            </a:r>
            <a:r>
              <a:rPr kumimoji="0" lang="ko-KR" altLang="en-US" sz="120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음</a:t>
            </a:r>
            <a:endParaRPr kumimoji="0" lang="ko-KR" altLang="en-US" sz="1200" i="0" u="none" strike="noStrike" kern="1200" cap="none" spc="-20" normalizeH="0" baseline="0" noProof="0" dirty="0" smtClean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B6B6B6">
                  <a:lumMod val="2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3395" y="5573378"/>
            <a:ext cx="47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낮</a:t>
            </a:r>
            <a:r>
              <a:rPr kumimoji="0" lang="ko-KR" altLang="en-US" sz="120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음</a:t>
            </a:r>
          </a:p>
        </p:txBody>
      </p:sp>
      <p:sp>
        <p:nvSpPr>
          <p:cNvPr id="11" name="왼쪽/오른쪽 화살표 10"/>
          <p:cNvSpPr/>
          <p:nvPr/>
        </p:nvSpPr>
        <p:spPr>
          <a:xfrm>
            <a:off x="1685039" y="5691902"/>
            <a:ext cx="6548614" cy="287883"/>
          </a:xfrm>
          <a:prstGeom prst="left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8204" y="5897267"/>
            <a:ext cx="622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긴급도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7529" y="5928045"/>
            <a:ext cx="47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낮</a:t>
            </a:r>
            <a:r>
              <a:rPr kumimoji="0" lang="ko-KR" altLang="en-US" sz="120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7544" y="5928045"/>
            <a:ext cx="47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-20" normalizeH="0" baseline="0" noProof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B6B6B6">
                    <a:lumMod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높음</a:t>
            </a:r>
            <a:endParaRPr kumimoji="0" lang="ko-KR" altLang="en-US" sz="1200" i="0" u="none" strike="noStrike" kern="1200" cap="none" spc="-20" normalizeH="0" baseline="0" noProof="0" dirty="0" smtClean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B6B6B6">
                  <a:lumMod val="2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1671002" y="1659305"/>
            <a:ext cx="3238657" cy="1937200"/>
            <a:chOff x="1662702" y="1844824"/>
            <a:chExt cx="3238657" cy="1937200"/>
          </a:xfrm>
        </p:grpSpPr>
        <p:sp>
          <p:nvSpPr>
            <p:cNvPr id="32" name="직사각형 31"/>
            <p:cNvSpPr/>
            <p:nvPr/>
          </p:nvSpPr>
          <p:spPr>
            <a:xfrm>
              <a:off x="1662702" y="1844824"/>
              <a:ext cx="3238633" cy="360000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20" normalizeH="0" baseline="0" noProof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제 </a:t>
              </a:r>
              <a:r>
                <a:rPr kumimoji="0" lang="en-US" altLang="ko-KR" sz="1600" b="0" i="0" u="none" strike="noStrike" kern="1200" cap="none" spc="-20" normalizeH="0" baseline="0" noProof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1 </a:t>
              </a:r>
              <a:r>
                <a:rPr kumimoji="0" lang="ko-KR" altLang="en-US" sz="1600" b="0" i="0" u="none" strike="noStrike" kern="1200" cap="none" spc="-20" normalizeH="0" baseline="0" noProof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영역 </a:t>
              </a:r>
              <a:endParaRPr kumimoji="0" lang="ko-KR" altLang="en-US" sz="1600" b="0" i="0" u="none" strike="noStrike" kern="1200" cap="none" spc="-20" normalizeH="0" baseline="0" noProof="0" dirty="0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662726" y="2234024"/>
              <a:ext cx="3238633" cy="154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967995" y="2769286"/>
              <a:ext cx="2628000" cy="816941"/>
            </a:xfrm>
            <a:prstGeom prst="rect">
              <a:avLst/>
            </a:prstGeom>
          </p:spPr>
          <p:txBody>
            <a:bodyPr wrap="square" lIns="72000" tIns="54000" rIns="72000" bIns="54000" anchor="ctr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즉각적인 대응 필요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  <a:sym typeface="Wingdings" panose="05000000000000000000" pitchFamily="2" charset="2"/>
                </a:rPr>
                <a:t>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  <a:sym typeface="Wingdings" panose="05000000000000000000" pitchFamily="2" charset="2"/>
                </a:rPr>
                <a:t>결과와 직결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  <a:sym typeface="Wingdings" panose="05000000000000000000" pitchFamily="2" charset="2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가장 시급하게 처리해야 함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Ex)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고객 클레임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납기 임박 업무 등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070527" y="2332986"/>
              <a:ext cx="2416054" cy="324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긴급하고</a:t>
              </a:r>
              <a:r>
                <a:rPr kumimoji="0" lang="en-US" altLang="ko-KR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/</a:t>
              </a: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중요한</a:t>
              </a:r>
              <a:endParaRPr kumimoji="0" lang="ko-KR" altLang="en-US" sz="1400" b="0" i="0" u="none" strike="noStrike" kern="1200" cap="none" spc="-20" normalizeH="0" baseline="0" noProof="0" dirty="0">
                <a:ln w="0"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4995020" y="1659156"/>
            <a:ext cx="3238657" cy="1937200"/>
            <a:chOff x="4986720" y="1844675"/>
            <a:chExt cx="3238657" cy="1937200"/>
          </a:xfrm>
        </p:grpSpPr>
        <p:sp>
          <p:nvSpPr>
            <p:cNvPr id="28" name="직사각형 27"/>
            <p:cNvSpPr/>
            <p:nvPr/>
          </p:nvSpPr>
          <p:spPr>
            <a:xfrm>
              <a:off x="4986720" y="1844675"/>
              <a:ext cx="3238633" cy="360000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제 </a:t>
              </a:r>
              <a:r>
                <a:rPr kumimoji="0" lang="en-US" altLang="ko-KR" sz="1600" b="0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2 </a:t>
              </a:r>
              <a:r>
                <a:rPr kumimoji="0" lang="ko-KR" altLang="en-US" sz="1600" b="0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영역</a:t>
              </a:r>
              <a:endParaRPr kumimoji="0" lang="ko-KR" altLang="en-US" sz="1600" b="0" i="0" u="none" strike="noStrike" kern="1200" cap="none" spc="-20" normalizeH="0" baseline="0" noProof="0" dirty="0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4986744" y="2233875"/>
              <a:ext cx="3238633" cy="154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292037" y="2769286"/>
              <a:ext cx="2628000" cy="816941"/>
            </a:xfrm>
            <a:prstGeom prst="rect">
              <a:avLst/>
            </a:prstGeom>
          </p:spPr>
          <p:txBody>
            <a:bodyPr wrap="square" lIns="72000" tIns="54000" rIns="72000" bIns="54000" anchor="ctr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즉각적 효과는 없지만 꾸준한 활동 필요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중요성에도 불구하고 </a:t>
              </a:r>
              <a:r>
                <a:rPr kumimoji="0" lang="ko-KR" altLang="en-US" sz="1200" b="0" i="0" u="none" strike="noStrike" kern="1200" cap="none" spc="-20" normalizeH="0" baseline="0" noProof="0" dirty="0" err="1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미뤄지기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 쉬움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Ex)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중장기 계획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인재육성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기술개발 등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394568" y="2332986"/>
              <a:ext cx="2416054" cy="324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긴급하진 않으나</a:t>
              </a:r>
              <a:r>
                <a:rPr kumimoji="0" lang="en-US" altLang="ko-KR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/</a:t>
              </a: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중요한</a:t>
              </a:r>
              <a:endParaRPr kumimoji="0" lang="ko-KR" altLang="en-US" sz="1400" b="0" i="0" u="none" strike="noStrike" kern="1200" cap="none" spc="-20" normalizeH="0" baseline="0" noProof="0" dirty="0">
                <a:ln w="0"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1670979" y="3695136"/>
            <a:ext cx="3238633" cy="1925325"/>
            <a:chOff x="1662679" y="3880655"/>
            <a:chExt cx="3238633" cy="1925325"/>
          </a:xfrm>
        </p:grpSpPr>
        <p:sp>
          <p:nvSpPr>
            <p:cNvPr id="24" name="직사각형 23"/>
            <p:cNvSpPr/>
            <p:nvPr/>
          </p:nvSpPr>
          <p:spPr>
            <a:xfrm>
              <a:off x="1662679" y="3880655"/>
              <a:ext cx="3238633" cy="360000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제 </a:t>
              </a:r>
              <a:r>
                <a:rPr kumimoji="0" lang="en-US" altLang="ko-KR" sz="1600" b="1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3 </a:t>
              </a:r>
              <a:r>
                <a:rPr kumimoji="0" lang="ko-KR" altLang="en-US" sz="1600" b="1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영역</a:t>
              </a:r>
              <a:endParaRPr kumimoji="0" lang="ko-KR" altLang="en-US" sz="1600" b="1" i="0" u="none" strike="noStrike" kern="1200" cap="none" spc="-20" normalizeH="0" baseline="0" noProof="0" dirty="0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1662679" y="4257980"/>
              <a:ext cx="3238633" cy="154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1967995" y="4783941"/>
              <a:ext cx="2621414" cy="816941"/>
            </a:xfrm>
            <a:prstGeom prst="rect">
              <a:avLst/>
            </a:prstGeom>
          </p:spPr>
          <p:txBody>
            <a:bodyPr wrap="square" lIns="72000" tIns="54000" rIns="72000" bIns="54000" anchor="ctr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중요한 활동으로 오해하기 쉬움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   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중요한 결과를 가져다 주지 않는 영역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Ex)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무의미한 접객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갑작스런 회의 등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070527" y="4357395"/>
              <a:ext cx="2416054" cy="324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긴급하나</a:t>
              </a:r>
              <a:r>
                <a:rPr kumimoji="0" lang="en-US" altLang="ko-KR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/</a:t>
              </a: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중요하지 않은</a:t>
              </a:r>
              <a:endParaRPr kumimoji="0" lang="ko-KR" altLang="en-US" sz="1400" b="0" i="0" u="none" strike="noStrike" kern="1200" cap="none" spc="-20" normalizeH="0" baseline="0" noProof="0" dirty="0">
                <a:ln w="0"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4996340" y="3694987"/>
            <a:ext cx="3238633" cy="1925325"/>
            <a:chOff x="4988040" y="3880506"/>
            <a:chExt cx="3238633" cy="1925325"/>
          </a:xfrm>
        </p:grpSpPr>
        <p:sp>
          <p:nvSpPr>
            <p:cNvPr id="20" name="직사각형 19"/>
            <p:cNvSpPr/>
            <p:nvPr/>
          </p:nvSpPr>
          <p:spPr>
            <a:xfrm>
              <a:off x="4988040" y="3880506"/>
              <a:ext cx="3238633" cy="360000"/>
            </a:xfrm>
            <a:prstGeom prst="rect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제 </a:t>
              </a:r>
              <a:r>
                <a:rPr kumimoji="0" lang="en-US" altLang="ko-KR" sz="1600" b="1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4 </a:t>
              </a:r>
              <a:r>
                <a:rPr kumimoji="0" lang="ko-KR" altLang="en-US" sz="1600" b="1" i="0" u="none" strike="noStrike" kern="1200" cap="none" spc="-20" normalizeH="0" baseline="0" noProof="0" dirty="0" smtClean="0">
                  <a:ln>
                    <a:solidFill>
                      <a:srgbClr val="FF6600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영역</a:t>
              </a:r>
              <a:endParaRPr kumimoji="0" lang="ko-KR" altLang="en-US" sz="1600" b="1" i="0" u="none" strike="noStrike" kern="1200" cap="none" spc="-20" normalizeH="0" baseline="0" noProof="0" dirty="0">
                <a:ln>
                  <a:solidFill>
                    <a:srgbClr val="FF6600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4988040" y="4257831"/>
              <a:ext cx="3238633" cy="1548000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292036" y="4783941"/>
              <a:ext cx="2671703" cy="816941"/>
            </a:xfrm>
            <a:prstGeom prst="rect">
              <a:avLst/>
            </a:prstGeom>
          </p:spPr>
          <p:txBody>
            <a:bodyPr wrap="square" lIns="72000" tIns="54000" rIns="72000" bIns="54000" anchor="ctr">
              <a:spAutoFit/>
            </a:bodyPr>
            <a:lstStyle/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미래에 도움이 되지 않는 시간낭비 영역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   </a:t>
              </a: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손 대지 말아야 하는 과제들이 위치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88900" marR="0" lvl="0" indent="-88900" algn="l" defTabSz="457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Ex)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보여주기 식 업무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무의미한 </a:t>
              </a: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TV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FFFFFF">
                        <a:alpha val="0"/>
                      </a:srgbClr>
                    </a:solidFill>
                  </a:ln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시청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94568" y="4357395"/>
              <a:ext cx="2416054" cy="324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긴급하지 않고</a:t>
              </a:r>
              <a:r>
                <a:rPr kumimoji="0" lang="en-US" altLang="ko-KR" sz="1400" b="0" i="0" u="none" strike="noStrike" kern="1200" cap="none" spc="-20" normalizeH="0" baseline="0" noProof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/</a:t>
              </a:r>
              <a:r>
                <a:rPr kumimoji="0" lang="ko-KR" altLang="en-US" sz="1400" b="0" i="0" u="none" strike="noStrike" kern="1200" cap="none" spc="-20" normalizeH="0" baseline="0" noProof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중요하지 </a:t>
              </a:r>
              <a:r>
                <a:rPr kumimoji="0" lang="ko-KR" altLang="en-US" sz="1400" b="0" i="0" u="none" strike="noStrike" kern="1200" cap="none" spc="-20" normalizeH="0" baseline="0" noProof="0" dirty="0" smtClean="0">
                  <a:ln w="0"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않은</a:t>
              </a:r>
              <a:endParaRPr kumimoji="0" lang="ko-KR" altLang="en-US" sz="1400" b="0" i="0" u="none" strike="noStrike" kern="1200" cap="none" spc="-20" normalizeH="0" baseline="0" noProof="0" dirty="0">
                <a:ln w="0"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sp>
        <p:nvSpPr>
          <p:cNvPr id="38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03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7" name="개체 9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14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7" name="개체 9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제목 10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1372450" y="1685237"/>
          <a:ext cx="7344594" cy="419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725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0" kern="120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분산형</a:t>
                      </a:r>
                      <a:r>
                        <a:rPr lang="ko-KR" altLang="en-US" sz="1600" b="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 사업</a:t>
                      </a:r>
                      <a:endParaRPr lang="ko-KR" altLang="en-US" sz="16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0" kern="120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특화형</a:t>
                      </a:r>
                      <a:r>
                        <a:rPr lang="ko-KR" altLang="en-US" sz="1600" b="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 사업</a:t>
                      </a:r>
                      <a:endParaRPr lang="ko-KR" altLang="en-US" sz="16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pPr latinLnBrk="1"/>
                      <a:endParaRPr lang="ko-KR" altLang="en-US" sz="12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막다른 </a:t>
                      </a:r>
                      <a:r>
                        <a:rPr lang="ko-KR" altLang="en-US" sz="1600" b="0" kern="120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골목형</a:t>
                      </a:r>
                      <a:r>
                        <a:rPr lang="ko-KR" altLang="en-US" sz="1600" b="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 사업</a:t>
                      </a:r>
                      <a:endParaRPr lang="ko-KR" altLang="en-US" sz="16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600" b="0" kern="1200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규모형</a:t>
                      </a:r>
                      <a:r>
                        <a:rPr lang="ko-KR" altLang="en-US" sz="1600" b="0" kern="120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 사업</a:t>
                      </a:r>
                      <a:endParaRPr lang="ko-KR" altLang="en-US" sz="16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200" b="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그룹 5"/>
          <p:cNvGrpSpPr/>
          <p:nvPr/>
        </p:nvGrpSpPr>
        <p:grpSpPr>
          <a:xfrm>
            <a:off x="915689" y="1607368"/>
            <a:ext cx="503368" cy="4349618"/>
            <a:chOff x="730863" y="1731350"/>
            <a:chExt cx="503368" cy="4349618"/>
          </a:xfrm>
        </p:grpSpPr>
        <p:cxnSp>
          <p:nvCxnSpPr>
            <p:cNvPr id="7" name="직선 화살표 연결선 6"/>
            <p:cNvCxnSpPr/>
            <p:nvPr/>
          </p:nvCxnSpPr>
          <p:spPr>
            <a:xfrm flipV="1">
              <a:off x="984339" y="2043047"/>
              <a:ext cx="0" cy="3762217"/>
            </a:xfrm>
            <a:prstGeom prst="straightConnector1">
              <a:avLst/>
            </a:prstGeom>
            <a:ln w="50800">
              <a:solidFill>
                <a:srgbClr val="E9B86E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텍스트 개체 틀 3"/>
            <p:cNvSpPr txBox="1">
              <a:spLocks/>
            </p:cNvSpPr>
            <p:nvPr/>
          </p:nvSpPr>
          <p:spPr>
            <a:xfrm>
              <a:off x="730863" y="5792936"/>
              <a:ext cx="503368" cy="2880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sz="160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소수</a:t>
              </a:r>
              <a:endPara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9" name="텍스트 개체 틀 3"/>
            <p:cNvSpPr txBox="1">
              <a:spLocks/>
            </p:cNvSpPr>
            <p:nvPr/>
          </p:nvSpPr>
          <p:spPr>
            <a:xfrm>
              <a:off x="730863" y="1731350"/>
              <a:ext cx="503368" cy="2880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sz="160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다수</a:t>
              </a:r>
              <a:endPara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283508" y="5867633"/>
            <a:ext cx="7577774" cy="288032"/>
            <a:chOff x="1098682" y="5991615"/>
            <a:chExt cx="7577774" cy="288032"/>
          </a:xfrm>
        </p:grpSpPr>
        <p:cxnSp>
          <p:nvCxnSpPr>
            <p:cNvPr id="11" name="직선 화살표 연결선 10"/>
            <p:cNvCxnSpPr/>
            <p:nvPr/>
          </p:nvCxnSpPr>
          <p:spPr>
            <a:xfrm>
              <a:off x="1539197" y="6135631"/>
              <a:ext cx="6696744" cy="0"/>
            </a:xfrm>
            <a:prstGeom prst="straightConnector1">
              <a:avLst/>
            </a:prstGeom>
            <a:ln w="50800">
              <a:solidFill>
                <a:schemeClr val="accent6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텍스트 개체 틀 3"/>
            <p:cNvSpPr txBox="1">
              <a:spLocks/>
            </p:cNvSpPr>
            <p:nvPr/>
          </p:nvSpPr>
          <p:spPr>
            <a:xfrm>
              <a:off x="1098682" y="5991615"/>
              <a:ext cx="503368" cy="2880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sz="160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小</a:t>
              </a:r>
              <a:endPara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13" name="텍스트 개체 틀 3"/>
            <p:cNvSpPr txBox="1">
              <a:spLocks/>
            </p:cNvSpPr>
            <p:nvPr/>
          </p:nvSpPr>
          <p:spPr>
            <a:xfrm>
              <a:off x="8173088" y="5991615"/>
              <a:ext cx="503368" cy="2880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sz="1600" kern="12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大</a:t>
              </a:r>
              <a:endPara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2483846" y="2063947"/>
            <a:ext cx="14388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B4985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규모를 키울 수 없음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B4985A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937103" y="2063946"/>
            <a:ext cx="19046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B4985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전략 여부에 따라 수익 창출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B4985A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412194" y="4148341"/>
            <a:ext cx="15821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B4985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수익을 기대할 수 없음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B4985A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955060" y="4148340"/>
            <a:ext cx="18687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B4985A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규모가 클수록 수익성 향상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B4985A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8" name="텍스트 개체 틀 3"/>
          <p:cNvSpPr txBox="1">
            <a:spLocks/>
          </p:cNvSpPr>
          <p:nvPr/>
        </p:nvSpPr>
        <p:spPr>
          <a:xfrm>
            <a:off x="324050" y="3161002"/>
            <a:ext cx="1194566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업계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경쟁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요인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수</a:t>
            </a:r>
          </a:p>
        </p:txBody>
      </p:sp>
      <p:sp>
        <p:nvSpPr>
          <p:cNvPr id="19" name="텍스트 개체 틀 3"/>
          <p:cNvSpPr txBox="1">
            <a:spLocks/>
          </p:cNvSpPr>
          <p:nvPr/>
        </p:nvSpPr>
        <p:spPr>
          <a:xfrm>
            <a:off x="4152809" y="5994715"/>
            <a:ext cx="1783876" cy="3140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600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1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우위 구축 가능성</a:t>
            </a:r>
            <a:endParaRPr kumimoji="0" lang="ko-KR" altLang="en-US" sz="1200" b="1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5205941" y="4457146"/>
            <a:ext cx="3214316" cy="1316822"/>
            <a:chOff x="5021115" y="4581128"/>
            <a:chExt cx="3214316" cy="1316822"/>
          </a:xfrm>
        </p:grpSpPr>
        <p:grpSp>
          <p:nvGrpSpPr>
            <p:cNvPr id="21" name="그룹 20"/>
            <p:cNvGrpSpPr/>
            <p:nvPr/>
          </p:nvGrpSpPr>
          <p:grpSpPr>
            <a:xfrm>
              <a:off x="5547877" y="4652924"/>
              <a:ext cx="2313494" cy="1152128"/>
              <a:chOff x="1602050" y="2492896"/>
              <a:chExt cx="2313494" cy="1152128"/>
            </a:xfrm>
          </p:grpSpPr>
          <p:cxnSp>
            <p:nvCxnSpPr>
              <p:cNvPr id="25" name="직선 연결선 24"/>
              <p:cNvCxnSpPr/>
              <p:nvPr/>
            </p:nvCxnSpPr>
            <p:spPr>
              <a:xfrm>
                <a:off x="1602050" y="2492896"/>
                <a:ext cx="0" cy="1152128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 flipH="1">
                <a:off x="1602050" y="3640000"/>
                <a:ext cx="2313494" cy="0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그룹 21"/>
            <p:cNvGrpSpPr/>
            <p:nvPr/>
          </p:nvGrpSpPr>
          <p:grpSpPr>
            <a:xfrm>
              <a:off x="5021115" y="4581128"/>
              <a:ext cx="3214316" cy="1316822"/>
              <a:chOff x="1345105" y="2577604"/>
              <a:chExt cx="3214316" cy="1316822"/>
            </a:xfrm>
          </p:grpSpPr>
          <p:sp>
            <p:nvSpPr>
              <p:cNvPr id="23" name="직사각형 22"/>
              <p:cNvSpPr/>
              <p:nvPr/>
            </p:nvSpPr>
            <p:spPr>
              <a:xfrm>
                <a:off x="1345105" y="2577604"/>
                <a:ext cx="542456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20" normalizeH="0" baseline="0" noProof="0" dirty="0" smtClean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rPr>
                  <a:t>수익성</a:t>
                </a:r>
                <a:endParaRPr kumimoji="0" lang="ko-KR" altLang="en-US" sz="1600" b="0" i="0" u="none" strike="noStrike" kern="1200" cap="none" spc="-20" normalizeH="0" baseline="0" noProof="0" dirty="0">
                  <a:ln>
                    <a:solidFill>
                      <a:srgbClr val="B4985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>
              <a:xfrm>
                <a:off x="4136228" y="3648205"/>
                <a:ext cx="423193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20" normalizeH="0" baseline="0" noProof="0" dirty="0" smtClean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rPr>
                  <a:t>규모</a:t>
                </a:r>
                <a:endParaRPr kumimoji="0" lang="ko-KR" altLang="en-US" sz="1600" b="0" i="0" u="none" strike="noStrike" kern="1200" cap="none" spc="-20" normalizeH="0" baseline="0" noProof="0" dirty="0">
                  <a:ln>
                    <a:solidFill>
                      <a:srgbClr val="B4985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</p:grpSp>
      </p:grpSp>
      <p:grpSp>
        <p:nvGrpSpPr>
          <p:cNvPr id="27" name="그룹 26"/>
          <p:cNvGrpSpPr/>
          <p:nvPr/>
        </p:nvGrpSpPr>
        <p:grpSpPr>
          <a:xfrm>
            <a:off x="1529931" y="4457146"/>
            <a:ext cx="3214316" cy="1316822"/>
            <a:chOff x="1345105" y="2480196"/>
            <a:chExt cx="3214316" cy="1316822"/>
          </a:xfrm>
        </p:grpSpPr>
        <p:grpSp>
          <p:nvGrpSpPr>
            <p:cNvPr id="28" name="그룹 27"/>
            <p:cNvGrpSpPr/>
            <p:nvPr/>
          </p:nvGrpSpPr>
          <p:grpSpPr>
            <a:xfrm>
              <a:off x="1868322" y="2539504"/>
              <a:ext cx="2313494" cy="1152128"/>
              <a:chOff x="1602050" y="2492896"/>
              <a:chExt cx="2313494" cy="1152128"/>
            </a:xfrm>
          </p:grpSpPr>
          <p:cxnSp>
            <p:nvCxnSpPr>
              <p:cNvPr id="32" name="직선 연결선 31"/>
              <p:cNvCxnSpPr/>
              <p:nvPr/>
            </p:nvCxnSpPr>
            <p:spPr>
              <a:xfrm>
                <a:off x="1602050" y="2492896"/>
                <a:ext cx="0" cy="1152128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/>
              <p:cNvCxnSpPr/>
              <p:nvPr/>
            </p:nvCxnSpPr>
            <p:spPr>
              <a:xfrm flipH="1">
                <a:off x="1602050" y="3640000"/>
                <a:ext cx="2313494" cy="0"/>
              </a:xfrm>
              <a:prstGeom prst="line">
                <a:avLst/>
              </a:prstGeom>
              <a:ln w="12700">
                <a:solidFill>
                  <a:schemeClr val="tx1">
                    <a:lumMod val="95000"/>
                    <a:lumOff val="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그룹 28"/>
            <p:cNvGrpSpPr/>
            <p:nvPr/>
          </p:nvGrpSpPr>
          <p:grpSpPr>
            <a:xfrm>
              <a:off x="1345105" y="2480196"/>
              <a:ext cx="3214316" cy="1316822"/>
              <a:chOff x="1345105" y="2577604"/>
              <a:chExt cx="3214316" cy="1316822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345105" y="2577604"/>
                <a:ext cx="542456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20" normalizeH="0" baseline="0" noProof="0" dirty="0" smtClean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rPr>
                  <a:t>수익성</a:t>
                </a:r>
                <a:endParaRPr kumimoji="0" lang="ko-KR" altLang="en-US" sz="1600" b="0" i="0" u="none" strike="noStrike" kern="1200" cap="none" spc="-20" normalizeH="0" baseline="0" noProof="0" dirty="0">
                  <a:ln>
                    <a:solidFill>
                      <a:srgbClr val="B4985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  <p:sp>
            <p:nvSpPr>
              <p:cNvPr id="31" name="직사각형 30"/>
              <p:cNvSpPr/>
              <p:nvPr/>
            </p:nvSpPr>
            <p:spPr>
              <a:xfrm>
                <a:off x="4136228" y="3648205"/>
                <a:ext cx="423193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-20" normalizeH="0" baseline="0" noProof="0" dirty="0" smtClean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rPr>
                  <a:t>규모</a:t>
                </a:r>
                <a:endParaRPr kumimoji="0" lang="ko-KR" altLang="en-US" sz="1600" b="0" i="0" u="none" strike="noStrike" kern="1200" cap="none" spc="-20" normalizeH="0" baseline="0" noProof="0" dirty="0">
                  <a:ln>
                    <a:solidFill>
                      <a:srgbClr val="B4985A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</p:grpSp>
      </p:grpSp>
      <p:grpSp>
        <p:nvGrpSpPr>
          <p:cNvPr id="34" name="그룹 33"/>
          <p:cNvGrpSpPr/>
          <p:nvPr/>
        </p:nvGrpSpPr>
        <p:grpSpPr>
          <a:xfrm>
            <a:off x="1529931" y="2356214"/>
            <a:ext cx="3214316" cy="1316822"/>
            <a:chOff x="1345105" y="2480196"/>
            <a:chExt cx="3214316" cy="1316822"/>
          </a:xfrm>
        </p:grpSpPr>
        <p:grpSp>
          <p:nvGrpSpPr>
            <p:cNvPr id="35" name="그룹 34"/>
            <p:cNvGrpSpPr/>
            <p:nvPr/>
          </p:nvGrpSpPr>
          <p:grpSpPr>
            <a:xfrm>
              <a:off x="1345105" y="2480196"/>
              <a:ext cx="3214316" cy="1316822"/>
              <a:chOff x="1345105" y="2480196"/>
              <a:chExt cx="3214316" cy="1316822"/>
            </a:xfrm>
          </p:grpSpPr>
          <p:grpSp>
            <p:nvGrpSpPr>
              <p:cNvPr id="47" name="그룹 46"/>
              <p:cNvGrpSpPr/>
              <p:nvPr/>
            </p:nvGrpSpPr>
            <p:grpSpPr>
              <a:xfrm>
                <a:off x="1868322" y="2539504"/>
                <a:ext cx="2313494" cy="1152128"/>
                <a:chOff x="1602050" y="2492896"/>
                <a:chExt cx="2313494" cy="1152128"/>
              </a:xfrm>
            </p:grpSpPr>
            <p:cxnSp>
              <p:nvCxnSpPr>
                <p:cNvPr id="51" name="직선 연결선 50"/>
                <p:cNvCxnSpPr/>
                <p:nvPr/>
              </p:nvCxnSpPr>
              <p:spPr>
                <a:xfrm>
                  <a:off x="1602050" y="2492896"/>
                  <a:ext cx="0" cy="115212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/>
                <p:cNvCxnSpPr/>
                <p:nvPr/>
              </p:nvCxnSpPr>
              <p:spPr>
                <a:xfrm flipH="1">
                  <a:off x="1602050" y="3640000"/>
                  <a:ext cx="2313494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그룹 47"/>
              <p:cNvGrpSpPr/>
              <p:nvPr/>
            </p:nvGrpSpPr>
            <p:grpSpPr>
              <a:xfrm>
                <a:off x="1345105" y="2480196"/>
                <a:ext cx="3214316" cy="1316822"/>
                <a:chOff x="1345105" y="2577604"/>
                <a:chExt cx="3214316" cy="1316822"/>
              </a:xfrm>
            </p:grpSpPr>
            <p:sp>
              <p:nvSpPr>
                <p:cNvPr id="49" name="직사각형 48"/>
                <p:cNvSpPr/>
                <p:nvPr/>
              </p:nvSpPr>
              <p:spPr>
                <a:xfrm>
                  <a:off x="1345105" y="2577604"/>
                  <a:ext cx="542456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20" normalizeH="0" baseline="0" noProof="0" dirty="0" smtClean="0">
                      <a:ln>
                        <a:solidFill>
                          <a:srgbClr val="B4985A">
                            <a:alpha val="0"/>
                          </a:srgbClr>
                        </a:solidFill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본고딕 Normal"/>
                      <a:ea typeface="본고딕 Normal"/>
                      <a:cs typeface="+mn-cs"/>
                    </a:rPr>
                    <a:t>수익성</a:t>
                  </a:r>
                  <a:endParaRPr kumimoji="0" lang="ko-KR" altLang="en-US" sz="1600" b="0" i="0" u="none" strike="noStrike" kern="1200" cap="none" spc="-20" normalizeH="0" baseline="0" noProof="0" dirty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endParaRPr>
                </a:p>
              </p:txBody>
            </p:sp>
            <p:sp>
              <p:nvSpPr>
                <p:cNvPr id="50" name="직사각형 49"/>
                <p:cNvSpPr/>
                <p:nvPr/>
              </p:nvSpPr>
              <p:spPr>
                <a:xfrm>
                  <a:off x="4136228" y="3648205"/>
                  <a:ext cx="423193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20" normalizeH="0" baseline="0" noProof="0" dirty="0" smtClean="0">
                      <a:ln>
                        <a:solidFill>
                          <a:srgbClr val="B4985A">
                            <a:alpha val="0"/>
                          </a:srgbClr>
                        </a:solidFill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본고딕 Normal"/>
                      <a:ea typeface="본고딕 Normal"/>
                      <a:cs typeface="+mn-cs"/>
                    </a:rPr>
                    <a:t>규모</a:t>
                  </a:r>
                  <a:endParaRPr kumimoji="0" lang="ko-KR" altLang="en-US" sz="1600" b="0" i="0" u="none" strike="noStrike" kern="1200" cap="none" spc="-20" normalizeH="0" baseline="0" noProof="0" dirty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endParaRPr>
                </a:p>
              </p:txBody>
            </p:sp>
          </p:grpSp>
        </p:grpSp>
        <p:sp>
          <p:nvSpPr>
            <p:cNvPr id="36" name="타원 35"/>
            <p:cNvSpPr/>
            <p:nvPr/>
          </p:nvSpPr>
          <p:spPr>
            <a:xfrm>
              <a:off x="2018789" y="3442797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8" name="타원 37"/>
            <p:cNvSpPr/>
            <p:nvPr/>
          </p:nvSpPr>
          <p:spPr>
            <a:xfrm>
              <a:off x="2155613" y="300756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9" name="타원 38"/>
            <p:cNvSpPr/>
            <p:nvPr/>
          </p:nvSpPr>
          <p:spPr>
            <a:xfrm>
              <a:off x="2271721" y="3284984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0" name="타원 39"/>
            <p:cNvSpPr/>
            <p:nvPr/>
          </p:nvSpPr>
          <p:spPr>
            <a:xfrm>
              <a:off x="2441829" y="3433402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2490128" y="3176984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2646729" y="3334797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3" name="타원 42"/>
            <p:cNvSpPr/>
            <p:nvPr/>
          </p:nvSpPr>
          <p:spPr>
            <a:xfrm>
              <a:off x="2803330" y="347670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4" name="타원 43"/>
            <p:cNvSpPr/>
            <p:nvPr/>
          </p:nvSpPr>
          <p:spPr>
            <a:xfrm>
              <a:off x="3067931" y="3284984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3277808" y="3433402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3537088" y="3379402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5205941" y="2356214"/>
            <a:ext cx="3214316" cy="1316822"/>
            <a:chOff x="5021115" y="2480196"/>
            <a:chExt cx="3214316" cy="1316822"/>
          </a:xfrm>
        </p:grpSpPr>
        <p:grpSp>
          <p:nvGrpSpPr>
            <p:cNvPr id="54" name="그룹 53"/>
            <p:cNvGrpSpPr/>
            <p:nvPr/>
          </p:nvGrpSpPr>
          <p:grpSpPr>
            <a:xfrm>
              <a:off x="5021115" y="2480196"/>
              <a:ext cx="3214316" cy="1316822"/>
              <a:chOff x="5021115" y="2480196"/>
              <a:chExt cx="3214316" cy="1316822"/>
            </a:xfrm>
          </p:grpSpPr>
          <p:grpSp>
            <p:nvGrpSpPr>
              <p:cNvPr id="66" name="그룹 65"/>
              <p:cNvGrpSpPr/>
              <p:nvPr/>
            </p:nvGrpSpPr>
            <p:grpSpPr>
              <a:xfrm>
                <a:off x="5547874" y="2539504"/>
                <a:ext cx="2313494" cy="1152128"/>
                <a:chOff x="1602050" y="2492896"/>
                <a:chExt cx="2313494" cy="1152128"/>
              </a:xfrm>
            </p:grpSpPr>
            <p:cxnSp>
              <p:nvCxnSpPr>
                <p:cNvPr id="70" name="직선 연결선 69"/>
                <p:cNvCxnSpPr/>
                <p:nvPr/>
              </p:nvCxnSpPr>
              <p:spPr>
                <a:xfrm>
                  <a:off x="1602050" y="2492896"/>
                  <a:ext cx="0" cy="1152128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/>
                <p:cNvCxnSpPr/>
                <p:nvPr/>
              </p:nvCxnSpPr>
              <p:spPr>
                <a:xfrm flipH="1">
                  <a:off x="1602050" y="3640000"/>
                  <a:ext cx="2313494" cy="0"/>
                </a:xfrm>
                <a:prstGeom prst="line">
                  <a:avLst/>
                </a:prstGeom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7" name="그룹 66"/>
              <p:cNvGrpSpPr/>
              <p:nvPr/>
            </p:nvGrpSpPr>
            <p:grpSpPr>
              <a:xfrm>
                <a:off x="5021115" y="2480196"/>
                <a:ext cx="3214316" cy="1316822"/>
                <a:chOff x="1345105" y="2577604"/>
                <a:chExt cx="3214316" cy="1316822"/>
              </a:xfrm>
            </p:grpSpPr>
            <p:sp>
              <p:nvSpPr>
                <p:cNvPr id="68" name="직사각형 67"/>
                <p:cNvSpPr/>
                <p:nvPr/>
              </p:nvSpPr>
              <p:spPr>
                <a:xfrm>
                  <a:off x="1345105" y="2577604"/>
                  <a:ext cx="542456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20" normalizeH="0" baseline="0" noProof="0" dirty="0" smtClean="0">
                      <a:ln>
                        <a:solidFill>
                          <a:srgbClr val="B4985A">
                            <a:alpha val="0"/>
                          </a:srgbClr>
                        </a:solidFill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본고딕 Normal"/>
                      <a:ea typeface="본고딕 Normal"/>
                      <a:cs typeface="+mn-cs"/>
                    </a:rPr>
                    <a:t>수익성</a:t>
                  </a:r>
                  <a:endParaRPr kumimoji="0" lang="ko-KR" altLang="en-US" sz="1600" b="0" i="0" u="none" strike="noStrike" kern="1200" cap="none" spc="-20" normalizeH="0" baseline="0" noProof="0" dirty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endParaRPr>
                </a:p>
              </p:txBody>
            </p:sp>
            <p:sp>
              <p:nvSpPr>
                <p:cNvPr id="69" name="직사각형 68"/>
                <p:cNvSpPr/>
                <p:nvPr/>
              </p:nvSpPr>
              <p:spPr>
                <a:xfrm>
                  <a:off x="4136228" y="3648205"/>
                  <a:ext cx="423193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-20" normalizeH="0" baseline="0" noProof="0" dirty="0" smtClean="0">
                      <a:ln>
                        <a:solidFill>
                          <a:srgbClr val="B4985A">
                            <a:alpha val="0"/>
                          </a:srgbClr>
                        </a:solidFill>
                      </a:ln>
                      <a:solidFill>
                        <a:srgbClr val="262626"/>
                      </a:solidFill>
                      <a:effectLst/>
                      <a:uLnTx/>
                      <a:uFillTx/>
                      <a:latin typeface="본고딕 Normal"/>
                      <a:ea typeface="본고딕 Normal"/>
                      <a:cs typeface="+mn-cs"/>
                    </a:rPr>
                    <a:t>규모</a:t>
                  </a:r>
                  <a:endParaRPr kumimoji="0" lang="ko-KR" altLang="en-US" sz="1600" b="0" i="0" u="none" strike="noStrike" kern="1200" cap="none" spc="-20" normalizeH="0" baseline="0" noProof="0" dirty="0">
                    <a:ln>
                      <a:solidFill>
                        <a:srgbClr val="B4985A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endParaRPr>
                </a:p>
              </p:txBody>
            </p:sp>
          </p:grpSp>
        </p:grpSp>
        <p:sp>
          <p:nvSpPr>
            <p:cNvPr id="55" name="타원 54"/>
            <p:cNvSpPr/>
            <p:nvPr/>
          </p:nvSpPr>
          <p:spPr>
            <a:xfrm>
              <a:off x="5683049" y="295356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5868144" y="328861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6145974" y="3236845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6037974" y="3463697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6372200" y="311556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6480200" y="3271402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1" name="타원 60"/>
            <p:cNvSpPr/>
            <p:nvPr/>
          </p:nvSpPr>
          <p:spPr>
            <a:xfrm>
              <a:off x="6691110" y="3115568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6897510" y="3379402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7058321" y="3535257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4" name="타원 63"/>
            <p:cNvSpPr/>
            <p:nvPr/>
          </p:nvSpPr>
          <p:spPr>
            <a:xfrm>
              <a:off x="7227976" y="3090869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5" name="타원 64"/>
            <p:cNvSpPr/>
            <p:nvPr/>
          </p:nvSpPr>
          <p:spPr>
            <a:xfrm>
              <a:off x="7436095" y="3036869"/>
              <a:ext cx="108000" cy="108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72" name="타원 71"/>
          <p:cNvSpPr/>
          <p:nvPr/>
        </p:nvSpPr>
        <p:spPr>
          <a:xfrm>
            <a:off x="2255263" y="539601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2464015" y="54514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2626655" y="528801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2843295" y="523401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3053974" y="53277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2897295" y="53434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3242483" y="52197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9" name="타원 78"/>
          <p:cNvSpPr/>
          <p:nvPr/>
        </p:nvSpPr>
        <p:spPr>
          <a:xfrm>
            <a:off x="3462634" y="52354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0" name="타원 79"/>
          <p:cNvSpPr/>
          <p:nvPr/>
        </p:nvSpPr>
        <p:spPr>
          <a:xfrm>
            <a:off x="3388105" y="5117706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3659974" y="52197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5921875" y="549441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3" name="타원 82"/>
          <p:cNvSpPr/>
          <p:nvPr/>
        </p:nvSpPr>
        <p:spPr>
          <a:xfrm>
            <a:off x="6106970" y="53277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4" name="타원 83"/>
          <p:cNvSpPr/>
          <p:nvPr/>
        </p:nvSpPr>
        <p:spPr>
          <a:xfrm>
            <a:off x="6330800" y="5327777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6554630" y="5086065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6" name="타원 85"/>
          <p:cNvSpPr/>
          <p:nvPr/>
        </p:nvSpPr>
        <p:spPr>
          <a:xfrm>
            <a:off x="6821936" y="4999285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6719026" y="5140065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6662630" y="4894214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7016296" y="4763186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7369962" y="4709186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7246956" y="4569363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2" name="타원 91"/>
          <p:cNvSpPr/>
          <p:nvPr/>
        </p:nvSpPr>
        <p:spPr>
          <a:xfrm>
            <a:off x="7477962" y="4550321"/>
            <a:ext cx="108000" cy="10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>
            <a:off x="2184633" y="2676669"/>
            <a:ext cx="1968176" cy="632751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V="1">
            <a:off x="2203615" y="4999285"/>
            <a:ext cx="1510359" cy="342732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 flipV="1">
            <a:off x="2541303" y="5352050"/>
            <a:ext cx="1234611" cy="280159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 flipV="1">
            <a:off x="5840788" y="4432520"/>
            <a:ext cx="1468092" cy="949258"/>
          </a:xfrm>
          <a:prstGeom prst="straightConnector1">
            <a:avLst/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158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/>
              <a:t>DIAGRAM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Retângulo 45">
            <a:extLst>
              <a:ext uri="{FF2B5EF4-FFF2-40B4-BE49-F238E27FC236}">
                <a16:creationId xmlns="" xmlns:a16="http://schemas.microsoft.com/office/drawing/2014/main" id="{2347C2B8-9008-4D7C-A2F9-9E60524DF288}"/>
              </a:ext>
            </a:extLst>
          </p:cNvPr>
          <p:cNvSpPr/>
          <p:nvPr/>
        </p:nvSpPr>
        <p:spPr>
          <a:xfrm>
            <a:off x="767729" y="1626339"/>
            <a:ext cx="1010451" cy="8420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Extreme</a:t>
            </a:r>
          </a:p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&gt; USD 100 MM</a:t>
            </a:r>
          </a:p>
        </p:txBody>
      </p:sp>
      <p:sp>
        <p:nvSpPr>
          <p:cNvPr id="8" name="Retângulo 46">
            <a:extLst>
              <a:ext uri="{FF2B5EF4-FFF2-40B4-BE49-F238E27FC236}">
                <a16:creationId xmlns="" xmlns:a16="http://schemas.microsoft.com/office/drawing/2014/main" id="{20864FF8-29D7-46D2-8BAE-AB163D6FD4A7}"/>
              </a:ext>
            </a:extLst>
          </p:cNvPr>
          <p:cNvSpPr/>
          <p:nvPr/>
        </p:nvSpPr>
        <p:spPr>
          <a:xfrm>
            <a:off x="767729" y="2501235"/>
            <a:ext cx="1010451" cy="8420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</a:t>
            </a:r>
          </a:p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&gt; USD 50 MM</a:t>
            </a:r>
          </a:p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&lt; USD 100 MM</a:t>
            </a:r>
          </a:p>
        </p:txBody>
      </p:sp>
      <p:sp>
        <p:nvSpPr>
          <p:cNvPr id="9" name="Retângulo 47">
            <a:extLst>
              <a:ext uri="{FF2B5EF4-FFF2-40B4-BE49-F238E27FC236}">
                <a16:creationId xmlns="" xmlns:a16="http://schemas.microsoft.com/office/drawing/2014/main" id="{677BEC40-2174-4D26-8EC7-0611B617818A}"/>
              </a:ext>
            </a:extLst>
          </p:cNvPr>
          <p:cNvSpPr/>
          <p:nvPr/>
        </p:nvSpPr>
        <p:spPr>
          <a:xfrm>
            <a:off x="767729" y="3376131"/>
            <a:ext cx="1010451" cy="8420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</a:t>
            </a:r>
          </a:p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&gt; USD 20 MM</a:t>
            </a:r>
          </a:p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&lt; USD 50 MM</a:t>
            </a:r>
          </a:p>
        </p:txBody>
      </p:sp>
      <p:sp>
        <p:nvSpPr>
          <p:cNvPr id="10" name="Retângulo 48">
            <a:extLst>
              <a:ext uri="{FF2B5EF4-FFF2-40B4-BE49-F238E27FC236}">
                <a16:creationId xmlns="" xmlns:a16="http://schemas.microsoft.com/office/drawing/2014/main" id="{7147F4F1-F669-4008-A605-3216D9AEA253}"/>
              </a:ext>
            </a:extLst>
          </p:cNvPr>
          <p:cNvSpPr/>
          <p:nvPr/>
        </p:nvSpPr>
        <p:spPr>
          <a:xfrm>
            <a:off x="767729" y="4251027"/>
            <a:ext cx="1010451" cy="8420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Low</a:t>
            </a:r>
          </a:p>
          <a:p>
            <a:pPr marL="0" marR="0" lvl="0" indent="0" algn="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&lt; USD 20 MM</a:t>
            </a:r>
          </a:p>
        </p:txBody>
      </p:sp>
      <p:sp>
        <p:nvSpPr>
          <p:cNvPr id="11" name="Retângulo 3">
            <a:extLst>
              <a:ext uri="{FF2B5EF4-FFF2-40B4-BE49-F238E27FC236}">
                <a16:creationId xmlns="" xmlns:a16="http://schemas.microsoft.com/office/drawing/2014/main" id="{221A71BA-0012-43BD-83E4-B77BB3E124B0}"/>
              </a:ext>
            </a:extLst>
          </p:cNvPr>
          <p:cNvSpPr/>
          <p:nvPr/>
        </p:nvSpPr>
        <p:spPr>
          <a:xfrm>
            <a:off x="1811051" y="1626339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2" name="Retângulo 25">
            <a:extLst>
              <a:ext uri="{FF2B5EF4-FFF2-40B4-BE49-F238E27FC236}">
                <a16:creationId xmlns="" xmlns:a16="http://schemas.microsoft.com/office/drawing/2014/main" id="{6F44DE7D-6BA5-4E4C-9A69-5A6B81FF252F}"/>
              </a:ext>
            </a:extLst>
          </p:cNvPr>
          <p:cNvSpPr/>
          <p:nvPr/>
        </p:nvSpPr>
        <p:spPr>
          <a:xfrm>
            <a:off x="1811051" y="2503498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0</a:t>
            </a: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3" name="Retângulo 29">
            <a:extLst>
              <a:ext uri="{FF2B5EF4-FFF2-40B4-BE49-F238E27FC236}">
                <a16:creationId xmlns="" xmlns:a16="http://schemas.microsoft.com/office/drawing/2014/main" id="{67A63997-217F-4FDB-86BE-7E957F133416}"/>
              </a:ext>
            </a:extLst>
          </p:cNvPr>
          <p:cNvSpPr/>
          <p:nvPr/>
        </p:nvSpPr>
        <p:spPr>
          <a:xfrm>
            <a:off x="1811051" y="3380657"/>
            <a:ext cx="1440000" cy="842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Low Exposure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34</a:t>
            </a:r>
          </a:p>
        </p:txBody>
      </p:sp>
      <p:sp>
        <p:nvSpPr>
          <p:cNvPr id="14" name="Retângulo 35">
            <a:extLst>
              <a:ext uri="{FF2B5EF4-FFF2-40B4-BE49-F238E27FC236}">
                <a16:creationId xmlns="" xmlns:a16="http://schemas.microsoft.com/office/drawing/2014/main" id="{D1A83123-B2A9-4573-8A0D-426E6D9E511B}"/>
              </a:ext>
            </a:extLst>
          </p:cNvPr>
          <p:cNvSpPr/>
          <p:nvPr/>
        </p:nvSpPr>
        <p:spPr>
          <a:xfrm>
            <a:off x="1811051" y="4257817"/>
            <a:ext cx="1440000" cy="842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Low Exposure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80</a:t>
            </a: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5" name="Retângulo 41">
            <a:extLst>
              <a:ext uri="{FF2B5EF4-FFF2-40B4-BE49-F238E27FC236}">
                <a16:creationId xmlns="" xmlns:a16="http://schemas.microsoft.com/office/drawing/2014/main" id="{7518F9B8-BA6E-4718-BD8B-C449FF1E22BF}"/>
              </a:ext>
            </a:extLst>
          </p:cNvPr>
          <p:cNvSpPr/>
          <p:nvPr/>
        </p:nvSpPr>
        <p:spPr>
          <a:xfrm>
            <a:off x="1815896" y="5125925"/>
            <a:ext cx="1435153" cy="6736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Remote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Extremely rare or relatively uncommon </a:t>
            </a:r>
            <a:r>
              <a:rPr kumimoji="0" 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risks</a:t>
            </a:r>
            <a:endParaRPr kumimoji="0" lang="en-US" sz="8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6" name="Retângulo 22">
            <a:extLst>
              <a:ext uri="{FF2B5EF4-FFF2-40B4-BE49-F238E27FC236}">
                <a16:creationId xmlns="" xmlns:a16="http://schemas.microsoft.com/office/drawing/2014/main" id="{8892EAD1-CAC0-4BE6-A6DF-4FDDCD29AC87}"/>
              </a:ext>
            </a:extLst>
          </p:cNvPr>
          <p:cNvSpPr/>
          <p:nvPr/>
        </p:nvSpPr>
        <p:spPr>
          <a:xfrm>
            <a:off x="4756793" y="1626339"/>
            <a:ext cx="1440000" cy="842043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3</a:t>
            </a: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7" name="Retângulo 27">
            <a:extLst>
              <a:ext uri="{FF2B5EF4-FFF2-40B4-BE49-F238E27FC236}">
                <a16:creationId xmlns="" xmlns:a16="http://schemas.microsoft.com/office/drawing/2014/main" id="{7035A3C6-2912-47AA-9481-997A54C6F212}"/>
              </a:ext>
            </a:extLst>
          </p:cNvPr>
          <p:cNvSpPr/>
          <p:nvPr/>
        </p:nvSpPr>
        <p:spPr>
          <a:xfrm>
            <a:off x="4756793" y="2503498"/>
            <a:ext cx="1440000" cy="842043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8" name="Retângulo 32">
            <a:extLst>
              <a:ext uri="{FF2B5EF4-FFF2-40B4-BE49-F238E27FC236}">
                <a16:creationId xmlns="" xmlns:a16="http://schemas.microsoft.com/office/drawing/2014/main" id="{38497909-CC6B-42AE-A6E5-9882223B307F}"/>
              </a:ext>
            </a:extLst>
          </p:cNvPr>
          <p:cNvSpPr/>
          <p:nvPr/>
        </p:nvSpPr>
        <p:spPr>
          <a:xfrm>
            <a:off x="4756793" y="3380657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Retângulo 39">
            <a:extLst>
              <a:ext uri="{FF2B5EF4-FFF2-40B4-BE49-F238E27FC236}">
                <a16:creationId xmlns="" xmlns:a16="http://schemas.microsoft.com/office/drawing/2014/main" id="{08792AEB-24B0-4BE6-AD39-F815E986C3FF}"/>
              </a:ext>
            </a:extLst>
          </p:cNvPr>
          <p:cNvSpPr/>
          <p:nvPr/>
        </p:nvSpPr>
        <p:spPr>
          <a:xfrm>
            <a:off x="4756793" y="4257817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0" name="Retângulo 43">
            <a:extLst>
              <a:ext uri="{FF2B5EF4-FFF2-40B4-BE49-F238E27FC236}">
                <a16:creationId xmlns="" xmlns:a16="http://schemas.microsoft.com/office/drawing/2014/main" id="{26476BD4-10CD-4F91-9522-07355E4D684E}"/>
              </a:ext>
            </a:extLst>
          </p:cNvPr>
          <p:cNvSpPr/>
          <p:nvPr/>
        </p:nvSpPr>
        <p:spPr>
          <a:xfrm>
            <a:off x="4756793" y="5125925"/>
            <a:ext cx="1440000" cy="6736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Likely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Risks that are highly likely to occur over a period of 2 years.</a:t>
            </a:r>
          </a:p>
        </p:txBody>
      </p:sp>
      <p:sp>
        <p:nvSpPr>
          <p:cNvPr id="21" name="Retângulo 23">
            <a:extLst>
              <a:ext uri="{FF2B5EF4-FFF2-40B4-BE49-F238E27FC236}">
                <a16:creationId xmlns="" xmlns:a16="http://schemas.microsoft.com/office/drawing/2014/main" id="{23770A82-EA8A-423C-8610-55900E2A0806}"/>
              </a:ext>
            </a:extLst>
          </p:cNvPr>
          <p:cNvSpPr/>
          <p:nvPr/>
        </p:nvSpPr>
        <p:spPr>
          <a:xfrm>
            <a:off x="6229664" y="1626339"/>
            <a:ext cx="1440000" cy="84204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Extreme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Retângulo 28">
            <a:extLst>
              <a:ext uri="{FF2B5EF4-FFF2-40B4-BE49-F238E27FC236}">
                <a16:creationId xmlns="" xmlns:a16="http://schemas.microsoft.com/office/drawing/2014/main" id="{A94A6FCA-17F5-4B86-B52B-A639BD762E0E}"/>
              </a:ext>
            </a:extLst>
          </p:cNvPr>
          <p:cNvSpPr/>
          <p:nvPr/>
        </p:nvSpPr>
        <p:spPr>
          <a:xfrm>
            <a:off x="6229664" y="2503498"/>
            <a:ext cx="1440000" cy="842043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Retângulo 33">
            <a:extLst>
              <a:ext uri="{FF2B5EF4-FFF2-40B4-BE49-F238E27FC236}">
                <a16:creationId xmlns="" xmlns:a16="http://schemas.microsoft.com/office/drawing/2014/main" id="{1711BA7F-FECD-4708-BA31-52A0B184B6D8}"/>
              </a:ext>
            </a:extLst>
          </p:cNvPr>
          <p:cNvSpPr/>
          <p:nvPr/>
        </p:nvSpPr>
        <p:spPr>
          <a:xfrm>
            <a:off x="6229664" y="3380657"/>
            <a:ext cx="1440000" cy="842043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" name="Retângulo 40">
            <a:extLst>
              <a:ext uri="{FF2B5EF4-FFF2-40B4-BE49-F238E27FC236}">
                <a16:creationId xmlns="" xmlns:a16="http://schemas.microsoft.com/office/drawing/2014/main" id="{59E8AD09-5499-4BA3-9B7B-9B3E2EFF183F}"/>
              </a:ext>
            </a:extLst>
          </p:cNvPr>
          <p:cNvSpPr/>
          <p:nvPr/>
        </p:nvSpPr>
        <p:spPr>
          <a:xfrm>
            <a:off x="6229664" y="4257817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5" name="Retângulo 44">
            <a:extLst>
              <a:ext uri="{FF2B5EF4-FFF2-40B4-BE49-F238E27FC236}">
                <a16:creationId xmlns="" xmlns:a16="http://schemas.microsoft.com/office/drawing/2014/main" id="{39FE113F-C94D-4DC9-921B-F634141422B5}"/>
              </a:ext>
            </a:extLst>
          </p:cNvPr>
          <p:cNvSpPr/>
          <p:nvPr/>
        </p:nvSpPr>
        <p:spPr>
          <a:xfrm>
            <a:off x="6229664" y="5125925"/>
            <a:ext cx="1440000" cy="6736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Very Likely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Risks that are almost certain </a:t>
            </a:r>
            <a:r>
              <a:rPr kumimoji="0" lang="en-US" sz="8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to manifest over a period of 1 year.</a:t>
            </a:r>
            <a:endParaRPr kumimoji="0" lang="en-US" sz="8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6" name="Retângulo 50">
            <a:extLst>
              <a:ext uri="{FF2B5EF4-FFF2-40B4-BE49-F238E27FC236}">
                <a16:creationId xmlns="" xmlns:a16="http://schemas.microsoft.com/office/drawing/2014/main" id="{6A0E9558-E29B-4004-8040-F58E09DED0F5}"/>
              </a:ext>
            </a:extLst>
          </p:cNvPr>
          <p:cNvSpPr/>
          <p:nvPr/>
        </p:nvSpPr>
        <p:spPr>
          <a:xfrm>
            <a:off x="762107" y="5125925"/>
            <a:ext cx="1016074" cy="6736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Vs.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="" xmlns:a16="http://schemas.microsoft.com/office/drawing/2014/main" id="{675806BF-D01C-4310-B756-CCC2C93F6070}"/>
              </a:ext>
            </a:extLst>
          </p:cNvPr>
          <p:cNvSpPr/>
          <p:nvPr/>
        </p:nvSpPr>
        <p:spPr>
          <a:xfrm>
            <a:off x="3283922" y="2503498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8" name="Retângulo 30">
            <a:extLst>
              <a:ext uri="{FF2B5EF4-FFF2-40B4-BE49-F238E27FC236}">
                <a16:creationId xmlns="" xmlns:a16="http://schemas.microsoft.com/office/drawing/2014/main" id="{C86857BF-23A2-45F3-8018-79A19D7A4E89}"/>
              </a:ext>
            </a:extLst>
          </p:cNvPr>
          <p:cNvSpPr/>
          <p:nvPr/>
        </p:nvSpPr>
        <p:spPr>
          <a:xfrm>
            <a:off x="3283922" y="3380657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9</a:t>
            </a: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9" name="Retângulo 37">
            <a:extLst>
              <a:ext uri="{FF2B5EF4-FFF2-40B4-BE49-F238E27FC236}">
                <a16:creationId xmlns="" xmlns:a16="http://schemas.microsoft.com/office/drawing/2014/main" id="{7BACE6E4-A20D-4D91-9D19-51EDFC13834C}"/>
              </a:ext>
            </a:extLst>
          </p:cNvPr>
          <p:cNvSpPr/>
          <p:nvPr/>
        </p:nvSpPr>
        <p:spPr>
          <a:xfrm>
            <a:off x="3283922" y="4257817"/>
            <a:ext cx="1440000" cy="842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Low Exposure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17</a:t>
            </a: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30" name="Retângulo 42">
            <a:extLst>
              <a:ext uri="{FF2B5EF4-FFF2-40B4-BE49-F238E27FC236}">
                <a16:creationId xmlns="" xmlns:a16="http://schemas.microsoft.com/office/drawing/2014/main" id="{E0607441-9F06-4DF1-B258-58718BD2C700}"/>
              </a:ext>
            </a:extLst>
          </p:cNvPr>
          <p:cNvSpPr/>
          <p:nvPr/>
        </p:nvSpPr>
        <p:spPr>
          <a:xfrm>
            <a:off x="3278296" y="5125925"/>
            <a:ext cx="1445625" cy="6736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Possible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More typical risks, with about 50/50 chance </a:t>
            </a:r>
          </a:p>
        </p:txBody>
      </p:sp>
      <p:sp>
        <p:nvSpPr>
          <p:cNvPr id="31" name="Retângulo 79">
            <a:extLst>
              <a:ext uri="{FF2B5EF4-FFF2-40B4-BE49-F238E27FC236}">
                <a16:creationId xmlns="" xmlns:a16="http://schemas.microsoft.com/office/drawing/2014/main" id="{612932DD-A6DC-4C0C-81A9-1464FE9B2DE7}"/>
              </a:ext>
            </a:extLst>
          </p:cNvPr>
          <p:cNvSpPr/>
          <p:nvPr/>
        </p:nvSpPr>
        <p:spPr>
          <a:xfrm>
            <a:off x="3283922" y="1626339"/>
            <a:ext cx="1440000" cy="842043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 Exposure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2" name="CaixaDeTexto 14">
            <a:extLst>
              <a:ext uri="{FF2B5EF4-FFF2-40B4-BE49-F238E27FC236}">
                <a16:creationId xmlns="" xmlns:a16="http://schemas.microsoft.com/office/drawing/2014/main" id="{E5AD86A1-2B44-4962-AD8C-6269BEB74EB5}"/>
              </a:ext>
            </a:extLst>
          </p:cNvPr>
          <p:cNvSpPr txBox="1"/>
          <p:nvPr/>
        </p:nvSpPr>
        <p:spPr>
          <a:xfrm rot="16200000">
            <a:off x="-1469863" y="3589839"/>
            <a:ext cx="4173223" cy="246221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25000">
                <a:schemeClr val="bg1">
                  <a:lumMod val="85000"/>
                </a:schemeClr>
              </a:gs>
              <a:gs pos="50000">
                <a:srgbClr val="B6B6B6"/>
              </a:gs>
              <a:gs pos="75000">
                <a:schemeClr val="bg1">
                  <a:lumMod val="65000"/>
                </a:schemeClr>
              </a:gs>
              <a:gs pos="100000">
                <a:srgbClr val="757575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IMPACT SCALE</a:t>
            </a:r>
          </a:p>
        </p:txBody>
      </p:sp>
      <p:sp>
        <p:nvSpPr>
          <p:cNvPr id="33" name="CaixaDeTexto 81">
            <a:extLst>
              <a:ext uri="{FF2B5EF4-FFF2-40B4-BE49-F238E27FC236}">
                <a16:creationId xmlns="" xmlns:a16="http://schemas.microsoft.com/office/drawing/2014/main" id="{1BA8E27F-7393-438F-A2BD-0F649DC35E3A}"/>
              </a:ext>
            </a:extLst>
          </p:cNvPr>
          <p:cNvSpPr txBox="1"/>
          <p:nvPr/>
        </p:nvSpPr>
        <p:spPr>
          <a:xfrm>
            <a:off x="762107" y="5844765"/>
            <a:ext cx="6907558" cy="246221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25000">
                <a:schemeClr val="bg1">
                  <a:lumMod val="85000"/>
                </a:schemeClr>
              </a:gs>
              <a:gs pos="75000">
                <a:schemeClr val="bg1">
                  <a:lumMod val="65000"/>
                </a:schemeClr>
              </a:gs>
              <a:gs pos="50000">
                <a:srgbClr val="B6B6B6"/>
              </a:gs>
              <a:gs pos="100000">
                <a:srgbClr val="757575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PROBABILITY SCALE</a:t>
            </a:r>
          </a:p>
        </p:txBody>
      </p:sp>
      <p:sp>
        <p:nvSpPr>
          <p:cNvPr id="53" name="CaixaDeTexto 89">
            <a:extLst>
              <a:ext uri="{FF2B5EF4-FFF2-40B4-BE49-F238E27FC236}">
                <a16:creationId xmlns="" xmlns:a16="http://schemas.microsoft.com/office/drawing/2014/main" id="{616681D8-85F5-4627-8747-85D9195EA23C}"/>
              </a:ext>
            </a:extLst>
          </p:cNvPr>
          <p:cNvSpPr txBox="1"/>
          <p:nvPr/>
        </p:nvSpPr>
        <p:spPr>
          <a:xfrm rot="16200000">
            <a:off x="6083883" y="3244988"/>
            <a:ext cx="3473524" cy="236219"/>
          </a:xfrm>
          <a:prstGeom prst="rect">
            <a:avLst/>
          </a:prstGeom>
          <a:gradFill>
            <a:gsLst>
              <a:gs pos="0">
                <a:srgbClr val="F6EEE0"/>
              </a:gs>
              <a:gs pos="35000">
                <a:srgbClr val="E9B86E"/>
              </a:gs>
              <a:gs pos="70000">
                <a:srgbClr val="D55633"/>
              </a:gs>
              <a:gs pos="100000">
                <a:srgbClr val="C5202A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5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RISK CLASSIFICATION</a:t>
            </a:r>
          </a:p>
        </p:txBody>
      </p:sp>
      <p:sp>
        <p:nvSpPr>
          <p:cNvPr id="54" name="Retângulo 90">
            <a:extLst>
              <a:ext uri="{FF2B5EF4-FFF2-40B4-BE49-F238E27FC236}">
                <a16:creationId xmlns="" xmlns:a16="http://schemas.microsoft.com/office/drawing/2014/main" id="{5999A892-DCF4-4CE2-AD80-E610E29AEAE8}"/>
              </a:ext>
            </a:extLst>
          </p:cNvPr>
          <p:cNvSpPr/>
          <p:nvPr/>
        </p:nvSpPr>
        <p:spPr>
          <a:xfrm>
            <a:off x="7971622" y="4257817"/>
            <a:ext cx="1440000" cy="8420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Low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131</a:t>
            </a:r>
            <a:r>
              <a:rPr kumimoji="0" lang="en-US" sz="748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 </a:t>
            </a: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(73%)</a:t>
            </a:r>
          </a:p>
        </p:txBody>
      </p:sp>
      <p:sp>
        <p:nvSpPr>
          <p:cNvPr id="55" name="Retângulo 91">
            <a:extLst>
              <a:ext uri="{FF2B5EF4-FFF2-40B4-BE49-F238E27FC236}">
                <a16:creationId xmlns="" xmlns:a16="http://schemas.microsoft.com/office/drawing/2014/main" id="{98DBEFC3-4337-495D-A1BC-8A1FA03656CF}"/>
              </a:ext>
            </a:extLst>
          </p:cNvPr>
          <p:cNvSpPr/>
          <p:nvPr/>
        </p:nvSpPr>
        <p:spPr>
          <a:xfrm>
            <a:off x="7971622" y="3380656"/>
            <a:ext cx="1440000" cy="842043"/>
          </a:xfrm>
          <a:prstGeom prst="rect">
            <a:avLst/>
          </a:prstGeom>
          <a:solidFill>
            <a:schemeClr val="accent6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Medium 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39</a:t>
            </a: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 (21%)</a:t>
            </a:r>
          </a:p>
        </p:txBody>
      </p:sp>
      <p:sp>
        <p:nvSpPr>
          <p:cNvPr id="56" name="Retângulo 92">
            <a:extLst>
              <a:ext uri="{FF2B5EF4-FFF2-40B4-BE49-F238E27FC236}">
                <a16:creationId xmlns="" xmlns:a16="http://schemas.microsoft.com/office/drawing/2014/main" id="{CC292CED-667B-4F5A-85B2-EC7598AE4536}"/>
              </a:ext>
            </a:extLst>
          </p:cNvPr>
          <p:cNvSpPr/>
          <p:nvPr/>
        </p:nvSpPr>
        <p:spPr>
          <a:xfrm>
            <a:off x="7971622" y="2503496"/>
            <a:ext cx="1440000" cy="842043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High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9</a:t>
            </a: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 (5%)</a:t>
            </a:r>
          </a:p>
        </p:txBody>
      </p:sp>
      <p:sp>
        <p:nvSpPr>
          <p:cNvPr id="57" name="Retângulo 93">
            <a:extLst>
              <a:ext uri="{FF2B5EF4-FFF2-40B4-BE49-F238E27FC236}">
                <a16:creationId xmlns="" xmlns:a16="http://schemas.microsoft.com/office/drawing/2014/main" id="{A7186527-CC91-40FC-8AF1-A9AFCC0A7C05}"/>
              </a:ext>
            </a:extLst>
          </p:cNvPr>
          <p:cNvSpPr/>
          <p:nvPr/>
        </p:nvSpPr>
        <p:spPr>
          <a:xfrm>
            <a:off x="7971622" y="1626336"/>
            <a:ext cx="1440000" cy="842043"/>
          </a:xfrm>
          <a:prstGeom prst="rect">
            <a:avLst/>
          </a:prstGeom>
          <a:solidFill>
            <a:schemeClr val="accent4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Extreme</a:t>
            </a: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l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</a:t>
            </a: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 (1%)</a:t>
            </a:r>
          </a:p>
        </p:txBody>
      </p:sp>
      <p:sp>
        <p:nvSpPr>
          <p:cNvPr id="58" name="Retângulo 94">
            <a:extLst>
              <a:ext uri="{FF2B5EF4-FFF2-40B4-BE49-F238E27FC236}">
                <a16:creationId xmlns="" xmlns:a16="http://schemas.microsoft.com/office/drawing/2014/main" id="{4A870BFC-7957-40B8-959C-F86782B6D192}"/>
              </a:ext>
            </a:extLst>
          </p:cNvPr>
          <p:cNvSpPr/>
          <p:nvPr/>
        </p:nvSpPr>
        <p:spPr>
          <a:xfrm>
            <a:off x="7702536" y="5125925"/>
            <a:ext cx="1705140" cy="955059"/>
          </a:xfrm>
          <a:prstGeom prst="rect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Total Risk Events </a:t>
            </a: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8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Evaluated</a:t>
            </a: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97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  <a:p>
            <a:pPr marL="0" marR="0" lvl="0" indent="0" algn="ctr" defTabSz="85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97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rPr>
              <a:t>180</a:t>
            </a:r>
            <a:endParaRPr kumimoji="0" lang="en-US" sz="748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48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Oval 48"/>
          <p:cNvSpPr/>
          <p:nvPr/>
        </p:nvSpPr>
        <p:spPr>
          <a:xfrm>
            <a:off x="5321829" y="2436414"/>
            <a:ext cx="222385" cy="22238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</a:t>
            </a:r>
            <a:endParaRPr kumimoji="0" lang="ar-SA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1057546" y="2436414"/>
            <a:ext cx="3482942" cy="3170862"/>
            <a:chOff x="1005928" y="2051981"/>
            <a:chExt cx="3480795" cy="3168907"/>
          </a:xfrm>
        </p:grpSpPr>
        <p:sp>
          <p:nvSpPr>
            <p:cNvPr id="18" name="Oval 31"/>
            <p:cNvSpPr/>
            <p:nvPr/>
          </p:nvSpPr>
          <p:spPr>
            <a:xfrm>
              <a:off x="1836858" y="2051981"/>
              <a:ext cx="1818936" cy="181893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anose="020B0604020202020204" pitchFamily="34" charset="0"/>
                </a:rPr>
                <a:t>Medium 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anose="020B0604020202020204" pitchFamily="34" charset="0"/>
                </a:rPr>
                <a:t>14pt </a:t>
              </a:r>
              <a:endParaRPr kumimoji="0" lang="ar-S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19" name="Oval 29"/>
            <p:cNvSpPr/>
            <p:nvPr/>
          </p:nvSpPr>
          <p:spPr>
            <a:xfrm>
              <a:off x="2667788" y="3401952"/>
              <a:ext cx="1818935" cy="1818936"/>
            </a:xfrm>
            <a:prstGeom prst="ellipse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anose="020B0604020202020204" pitchFamily="34" charset="0"/>
                </a:rPr>
                <a:t>Medium 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anose="020B0604020202020204" pitchFamily="34" charset="0"/>
                </a:rPr>
                <a:t>14pt </a:t>
              </a:r>
              <a:endParaRPr kumimoji="0" lang="ar-SA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endParaRPr>
            </a:p>
          </p:txBody>
        </p:sp>
        <p:sp>
          <p:nvSpPr>
            <p:cNvPr id="20" name="Oval 30"/>
            <p:cNvSpPr/>
            <p:nvPr/>
          </p:nvSpPr>
          <p:spPr>
            <a:xfrm>
              <a:off x="1005928" y="3401952"/>
              <a:ext cx="1818935" cy="181893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anose="020B0604020202020204" pitchFamily="34" charset="0"/>
                </a:rPr>
                <a:t>Medium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anose="020B0604020202020204" pitchFamily="34" charset="0"/>
                </a:rPr>
                <a:t>14pt </a:t>
              </a:r>
              <a:endParaRPr kumimoji="0" lang="ar-SA" sz="14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anose="020B0604020202020204" pitchFamily="34" charset="0"/>
              </a:endParaRPr>
            </a:p>
          </p:txBody>
        </p:sp>
      </p:grpSp>
      <p:sp>
        <p:nvSpPr>
          <p:cNvPr id="21" name="Oval 48"/>
          <p:cNvSpPr/>
          <p:nvPr/>
        </p:nvSpPr>
        <p:spPr>
          <a:xfrm>
            <a:off x="5321829" y="3563311"/>
            <a:ext cx="222385" cy="222386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</a:t>
            </a:r>
            <a:endParaRPr kumimoji="0" lang="ar-SA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2" name="Oval 48"/>
          <p:cNvSpPr/>
          <p:nvPr/>
        </p:nvSpPr>
        <p:spPr>
          <a:xfrm>
            <a:off x="5321829" y="4691588"/>
            <a:ext cx="222385" cy="22238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3</a:t>
            </a:r>
            <a:endParaRPr kumimoji="0" lang="ar-SA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25" name="Straight Connector 6"/>
          <p:cNvCxnSpPr/>
          <p:nvPr/>
        </p:nvCxnSpPr>
        <p:spPr>
          <a:xfrm>
            <a:off x="5615790" y="3349601"/>
            <a:ext cx="3024000" cy="128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615790" y="2468646"/>
            <a:ext cx="3024000" cy="171585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65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나눔고딕" pitchFamily="34" charset="0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나눔고딕" pitchFamily="34" charset="0"/>
              </a:rPr>
              <a:t>/Medium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나눔고딕" pitchFamily="34" charset="0"/>
            </a:endParaRPr>
          </a:p>
        </p:txBody>
      </p:sp>
      <p:cxnSp>
        <p:nvCxnSpPr>
          <p:cNvPr id="27" name="Straight Connector 6"/>
          <p:cNvCxnSpPr/>
          <p:nvPr/>
        </p:nvCxnSpPr>
        <p:spPr>
          <a:xfrm>
            <a:off x="5627708" y="4482384"/>
            <a:ext cx="3024000" cy="128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cxnSp>
        <p:nvCxnSpPr>
          <p:cNvPr id="28" name="Straight Connector 6"/>
          <p:cNvCxnSpPr/>
          <p:nvPr/>
        </p:nvCxnSpPr>
        <p:spPr>
          <a:xfrm>
            <a:off x="5627708" y="5616343"/>
            <a:ext cx="3024000" cy="128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627708" y="4735388"/>
            <a:ext cx="3006268" cy="171585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65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나눔고딕" pitchFamily="34" charset="0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나눔고딕" pitchFamily="34" charset="0"/>
              </a:rPr>
              <a:t>/Medium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나눔고딕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27707" y="2687314"/>
            <a:ext cx="3024001" cy="520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문화의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발전에 기여한다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32296" y="3831890"/>
            <a:ext cx="310749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문화의 발전에 기여한다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32296" y="4977846"/>
            <a:ext cx="310749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인간생활의 향상과 개선에 필요한 제품과 서비스를 제공하고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문화의 발전에 기여한다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27707" y="3601429"/>
            <a:ext cx="3749421" cy="171201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65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나눔고딕" pitchFamily="34" charset="0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나눔고딕" pitchFamily="34" charset="0"/>
              </a:rPr>
              <a:t>/Medium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나눔고딕" pitchFamily="34" charset="0"/>
            </a:endParaRPr>
          </a:p>
        </p:txBody>
      </p:sp>
      <p:sp>
        <p:nvSpPr>
          <p:cNvPr id="34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233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8" name="Oval 2">
            <a:extLst>
              <a:ext uri="{FF2B5EF4-FFF2-40B4-BE49-F238E27FC236}">
                <a16:creationId xmlns="" xmlns:a16="http://schemas.microsoft.com/office/drawing/2014/main" id="{715995D5-D41D-44B4-B6DA-694A51D41700}"/>
              </a:ext>
            </a:extLst>
          </p:cNvPr>
          <p:cNvSpPr/>
          <p:nvPr/>
        </p:nvSpPr>
        <p:spPr>
          <a:xfrm>
            <a:off x="4288229" y="3206915"/>
            <a:ext cx="1329541" cy="1329542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lumMod val="89000"/>
                </a:srgbClr>
              </a:gs>
            </a:gsLst>
            <a:lin ang="16800000" scaled="0"/>
          </a:gradFill>
          <a:ln w="19050" cap="flat" cmpd="sng" algn="ctr">
            <a:gradFill>
              <a:gsLst>
                <a:gs pos="0">
                  <a:srgbClr val="FFFFFF"/>
                </a:gs>
                <a:gs pos="5000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" dist="12700" dir="8100000" algn="tr" rotWithShape="0">
              <a:prstClr val="black">
                <a:alpha val="23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19" name="Group 3">
            <a:extLst>
              <a:ext uri="{FF2B5EF4-FFF2-40B4-BE49-F238E27FC236}">
                <a16:creationId xmlns="" xmlns:a16="http://schemas.microsoft.com/office/drawing/2014/main" id="{43930EFD-8A89-424A-A2E1-F730153E1763}"/>
              </a:ext>
            </a:extLst>
          </p:cNvPr>
          <p:cNvGrpSpPr/>
          <p:nvPr/>
        </p:nvGrpSpPr>
        <p:grpSpPr>
          <a:xfrm>
            <a:off x="3866027" y="2758408"/>
            <a:ext cx="1073530" cy="1003446"/>
            <a:chOff x="2827731" y="1829193"/>
            <a:chExt cx="1744272" cy="1630399"/>
          </a:xfrm>
        </p:grpSpPr>
        <p:sp>
          <p:nvSpPr>
            <p:cNvPr id="120" name="Rectangle 15">
              <a:extLst>
                <a:ext uri="{FF2B5EF4-FFF2-40B4-BE49-F238E27FC236}">
                  <a16:creationId xmlns="" xmlns:a16="http://schemas.microsoft.com/office/drawing/2014/main" id="{E9ED336E-E6AA-4F77-B89D-3C9B267A78FF}"/>
                </a:ext>
              </a:extLst>
            </p:cNvPr>
            <p:cNvSpPr/>
            <p:nvPr/>
          </p:nvSpPr>
          <p:spPr>
            <a:xfrm rot="16200000">
              <a:off x="3658606" y="1845368"/>
              <a:ext cx="929571" cy="897222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21" name="Rectangle 15">
              <a:extLst>
                <a:ext uri="{FF2B5EF4-FFF2-40B4-BE49-F238E27FC236}">
                  <a16:creationId xmlns="" xmlns:a16="http://schemas.microsoft.com/office/drawing/2014/main" id="{07E530E6-4F6F-49C2-B271-758F86A63E0B}"/>
                </a:ext>
              </a:extLst>
            </p:cNvPr>
            <p:cNvSpPr/>
            <p:nvPr/>
          </p:nvSpPr>
          <p:spPr>
            <a:xfrm rot="13433242">
              <a:off x="2827731" y="2562370"/>
              <a:ext cx="929571" cy="897222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3824154" y="3906733"/>
            <a:ext cx="1038694" cy="1060393"/>
            <a:chOff x="3695621" y="3917441"/>
            <a:chExt cx="1038694" cy="1060393"/>
          </a:xfrm>
        </p:grpSpPr>
        <p:sp>
          <p:nvSpPr>
            <p:cNvPr id="123" name="Rectangle 15">
              <a:extLst>
                <a:ext uri="{FF2B5EF4-FFF2-40B4-BE49-F238E27FC236}">
                  <a16:creationId xmlns="" xmlns:a16="http://schemas.microsoft.com/office/drawing/2014/main" id="{E43B431C-9AAE-4245-9B73-342F64A5B539}"/>
                </a:ext>
              </a:extLst>
            </p:cNvPr>
            <p:cNvSpPr/>
            <p:nvPr/>
          </p:nvSpPr>
          <p:spPr>
            <a:xfrm rot="10588028">
              <a:off x="3695621" y="3917441"/>
              <a:ext cx="572114" cy="552205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24" name="Rectangle 15">
              <a:extLst>
                <a:ext uri="{FF2B5EF4-FFF2-40B4-BE49-F238E27FC236}">
                  <a16:creationId xmlns="" xmlns:a16="http://schemas.microsoft.com/office/drawing/2014/main" id="{2436F07B-525F-4671-A1C7-6326FB0FCF16}"/>
                </a:ext>
              </a:extLst>
            </p:cNvPr>
            <p:cNvSpPr/>
            <p:nvPr/>
          </p:nvSpPr>
          <p:spPr>
            <a:xfrm rot="8033242">
              <a:off x="4172156" y="4415675"/>
              <a:ext cx="572114" cy="552204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125" name="Group 8">
            <a:extLst>
              <a:ext uri="{FF2B5EF4-FFF2-40B4-BE49-F238E27FC236}">
                <a16:creationId xmlns="" xmlns:a16="http://schemas.microsoft.com/office/drawing/2014/main" id="{391B8ECF-BA37-40DB-B416-17F0EAAF4DBA}"/>
              </a:ext>
            </a:extLst>
          </p:cNvPr>
          <p:cNvGrpSpPr/>
          <p:nvPr/>
        </p:nvGrpSpPr>
        <p:grpSpPr>
          <a:xfrm rot="10800000">
            <a:off x="4970183" y="3998589"/>
            <a:ext cx="1073530" cy="1003446"/>
            <a:chOff x="2827731" y="1829193"/>
            <a:chExt cx="1744272" cy="1630399"/>
          </a:xfrm>
        </p:grpSpPr>
        <p:sp>
          <p:nvSpPr>
            <p:cNvPr id="126" name="Rectangle 15">
              <a:extLst>
                <a:ext uri="{FF2B5EF4-FFF2-40B4-BE49-F238E27FC236}">
                  <a16:creationId xmlns="" xmlns:a16="http://schemas.microsoft.com/office/drawing/2014/main" id="{93F0385C-3BDF-4E7E-A230-7A7A8FC6ABE2}"/>
                </a:ext>
              </a:extLst>
            </p:cNvPr>
            <p:cNvSpPr/>
            <p:nvPr/>
          </p:nvSpPr>
          <p:spPr>
            <a:xfrm rot="16200000">
              <a:off x="3658606" y="1845368"/>
              <a:ext cx="929571" cy="897222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rgbClr val="E6E6E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27" name="Rectangle 15">
              <a:extLst>
                <a:ext uri="{FF2B5EF4-FFF2-40B4-BE49-F238E27FC236}">
                  <a16:creationId xmlns="" xmlns:a16="http://schemas.microsoft.com/office/drawing/2014/main" id="{F32AE0A8-7E87-48EF-9C55-A5D5F3A0787E}"/>
                </a:ext>
              </a:extLst>
            </p:cNvPr>
            <p:cNvSpPr/>
            <p:nvPr/>
          </p:nvSpPr>
          <p:spPr>
            <a:xfrm rot="13433242">
              <a:off x="2827731" y="2562370"/>
              <a:ext cx="929571" cy="897222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128" name="Group 11">
            <a:extLst>
              <a:ext uri="{FF2B5EF4-FFF2-40B4-BE49-F238E27FC236}">
                <a16:creationId xmlns="" xmlns:a16="http://schemas.microsoft.com/office/drawing/2014/main" id="{29752512-E230-4192-B8C0-54766A82E369}"/>
              </a:ext>
            </a:extLst>
          </p:cNvPr>
          <p:cNvGrpSpPr/>
          <p:nvPr/>
        </p:nvGrpSpPr>
        <p:grpSpPr>
          <a:xfrm rot="5400000">
            <a:off x="5040152" y="2839958"/>
            <a:ext cx="1073532" cy="1003447"/>
            <a:chOff x="2827731" y="1829193"/>
            <a:chExt cx="1744272" cy="1630399"/>
          </a:xfrm>
        </p:grpSpPr>
        <p:sp>
          <p:nvSpPr>
            <p:cNvPr id="129" name="Rectangle 15">
              <a:extLst>
                <a:ext uri="{FF2B5EF4-FFF2-40B4-BE49-F238E27FC236}">
                  <a16:creationId xmlns="" xmlns:a16="http://schemas.microsoft.com/office/drawing/2014/main" id="{FC114F36-306A-4264-AD03-616E331FBEBD}"/>
                </a:ext>
              </a:extLst>
            </p:cNvPr>
            <p:cNvSpPr/>
            <p:nvPr/>
          </p:nvSpPr>
          <p:spPr>
            <a:xfrm rot="16200000">
              <a:off x="3658606" y="1845368"/>
              <a:ext cx="929571" cy="897222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130" name="Rectangle 15">
              <a:extLst>
                <a:ext uri="{FF2B5EF4-FFF2-40B4-BE49-F238E27FC236}">
                  <a16:creationId xmlns="" xmlns:a16="http://schemas.microsoft.com/office/drawing/2014/main" id="{AD2995E0-86B7-4DAE-8D4A-4A69FBA649BB}"/>
                </a:ext>
              </a:extLst>
            </p:cNvPr>
            <p:cNvSpPr/>
            <p:nvPr/>
          </p:nvSpPr>
          <p:spPr>
            <a:xfrm rot="13433242">
              <a:off x="2827731" y="2562370"/>
              <a:ext cx="929571" cy="897222"/>
            </a:xfrm>
            <a:custGeom>
              <a:avLst/>
              <a:gdLst/>
              <a:ahLst/>
              <a:cxnLst/>
              <a:rect l="l" t="t" r="r" b="b"/>
              <a:pathLst>
                <a:path w="929571" h="897222">
                  <a:moveTo>
                    <a:pt x="929571" y="731682"/>
                  </a:moveTo>
                  <a:lnTo>
                    <a:pt x="929571" y="897222"/>
                  </a:lnTo>
                  <a:lnTo>
                    <a:pt x="442770" y="897222"/>
                  </a:lnTo>
                  <a:lnTo>
                    <a:pt x="298754" y="897222"/>
                  </a:lnTo>
                  <a:lnTo>
                    <a:pt x="274103" y="897222"/>
                  </a:lnTo>
                  <a:cubicBezTo>
                    <a:pt x="274103" y="613647"/>
                    <a:pt x="176652" y="340818"/>
                    <a:pt x="0" y="123903"/>
                  </a:cubicBezTo>
                  <a:lnTo>
                    <a:pt x="116909" y="0"/>
                  </a:lnTo>
                  <a:cubicBezTo>
                    <a:pt x="291351" y="207479"/>
                    <a:pt x="400795" y="461979"/>
                    <a:pt x="432150" y="7316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131" name="Oval 14">
            <a:extLst>
              <a:ext uri="{FF2B5EF4-FFF2-40B4-BE49-F238E27FC236}">
                <a16:creationId xmlns="" xmlns:a16="http://schemas.microsoft.com/office/drawing/2014/main" id="{B62FDF37-386D-4B48-9148-CE67A25D8C9C}"/>
              </a:ext>
            </a:extLst>
          </p:cNvPr>
          <p:cNvSpPr/>
          <p:nvPr/>
        </p:nvSpPr>
        <p:spPr>
          <a:xfrm>
            <a:off x="4640093" y="2250487"/>
            <a:ext cx="441440" cy="441440"/>
          </a:xfrm>
          <a:prstGeom prst="ellipse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2" name="Oval 15">
            <a:extLst>
              <a:ext uri="{FF2B5EF4-FFF2-40B4-BE49-F238E27FC236}">
                <a16:creationId xmlns="" xmlns:a16="http://schemas.microsoft.com/office/drawing/2014/main" id="{6C9E6116-5126-487F-B60F-8E135036DA13}"/>
              </a:ext>
            </a:extLst>
          </p:cNvPr>
          <p:cNvSpPr/>
          <p:nvPr/>
        </p:nvSpPr>
        <p:spPr>
          <a:xfrm>
            <a:off x="3675631" y="2716954"/>
            <a:ext cx="441440" cy="4414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3" name="Oval 16">
            <a:extLst>
              <a:ext uri="{FF2B5EF4-FFF2-40B4-BE49-F238E27FC236}">
                <a16:creationId xmlns="" xmlns:a16="http://schemas.microsoft.com/office/drawing/2014/main" id="{3BC20663-9387-49C3-8654-9066F006C851}"/>
              </a:ext>
            </a:extLst>
          </p:cNvPr>
          <p:cNvSpPr/>
          <p:nvPr/>
        </p:nvSpPr>
        <p:spPr>
          <a:xfrm>
            <a:off x="3325514" y="3771655"/>
            <a:ext cx="441440" cy="4414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4" name="Oval 17">
            <a:extLst>
              <a:ext uri="{FF2B5EF4-FFF2-40B4-BE49-F238E27FC236}">
                <a16:creationId xmlns="" xmlns:a16="http://schemas.microsoft.com/office/drawing/2014/main" id="{1D3FDABE-78A7-4AE9-971E-5A2084BB3B36}"/>
              </a:ext>
            </a:extLst>
          </p:cNvPr>
          <p:cNvSpPr/>
          <p:nvPr/>
        </p:nvSpPr>
        <p:spPr>
          <a:xfrm>
            <a:off x="3812206" y="4686381"/>
            <a:ext cx="441440" cy="4414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5" name="Oval 18">
            <a:extLst>
              <a:ext uri="{FF2B5EF4-FFF2-40B4-BE49-F238E27FC236}">
                <a16:creationId xmlns="" xmlns:a16="http://schemas.microsoft.com/office/drawing/2014/main" id="{F8484930-3D3F-4908-B029-254D165C8A74}"/>
              </a:ext>
            </a:extLst>
          </p:cNvPr>
          <p:cNvSpPr/>
          <p:nvPr/>
        </p:nvSpPr>
        <p:spPr>
          <a:xfrm>
            <a:off x="4763778" y="5055425"/>
            <a:ext cx="563019" cy="563019"/>
          </a:xfrm>
          <a:prstGeom prst="ellipse">
            <a:avLst/>
          </a:pr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6" name="Oval 19">
            <a:extLst>
              <a:ext uri="{FF2B5EF4-FFF2-40B4-BE49-F238E27FC236}">
                <a16:creationId xmlns="" xmlns:a16="http://schemas.microsoft.com/office/drawing/2014/main" id="{6BE8F3C9-DF3D-440A-8615-3C7C2221061E}"/>
              </a:ext>
            </a:extLst>
          </p:cNvPr>
          <p:cNvSpPr/>
          <p:nvPr/>
        </p:nvSpPr>
        <p:spPr>
          <a:xfrm>
            <a:off x="5794603" y="4619401"/>
            <a:ext cx="441440" cy="44144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7" name="Oval 20">
            <a:extLst>
              <a:ext uri="{FF2B5EF4-FFF2-40B4-BE49-F238E27FC236}">
                <a16:creationId xmlns="" xmlns:a16="http://schemas.microsoft.com/office/drawing/2014/main" id="{1153F326-12ED-4B35-BA6C-150BABE77380}"/>
              </a:ext>
            </a:extLst>
          </p:cNvPr>
          <p:cNvSpPr/>
          <p:nvPr/>
        </p:nvSpPr>
        <p:spPr>
          <a:xfrm>
            <a:off x="6139045" y="3594981"/>
            <a:ext cx="441440" cy="44144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8" name="Oval 21">
            <a:extLst>
              <a:ext uri="{FF2B5EF4-FFF2-40B4-BE49-F238E27FC236}">
                <a16:creationId xmlns="" xmlns:a16="http://schemas.microsoft.com/office/drawing/2014/main" id="{F28A8A4B-91D6-46EF-9EE2-728F40772D2D}"/>
              </a:ext>
            </a:extLst>
          </p:cNvPr>
          <p:cNvSpPr/>
          <p:nvPr/>
        </p:nvSpPr>
        <p:spPr>
          <a:xfrm>
            <a:off x="5684157" y="2635543"/>
            <a:ext cx="441440" cy="4414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="" xmlns:a16="http://schemas.microsoft.com/office/drawing/2014/main" id="{0D474BD5-0D03-4F7A-94F3-8B356D17910D}"/>
              </a:ext>
            </a:extLst>
          </p:cNvPr>
          <p:cNvSpPr txBox="1"/>
          <p:nvPr/>
        </p:nvSpPr>
        <p:spPr>
          <a:xfrm>
            <a:off x="4401337" y="3931643"/>
            <a:ext cx="1125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</a:t>
            </a: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40" name="Rectangle 16">
            <a:extLst>
              <a:ext uri="{FF2B5EF4-FFF2-40B4-BE49-F238E27FC236}">
                <a16:creationId xmlns="" xmlns:a16="http://schemas.microsoft.com/office/drawing/2014/main" id="{5B201631-5B80-4129-A99E-6BDA2A5FE4BE}"/>
              </a:ext>
            </a:extLst>
          </p:cNvPr>
          <p:cNvSpPr/>
          <p:nvPr/>
        </p:nvSpPr>
        <p:spPr>
          <a:xfrm>
            <a:off x="4728455" y="3545845"/>
            <a:ext cx="453717" cy="298189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rgbClr val="161516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1" name="Parallelogram 30">
            <a:extLst>
              <a:ext uri="{FF2B5EF4-FFF2-40B4-BE49-F238E27FC236}">
                <a16:creationId xmlns="" xmlns:a16="http://schemas.microsoft.com/office/drawing/2014/main" id="{161474A0-5A90-4042-BBC2-3BB9AF308A26}"/>
              </a:ext>
            </a:extLst>
          </p:cNvPr>
          <p:cNvSpPr/>
          <p:nvPr/>
        </p:nvSpPr>
        <p:spPr>
          <a:xfrm flipH="1">
            <a:off x="3925580" y="4799490"/>
            <a:ext cx="214692" cy="215223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2" name="Isosceles Triangle 8">
            <a:extLst>
              <a:ext uri="{FF2B5EF4-FFF2-40B4-BE49-F238E27FC236}">
                <a16:creationId xmlns="" xmlns:a16="http://schemas.microsoft.com/office/drawing/2014/main" id="{BBE3A5C6-0178-4BEB-BD9D-C318366585A3}"/>
              </a:ext>
            </a:extLst>
          </p:cNvPr>
          <p:cNvSpPr/>
          <p:nvPr/>
        </p:nvSpPr>
        <p:spPr>
          <a:xfrm rot="16200000">
            <a:off x="6255788" y="3691734"/>
            <a:ext cx="207954" cy="247936"/>
          </a:xfrm>
          <a:custGeom>
            <a:avLst/>
            <a:gdLst/>
            <a:ahLst/>
            <a:cxnLst/>
            <a:rect l="l" t="t" r="r" b="b"/>
            <a:pathLst>
              <a:path w="2708011" h="3228660">
                <a:moveTo>
                  <a:pt x="1895121" y="2005092"/>
                </a:moveTo>
                <a:cubicBezTo>
                  <a:pt x="1769067" y="2196199"/>
                  <a:pt x="1559641" y="2315968"/>
                  <a:pt x="1331007" y="2327705"/>
                </a:cubicBezTo>
                <a:cubicBezTo>
                  <a:pt x="1102373" y="2339443"/>
                  <a:pt x="881783" y="2241749"/>
                  <a:pt x="736821" y="2064556"/>
                </a:cubicBezTo>
                <a:lnTo>
                  <a:pt x="885891" y="1942602"/>
                </a:lnTo>
                <a:cubicBezTo>
                  <a:pt x="992076" y="2072396"/>
                  <a:pt x="1153658" y="2143956"/>
                  <a:pt x="1321132" y="2135359"/>
                </a:cubicBezTo>
                <a:cubicBezTo>
                  <a:pt x="1488607" y="2126761"/>
                  <a:pt x="1642011" y="2039030"/>
                  <a:pt x="1734346" y="1899045"/>
                </a:cubicBezTo>
                <a:close/>
                <a:moveTo>
                  <a:pt x="2315256" y="2179725"/>
                </a:moveTo>
                <a:cubicBezTo>
                  <a:pt x="2124977" y="2519973"/>
                  <a:pt x="1777729" y="2743099"/>
                  <a:pt x="1389179" y="2774782"/>
                </a:cubicBezTo>
                <a:cubicBezTo>
                  <a:pt x="1000629" y="2806465"/>
                  <a:pt x="621821" y="2642541"/>
                  <a:pt x="378934" y="2337614"/>
                </a:cubicBezTo>
                <a:lnTo>
                  <a:pt x="519502" y="2225645"/>
                </a:lnTo>
                <a:cubicBezTo>
                  <a:pt x="725082" y="2483736"/>
                  <a:pt x="1045705" y="2622480"/>
                  <a:pt x="1374574" y="2595664"/>
                </a:cubicBezTo>
                <a:cubicBezTo>
                  <a:pt x="1703443" y="2568848"/>
                  <a:pt x="1997353" y="2379994"/>
                  <a:pt x="2158406" y="2092008"/>
                </a:cubicBezTo>
                <a:close/>
                <a:moveTo>
                  <a:pt x="2315941" y="1615003"/>
                </a:moveTo>
                <a:lnTo>
                  <a:pt x="272242" y="1615003"/>
                </a:lnTo>
                <a:lnTo>
                  <a:pt x="872561" y="666216"/>
                </a:lnTo>
                <a:lnTo>
                  <a:pt x="872561" y="219906"/>
                </a:lnTo>
                <a:cubicBezTo>
                  <a:pt x="872561" y="98674"/>
                  <a:pt x="970839" y="396"/>
                  <a:pt x="1092071" y="396"/>
                </a:cubicBezTo>
                <a:lnTo>
                  <a:pt x="1293841" y="396"/>
                </a:lnTo>
                <a:lnTo>
                  <a:pt x="1294092" y="0"/>
                </a:lnTo>
                <a:lnTo>
                  <a:pt x="1294343" y="396"/>
                </a:lnTo>
                <a:lnTo>
                  <a:pt x="1470231" y="396"/>
                </a:lnTo>
                <a:cubicBezTo>
                  <a:pt x="1591463" y="396"/>
                  <a:pt x="1689741" y="98674"/>
                  <a:pt x="1689741" y="219906"/>
                </a:cubicBezTo>
                <a:lnTo>
                  <a:pt x="1689741" y="625313"/>
                </a:lnTo>
                <a:close/>
                <a:moveTo>
                  <a:pt x="2708011" y="2399368"/>
                </a:moveTo>
                <a:cubicBezTo>
                  <a:pt x="2440740" y="2877288"/>
                  <a:pt x="1950128" y="3187847"/>
                  <a:pt x="1403807" y="3224932"/>
                </a:cubicBezTo>
                <a:cubicBezTo>
                  <a:pt x="857486" y="3262017"/>
                  <a:pt x="329406" y="3020609"/>
                  <a:pt x="0" y="2583191"/>
                </a:cubicBezTo>
                <a:lnTo>
                  <a:pt x="143153" y="2475389"/>
                </a:lnTo>
                <a:cubicBezTo>
                  <a:pt x="436120" y="2864419"/>
                  <a:pt x="905784" y="3079123"/>
                  <a:pt x="1391671" y="3046140"/>
                </a:cubicBezTo>
                <a:cubicBezTo>
                  <a:pt x="1877558" y="3013157"/>
                  <a:pt x="2313899" y="2736952"/>
                  <a:pt x="2551604" y="2311899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3" name="Oval 7">
            <a:extLst>
              <a:ext uri="{FF2B5EF4-FFF2-40B4-BE49-F238E27FC236}">
                <a16:creationId xmlns="" xmlns:a16="http://schemas.microsoft.com/office/drawing/2014/main" id="{DF5922B6-E941-42DF-B114-097165896A11}"/>
              </a:ext>
            </a:extLst>
          </p:cNvPr>
          <p:cNvSpPr/>
          <p:nvPr/>
        </p:nvSpPr>
        <p:spPr>
          <a:xfrm>
            <a:off x="5905049" y="4729847"/>
            <a:ext cx="220548" cy="220548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4" name="Round Same Side Corner Rectangle 11">
            <a:extLst>
              <a:ext uri="{FF2B5EF4-FFF2-40B4-BE49-F238E27FC236}">
                <a16:creationId xmlns="" xmlns:a16="http://schemas.microsoft.com/office/drawing/2014/main" id="{5A547FEB-4AEB-43C4-9259-0796309C3988}"/>
              </a:ext>
            </a:extLst>
          </p:cNvPr>
          <p:cNvSpPr>
            <a:spLocks noChangeAspect="1"/>
          </p:cNvSpPr>
          <p:nvPr/>
        </p:nvSpPr>
        <p:spPr>
          <a:xfrm rot="9900000">
            <a:off x="3775479" y="2835016"/>
            <a:ext cx="241745" cy="20531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5" name="Rounded Rectangle 27">
            <a:extLst>
              <a:ext uri="{FF2B5EF4-FFF2-40B4-BE49-F238E27FC236}">
                <a16:creationId xmlns="" xmlns:a16="http://schemas.microsoft.com/office/drawing/2014/main" id="{8AEED91A-74E2-413E-BDDD-E7F9CBE683D3}"/>
              </a:ext>
            </a:extLst>
          </p:cNvPr>
          <p:cNvSpPr/>
          <p:nvPr/>
        </p:nvSpPr>
        <p:spPr>
          <a:xfrm>
            <a:off x="4745556" y="2380466"/>
            <a:ext cx="211464" cy="162433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6" name="Donut 24">
            <a:extLst>
              <a:ext uri="{FF2B5EF4-FFF2-40B4-BE49-F238E27FC236}">
                <a16:creationId xmlns="" xmlns:a16="http://schemas.microsoft.com/office/drawing/2014/main" id="{3E183BB0-4510-4CA1-BD59-F208FC178162}"/>
              </a:ext>
            </a:extLst>
          </p:cNvPr>
          <p:cNvSpPr/>
          <p:nvPr/>
        </p:nvSpPr>
        <p:spPr>
          <a:xfrm>
            <a:off x="4924654" y="5215319"/>
            <a:ext cx="241267" cy="243231"/>
          </a:xfrm>
          <a:custGeom>
            <a:avLst/>
            <a:gdLst/>
            <a:ahLst/>
            <a:cxnLst/>
            <a:rect l="l" t="t" r="r" b="b"/>
            <a:pathLst>
              <a:path w="3208412" h="3234532">
                <a:moveTo>
                  <a:pt x="1561445" y="1065858"/>
                </a:moveTo>
                <a:cubicBezTo>
                  <a:pt x="1654998" y="1065858"/>
                  <a:pt x="1743610" y="1087015"/>
                  <a:pt x="1821879" y="1126644"/>
                </a:cubicBezTo>
                <a:lnTo>
                  <a:pt x="1611352" y="1337172"/>
                </a:lnTo>
                <a:cubicBezTo>
                  <a:pt x="1595200" y="1333388"/>
                  <a:pt x="1578468" y="1332141"/>
                  <a:pt x="1561445" y="1332141"/>
                </a:cubicBezTo>
                <a:cubicBezTo>
                  <a:pt x="1373145" y="1332141"/>
                  <a:pt x="1220499" y="1484787"/>
                  <a:pt x="1220499" y="1673087"/>
                </a:cubicBezTo>
                <a:cubicBezTo>
                  <a:pt x="1220499" y="1861387"/>
                  <a:pt x="1373145" y="2014033"/>
                  <a:pt x="1561445" y="2014033"/>
                </a:cubicBezTo>
                <a:cubicBezTo>
                  <a:pt x="1749745" y="2014033"/>
                  <a:pt x="1902391" y="1861387"/>
                  <a:pt x="1902391" y="1673087"/>
                </a:cubicBezTo>
                <a:cubicBezTo>
                  <a:pt x="1902391" y="1643675"/>
                  <a:pt x="1898667" y="1615133"/>
                  <a:pt x="1890450" y="1588219"/>
                </a:cubicBezTo>
                <a:lnTo>
                  <a:pt x="2093156" y="1385512"/>
                </a:lnTo>
                <a:cubicBezTo>
                  <a:pt x="2142229" y="1470075"/>
                  <a:pt x="2168674" y="1568493"/>
                  <a:pt x="2168674" y="1673087"/>
                </a:cubicBezTo>
                <a:cubicBezTo>
                  <a:pt x="2168674" y="2008450"/>
                  <a:pt x="1896808" y="2280316"/>
                  <a:pt x="1561445" y="2280316"/>
                </a:cubicBezTo>
                <a:cubicBezTo>
                  <a:pt x="1226082" y="2280316"/>
                  <a:pt x="954217" y="2008450"/>
                  <a:pt x="954217" y="1673087"/>
                </a:cubicBezTo>
                <a:cubicBezTo>
                  <a:pt x="954217" y="1337724"/>
                  <a:pt x="1226082" y="1065858"/>
                  <a:pt x="1561445" y="1065858"/>
                </a:cubicBezTo>
                <a:close/>
                <a:moveTo>
                  <a:pt x="1561445" y="580076"/>
                </a:moveTo>
                <a:cubicBezTo>
                  <a:pt x="1790175" y="580076"/>
                  <a:pt x="2002494" y="650333"/>
                  <a:pt x="2177834" y="770690"/>
                </a:cubicBezTo>
                <a:lnTo>
                  <a:pt x="1968030" y="980494"/>
                </a:lnTo>
                <a:cubicBezTo>
                  <a:pt x="1849962" y="907198"/>
                  <a:pt x="1710422" y="866794"/>
                  <a:pt x="1561445" y="866794"/>
                </a:cubicBezTo>
                <a:cubicBezTo>
                  <a:pt x="1116142" y="866794"/>
                  <a:pt x="755153" y="1227784"/>
                  <a:pt x="755153" y="1673087"/>
                </a:cubicBezTo>
                <a:cubicBezTo>
                  <a:pt x="755153" y="2118390"/>
                  <a:pt x="1116142" y="2479380"/>
                  <a:pt x="1561445" y="2479380"/>
                </a:cubicBezTo>
                <a:cubicBezTo>
                  <a:pt x="2006748" y="2479380"/>
                  <a:pt x="2367738" y="2118390"/>
                  <a:pt x="2367738" y="1673087"/>
                </a:cubicBezTo>
                <a:cubicBezTo>
                  <a:pt x="2367738" y="1513043"/>
                  <a:pt x="2321108" y="1363890"/>
                  <a:pt x="2239307" y="1239362"/>
                </a:cubicBezTo>
                <a:lnTo>
                  <a:pt x="2445928" y="1032741"/>
                </a:lnTo>
                <a:cubicBezTo>
                  <a:pt x="2577451" y="1212149"/>
                  <a:pt x="2654457" y="1433625"/>
                  <a:pt x="2654457" y="1673087"/>
                </a:cubicBezTo>
                <a:cubicBezTo>
                  <a:pt x="2654457" y="2276741"/>
                  <a:pt x="2165099" y="2766099"/>
                  <a:pt x="1561445" y="2766099"/>
                </a:cubicBezTo>
                <a:cubicBezTo>
                  <a:pt x="957792" y="2766099"/>
                  <a:pt x="468434" y="2276741"/>
                  <a:pt x="468434" y="1673087"/>
                </a:cubicBezTo>
                <a:cubicBezTo>
                  <a:pt x="468434" y="1069433"/>
                  <a:pt x="957792" y="580076"/>
                  <a:pt x="1561445" y="580076"/>
                </a:cubicBezTo>
                <a:close/>
                <a:moveTo>
                  <a:pt x="1561445" y="111642"/>
                </a:moveTo>
                <a:cubicBezTo>
                  <a:pt x="1890473" y="111642"/>
                  <a:pt x="2195731" y="213411"/>
                  <a:pt x="2447076" y="387744"/>
                </a:cubicBezTo>
                <a:lnTo>
                  <a:pt x="2453780" y="494744"/>
                </a:lnTo>
                <a:lnTo>
                  <a:pt x="2309436" y="639088"/>
                </a:lnTo>
                <a:cubicBezTo>
                  <a:pt x="2099826" y="485554"/>
                  <a:pt x="1841132" y="395669"/>
                  <a:pt x="1561445" y="395669"/>
                </a:cubicBezTo>
                <a:cubicBezTo>
                  <a:pt x="855947" y="395669"/>
                  <a:pt x="284027" y="967589"/>
                  <a:pt x="284027" y="1673087"/>
                </a:cubicBezTo>
                <a:cubicBezTo>
                  <a:pt x="284027" y="2378585"/>
                  <a:pt x="855947" y="2950505"/>
                  <a:pt x="1561445" y="2950505"/>
                </a:cubicBezTo>
                <a:cubicBezTo>
                  <a:pt x="2266943" y="2950505"/>
                  <a:pt x="2838863" y="2378585"/>
                  <a:pt x="2838863" y="1673087"/>
                </a:cubicBezTo>
                <a:cubicBezTo>
                  <a:pt x="2838863" y="1382650"/>
                  <a:pt x="2741936" y="1114852"/>
                  <a:pt x="2577529" y="901139"/>
                </a:cubicBezTo>
                <a:lnTo>
                  <a:pt x="2706681" y="771988"/>
                </a:lnTo>
                <a:lnTo>
                  <a:pt x="2841540" y="780437"/>
                </a:lnTo>
                <a:cubicBezTo>
                  <a:pt x="3019168" y="1032973"/>
                  <a:pt x="3122890" y="1340917"/>
                  <a:pt x="3122890" y="1673087"/>
                </a:cubicBezTo>
                <a:cubicBezTo>
                  <a:pt x="3122890" y="2535449"/>
                  <a:pt x="2423807" y="3234532"/>
                  <a:pt x="1561445" y="3234532"/>
                </a:cubicBezTo>
                <a:cubicBezTo>
                  <a:pt x="699083" y="3234532"/>
                  <a:pt x="0" y="2535449"/>
                  <a:pt x="0" y="1673087"/>
                </a:cubicBezTo>
                <a:cubicBezTo>
                  <a:pt x="0" y="810725"/>
                  <a:pt x="699083" y="111642"/>
                  <a:pt x="1561445" y="111642"/>
                </a:cubicBezTo>
                <a:close/>
                <a:moveTo>
                  <a:pt x="2909110" y="0"/>
                </a:moveTo>
                <a:lnTo>
                  <a:pt x="2926757" y="281655"/>
                </a:lnTo>
                <a:lnTo>
                  <a:pt x="3208412" y="299301"/>
                </a:lnTo>
                <a:lnTo>
                  <a:pt x="2863230" y="644483"/>
                </a:lnTo>
                <a:lnTo>
                  <a:pt x="2685547" y="633351"/>
                </a:lnTo>
                <a:lnTo>
                  <a:pt x="1718098" y="1600799"/>
                </a:lnTo>
                <a:cubicBezTo>
                  <a:pt x="1729236" y="1622491"/>
                  <a:pt x="1734939" y="1647123"/>
                  <a:pt x="1734939" y="1673087"/>
                </a:cubicBezTo>
                <a:cubicBezTo>
                  <a:pt x="1734939" y="1768905"/>
                  <a:pt x="1657263" y="1846581"/>
                  <a:pt x="1561445" y="1846581"/>
                </a:cubicBezTo>
                <a:cubicBezTo>
                  <a:pt x="1465627" y="1846581"/>
                  <a:pt x="1387951" y="1768905"/>
                  <a:pt x="1387951" y="1673087"/>
                </a:cubicBezTo>
                <a:cubicBezTo>
                  <a:pt x="1387951" y="1577269"/>
                  <a:pt x="1465627" y="1499593"/>
                  <a:pt x="1561445" y="1499593"/>
                </a:cubicBezTo>
                <a:lnTo>
                  <a:pt x="1591006" y="1505561"/>
                </a:lnTo>
                <a:lnTo>
                  <a:pt x="2574981" y="521587"/>
                </a:lnTo>
                <a:lnTo>
                  <a:pt x="2563928" y="345182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7" name="Oval 21">
            <a:extLst>
              <a:ext uri="{FF2B5EF4-FFF2-40B4-BE49-F238E27FC236}">
                <a16:creationId xmlns="" xmlns:a16="http://schemas.microsoft.com/office/drawing/2014/main" id="{E0BBB1F6-DE69-4195-861B-3ACD455CE664}"/>
              </a:ext>
            </a:extLst>
          </p:cNvPr>
          <p:cNvSpPr>
            <a:spLocks noChangeAspect="1"/>
          </p:cNvSpPr>
          <p:nvPr/>
        </p:nvSpPr>
        <p:spPr>
          <a:xfrm>
            <a:off x="3429664" y="3874832"/>
            <a:ext cx="233141" cy="235087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8" name="Rounded Rectangle 7">
            <a:extLst>
              <a:ext uri="{FF2B5EF4-FFF2-40B4-BE49-F238E27FC236}">
                <a16:creationId xmlns="" xmlns:a16="http://schemas.microsoft.com/office/drawing/2014/main" id="{1CCA599F-1AAC-44D5-BE80-2E2942D9B4F6}"/>
              </a:ext>
            </a:extLst>
          </p:cNvPr>
          <p:cNvSpPr>
            <a:spLocks noChangeAspect="1"/>
          </p:cNvSpPr>
          <p:nvPr/>
        </p:nvSpPr>
        <p:spPr>
          <a:xfrm>
            <a:off x="5791973" y="2758828"/>
            <a:ext cx="225809" cy="194870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49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6168976" y="2481018"/>
            <a:ext cx="2966597" cy="522736"/>
            <a:chOff x="4965551" y="1783849"/>
            <a:chExt cx="1780587" cy="522736"/>
          </a:xfrm>
        </p:grpSpPr>
        <p:sp>
          <p:nvSpPr>
            <p:cNvPr id="150" name="TextBox 149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spc="-20" dirty="0" smtClean="0">
                  <a:solidFill>
                    <a:srgbClr val="262626"/>
                  </a:solidFill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</a:t>
              </a:r>
              <a:r>
                <a:rPr kumimoji="0" lang="ko-KR" altLang="en-US" sz="1400" b="0" i="0" u="none" strike="noStrike" kern="1200" cap="none" spc="-20" normalizeH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161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796430" y="4819085"/>
            <a:ext cx="2966597" cy="494161"/>
            <a:chOff x="4965551" y="1783849"/>
            <a:chExt cx="1780587" cy="494161"/>
          </a:xfrm>
        </p:grpSpPr>
        <p:sp>
          <p:nvSpPr>
            <p:cNvPr id="162" name="TextBox 161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Text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Contents Title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164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373666" y="3660233"/>
            <a:ext cx="2966597" cy="522736"/>
            <a:chOff x="4965551" y="1783849"/>
            <a:chExt cx="1780587" cy="522736"/>
          </a:xfrm>
        </p:grpSpPr>
        <p:sp>
          <p:nvSpPr>
            <p:cNvPr id="165" name="TextBox 164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grpSp>
        <p:nvGrpSpPr>
          <p:cNvPr id="62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746988" y="2564571"/>
            <a:ext cx="2966597" cy="522736"/>
            <a:chOff x="4965551" y="1783849"/>
            <a:chExt cx="1780587" cy="522736"/>
          </a:xfrm>
        </p:grpSpPr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65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3394446" y="1640551"/>
            <a:ext cx="2966597" cy="538188"/>
            <a:chOff x="4965551" y="1783849"/>
            <a:chExt cx="1780587" cy="538188"/>
          </a:xfrm>
        </p:grpSpPr>
        <p:sp>
          <p:nvSpPr>
            <p:cNvPr id="66" name="TextBox 65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5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68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6599024" y="3545845"/>
            <a:ext cx="2966597" cy="522736"/>
            <a:chOff x="4965551" y="1783849"/>
            <a:chExt cx="1780587" cy="522736"/>
          </a:xfrm>
        </p:grpSpPr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spc="-20" dirty="0" smtClean="0">
                  <a:solidFill>
                    <a:srgbClr val="262626"/>
                  </a:solidFill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</a:t>
              </a:r>
              <a:r>
                <a:rPr kumimoji="0" lang="ko-KR" altLang="en-US" sz="1400" b="0" i="0" u="none" strike="noStrike" kern="1200" cap="none" spc="-20" normalizeH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71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6274145" y="4590244"/>
            <a:ext cx="2966597" cy="522736"/>
            <a:chOff x="4965551" y="1783849"/>
            <a:chExt cx="1780587" cy="522736"/>
          </a:xfrm>
        </p:grpSpPr>
        <p:sp>
          <p:nvSpPr>
            <p:cNvPr id="72" name="TextBox 71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spc="-20" dirty="0" smtClean="0">
                  <a:solidFill>
                    <a:srgbClr val="262626"/>
                  </a:solidFill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32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</a:t>
              </a:r>
              <a:r>
                <a:rPr kumimoji="0" lang="ko-KR" altLang="en-US" sz="1400" b="0" i="0" u="none" strike="noStrike" kern="1200" cap="none" spc="-20" normalizeH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pSp>
        <p:nvGrpSpPr>
          <p:cNvPr id="77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3566702" y="5720289"/>
            <a:ext cx="2966597" cy="538188"/>
            <a:chOff x="4965551" y="1783849"/>
            <a:chExt cx="1780587" cy="538188"/>
          </a:xfrm>
        </p:grpSpPr>
        <p:sp>
          <p:nvSpPr>
            <p:cNvPr id="78" name="TextBox 77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2008105"/>
              <a:ext cx="1780587" cy="31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1" y="1783849"/>
              <a:ext cx="1780587" cy="35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 입력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947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제목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자유형 6"/>
          <p:cNvSpPr/>
          <p:nvPr/>
        </p:nvSpPr>
        <p:spPr>
          <a:xfrm rot="5400000">
            <a:off x="3516483" y="2523074"/>
            <a:ext cx="1409383" cy="1406204"/>
          </a:xfrm>
          <a:custGeom>
            <a:avLst/>
            <a:gdLst>
              <a:gd name="connsiteX0" fmla="*/ 0 w 1561413"/>
              <a:gd name="connsiteY0" fmla="*/ 0 h 1561414"/>
              <a:gd name="connsiteX1" fmla="*/ 1561413 w 1561413"/>
              <a:gd name="connsiteY1" fmla="*/ 0 h 1561414"/>
              <a:gd name="connsiteX2" fmla="*/ 1561413 w 1561413"/>
              <a:gd name="connsiteY2" fmla="*/ 1561414 h 1561414"/>
              <a:gd name="connsiteX3" fmla="*/ 1422431 w 1561413"/>
              <a:gd name="connsiteY3" fmla="*/ 1554396 h 1561414"/>
              <a:gd name="connsiteX4" fmla="*/ 7018 w 1561413"/>
              <a:gd name="connsiteY4" fmla="*/ 138983 h 1561414"/>
              <a:gd name="connsiteX5" fmla="*/ 0 w 1561413"/>
              <a:gd name="connsiteY5" fmla="*/ 0 h 156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1413" h="1561414">
                <a:moveTo>
                  <a:pt x="0" y="0"/>
                </a:moveTo>
                <a:lnTo>
                  <a:pt x="1561413" y="0"/>
                </a:lnTo>
                <a:lnTo>
                  <a:pt x="1561413" y="1561414"/>
                </a:lnTo>
                <a:lnTo>
                  <a:pt x="1422431" y="1554396"/>
                </a:lnTo>
                <a:cubicBezTo>
                  <a:pt x="676123" y="1478604"/>
                  <a:pt x="82809" y="885290"/>
                  <a:pt x="7018" y="13898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자유형 7"/>
          <p:cNvSpPr/>
          <p:nvPr/>
        </p:nvSpPr>
        <p:spPr>
          <a:xfrm rot="5400000">
            <a:off x="4974809" y="2523074"/>
            <a:ext cx="1409383" cy="1406204"/>
          </a:xfrm>
          <a:custGeom>
            <a:avLst/>
            <a:gdLst>
              <a:gd name="connsiteX0" fmla="*/ 0 w 1561413"/>
              <a:gd name="connsiteY0" fmla="*/ 1561414 h 1561414"/>
              <a:gd name="connsiteX1" fmla="*/ 7018 w 1561413"/>
              <a:gd name="connsiteY1" fmla="*/ 1422431 h 1561414"/>
              <a:gd name="connsiteX2" fmla="*/ 1422431 w 1561413"/>
              <a:gd name="connsiteY2" fmla="*/ 7018 h 1561414"/>
              <a:gd name="connsiteX3" fmla="*/ 1561413 w 1561413"/>
              <a:gd name="connsiteY3" fmla="*/ 0 h 1561414"/>
              <a:gd name="connsiteX4" fmla="*/ 1561413 w 1561413"/>
              <a:gd name="connsiteY4" fmla="*/ 1561414 h 1561414"/>
              <a:gd name="connsiteX5" fmla="*/ 0 w 1561413"/>
              <a:gd name="connsiteY5" fmla="*/ 1561414 h 156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1413" h="1561414">
                <a:moveTo>
                  <a:pt x="0" y="1561414"/>
                </a:moveTo>
                <a:lnTo>
                  <a:pt x="7018" y="1422431"/>
                </a:lnTo>
                <a:cubicBezTo>
                  <a:pt x="82809" y="676124"/>
                  <a:pt x="676123" y="82810"/>
                  <a:pt x="1422431" y="7018"/>
                </a:cubicBezTo>
                <a:lnTo>
                  <a:pt x="1561413" y="0"/>
                </a:lnTo>
                <a:lnTo>
                  <a:pt x="1561413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자유형 8"/>
          <p:cNvSpPr/>
          <p:nvPr/>
        </p:nvSpPr>
        <p:spPr>
          <a:xfrm rot="5400000">
            <a:off x="3516482" y="3974433"/>
            <a:ext cx="1409385" cy="1406204"/>
          </a:xfrm>
          <a:custGeom>
            <a:avLst/>
            <a:gdLst>
              <a:gd name="connsiteX0" fmla="*/ 0 w 1561415"/>
              <a:gd name="connsiteY0" fmla="*/ 1561414 h 1561414"/>
              <a:gd name="connsiteX1" fmla="*/ 0 w 1561415"/>
              <a:gd name="connsiteY1" fmla="*/ 0 h 1561414"/>
              <a:gd name="connsiteX2" fmla="*/ 1561415 w 1561415"/>
              <a:gd name="connsiteY2" fmla="*/ 0 h 1561414"/>
              <a:gd name="connsiteX3" fmla="*/ 1554397 w 1561415"/>
              <a:gd name="connsiteY3" fmla="*/ 138983 h 1561414"/>
              <a:gd name="connsiteX4" fmla="*/ 138984 w 1561415"/>
              <a:gd name="connsiteY4" fmla="*/ 1554396 h 1561414"/>
              <a:gd name="connsiteX5" fmla="*/ 0 w 1561415"/>
              <a:gd name="connsiteY5" fmla="*/ 1561414 h 156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561415" y="0"/>
                </a:lnTo>
                <a:lnTo>
                  <a:pt x="1554397" y="138983"/>
                </a:lnTo>
                <a:cubicBezTo>
                  <a:pt x="1478605" y="885290"/>
                  <a:pt x="885291" y="1478604"/>
                  <a:pt x="138984" y="1554396"/>
                </a:cubicBezTo>
                <a:lnTo>
                  <a:pt x="0" y="1561414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자유형 9"/>
          <p:cNvSpPr/>
          <p:nvPr/>
        </p:nvSpPr>
        <p:spPr>
          <a:xfrm rot="5400000">
            <a:off x="4974809" y="3974433"/>
            <a:ext cx="1409385" cy="1406204"/>
          </a:xfrm>
          <a:custGeom>
            <a:avLst/>
            <a:gdLst>
              <a:gd name="connsiteX0" fmla="*/ 0 w 1561415"/>
              <a:gd name="connsiteY0" fmla="*/ 1561414 h 1561414"/>
              <a:gd name="connsiteX1" fmla="*/ 0 w 1561415"/>
              <a:gd name="connsiteY1" fmla="*/ 0 h 1561414"/>
              <a:gd name="connsiteX2" fmla="*/ 138984 w 1561415"/>
              <a:gd name="connsiteY2" fmla="*/ 7018 h 1561414"/>
              <a:gd name="connsiteX3" fmla="*/ 1554397 w 1561415"/>
              <a:gd name="connsiteY3" fmla="*/ 1422431 h 1561414"/>
              <a:gd name="connsiteX4" fmla="*/ 1561415 w 1561415"/>
              <a:gd name="connsiteY4" fmla="*/ 1561414 h 1561414"/>
              <a:gd name="connsiteX5" fmla="*/ 0 w 1561415"/>
              <a:gd name="connsiteY5" fmla="*/ 1561414 h 1561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1415" h="1561414">
                <a:moveTo>
                  <a:pt x="0" y="1561414"/>
                </a:moveTo>
                <a:lnTo>
                  <a:pt x="0" y="0"/>
                </a:lnTo>
                <a:lnTo>
                  <a:pt x="138984" y="7018"/>
                </a:lnTo>
                <a:cubicBezTo>
                  <a:pt x="885291" y="82810"/>
                  <a:pt x="1478605" y="676124"/>
                  <a:pt x="1554397" y="1422431"/>
                </a:cubicBezTo>
                <a:lnTo>
                  <a:pt x="1561415" y="1561414"/>
                </a:lnTo>
                <a:lnTo>
                  <a:pt x="0" y="1561414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원형 화살표 10"/>
          <p:cNvSpPr/>
          <p:nvPr/>
        </p:nvSpPr>
        <p:spPr>
          <a:xfrm>
            <a:off x="4624615" y="3540125"/>
            <a:ext cx="656770" cy="65677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2" name="원형 화살표 11"/>
          <p:cNvSpPr/>
          <p:nvPr/>
        </p:nvSpPr>
        <p:spPr>
          <a:xfrm rot="10971674">
            <a:off x="4637317" y="3703108"/>
            <a:ext cx="656770" cy="656770"/>
          </a:xfrm>
          <a:prstGeom prst="circularArrow">
            <a:avLst>
              <a:gd name="adj1" fmla="val 5403"/>
              <a:gd name="adj2" fmla="val 1142319"/>
              <a:gd name="adj3" fmla="val 20414193"/>
              <a:gd name="adj4" fmla="val 10951345"/>
              <a:gd name="adj5" fmla="val 1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타원 12"/>
          <p:cNvSpPr/>
          <p:nvPr/>
        </p:nvSpPr>
        <p:spPr>
          <a:xfrm>
            <a:off x="1117397" y="2326543"/>
            <a:ext cx="613054" cy="613054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4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1730451" y="2374234"/>
            <a:ext cx="2187579" cy="562833"/>
            <a:chOff x="4965550" y="1783849"/>
            <a:chExt cx="1780588" cy="562833"/>
          </a:xfrm>
        </p:grpSpPr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36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0" y="1783849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cxnSp>
        <p:nvCxnSpPr>
          <p:cNvPr id="17" name="직선 연결선 16"/>
          <p:cNvCxnSpPr/>
          <p:nvPr/>
        </p:nvCxnSpPr>
        <p:spPr>
          <a:xfrm>
            <a:off x="1730451" y="2945384"/>
            <a:ext cx="2187579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31A10FCB-8772-4067-A24D-A19579DEA3AD}"/>
              </a:ext>
            </a:extLst>
          </p:cNvPr>
          <p:cNvSpPr txBox="1"/>
          <p:nvPr/>
        </p:nvSpPr>
        <p:spPr>
          <a:xfrm>
            <a:off x="1741472" y="3018428"/>
            <a:ext cx="159751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1117397" y="4338176"/>
            <a:ext cx="613054" cy="6130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1730451" y="4957017"/>
            <a:ext cx="2187579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27" name="타원 26"/>
          <p:cNvSpPr/>
          <p:nvPr/>
        </p:nvSpPr>
        <p:spPr>
          <a:xfrm>
            <a:off x="8170488" y="4338176"/>
            <a:ext cx="613054" cy="613054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5982909" y="4948139"/>
            <a:ext cx="2187579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34" name="타원 33"/>
          <p:cNvSpPr/>
          <p:nvPr/>
        </p:nvSpPr>
        <p:spPr>
          <a:xfrm>
            <a:off x="8170488" y="2329820"/>
            <a:ext cx="613054" cy="613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35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5982910" y="2377511"/>
            <a:ext cx="2037108" cy="562833"/>
            <a:chOff x="4965550" y="1783849"/>
            <a:chExt cx="1780588" cy="562833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36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0" y="1783849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cxnSp>
        <p:nvCxnSpPr>
          <p:cNvPr id="38" name="직선 연결선 37"/>
          <p:cNvCxnSpPr/>
          <p:nvPr/>
        </p:nvCxnSpPr>
        <p:spPr>
          <a:xfrm>
            <a:off x="5982909" y="2948661"/>
            <a:ext cx="2187579" cy="0"/>
          </a:xfrm>
          <a:prstGeom prst="line">
            <a:avLst/>
          </a:prstGeom>
          <a:noFill/>
          <a:ln w="12700" cap="flat" cmpd="sng" algn="ctr">
            <a:solidFill>
              <a:schemeClr val="bg2"/>
            </a:solidFill>
            <a:prstDash val="sysDot"/>
            <a:miter lim="800000"/>
            <a:headEnd type="oval" w="med" len="med"/>
            <a:tailEnd type="oval" w="med" len="med"/>
          </a:ln>
          <a:effectLst/>
        </p:spPr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31A10FCB-8772-4067-A24D-A19579DEA3AD}"/>
              </a:ext>
            </a:extLst>
          </p:cNvPr>
          <p:cNvSpPr txBox="1"/>
          <p:nvPr/>
        </p:nvSpPr>
        <p:spPr>
          <a:xfrm>
            <a:off x="6232396" y="2987026"/>
            <a:ext cx="178762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41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1730451" y="4390888"/>
            <a:ext cx="2187579" cy="562833"/>
            <a:chOff x="4965550" y="1783849"/>
            <a:chExt cx="1780588" cy="562833"/>
          </a:xfrm>
        </p:grpSpPr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36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  <a:endParaRPr kumimoji="0" lang="ko-KR" altLang="en-US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0" y="1783849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31A10FCB-8772-4067-A24D-A19579DEA3AD}"/>
              </a:ext>
            </a:extLst>
          </p:cNvPr>
          <p:cNvSpPr txBox="1"/>
          <p:nvPr/>
        </p:nvSpPr>
        <p:spPr>
          <a:xfrm>
            <a:off x="1741472" y="5035082"/>
            <a:ext cx="159751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45" name="Group 25">
            <a:extLst>
              <a:ext uri="{FF2B5EF4-FFF2-40B4-BE49-F238E27FC236}">
                <a16:creationId xmlns="" xmlns:a16="http://schemas.microsoft.com/office/drawing/2014/main" id="{6B88F6D0-7B87-4660-95C9-CC3DC5293DB9}"/>
              </a:ext>
            </a:extLst>
          </p:cNvPr>
          <p:cNvGrpSpPr/>
          <p:nvPr/>
        </p:nvGrpSpPr>
        <p:grpSpPr>
          <a:xfrm>
            <a:off x="5982910" y="4394165"/>
            <a:ext cx="2037108" cy="562833"/>
            <a:chOff x="4965550" y="1783849"/>
            <a:chExt cx="1780588" cy="562833"/>
          </a:xfrm>
        </p:grpSpPr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0B94F707-2D80-4F0A-A442-624AA220AD6F}"/>
                </a:ext>
              </a:extLst>
            </p:cNvPr>
            <p:cNvSpPr txBox="1"/>
            <p:nvPr/>
          </p:nvSpPr>
          <p:spPr>
            <a:xfrm>
              <a:off x="4965551" y="1979530"/>
              <a:ext cx="1780587" cy="36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 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9063174E-7141-4562-B849-6861FAB33CD1}"/>
                </a:ext>
              </a:extLst>
            </p:cNvPr>
            <p:cNvSpPr txBox="1"/>
            <p:nvPr/>
          </p:nvSpPr>
          <p:spPr>
            <a:xfrm>
              <a:off x="4965550" y="1783849"/>
              <a:ext cx="1780587" cy="298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31A10FCB-8772-4067-A24D-A19579DEA3AD}"/>
              </a:ext>
            </a:extLst>
          </p:cNvPr>
          <p:cNvSpPr txBox="1"/>
          <p:nvPr/>
        </p:nvSpPr>
        <p:spPr>
          <a:xfrm>
            <a:off x="6232396" y="5003680"/>
            <a:ext cx="178762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pic>
        <p:nvPicPr>
          <p:cNvPr id="53" name="그림 5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501" y="4304189"/>
            <a:ext cx="681028" cy="681028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29" y="2288300"/>
            <a:ext cx="698726" cy="698726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22" y="4386764"/>
            <a:ext cx="546035" cy="546035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965" y="2380752"/>
            <a:ext cx="552099" cy="552099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77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개체 1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0"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15" name="개체 14" hidden="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제목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Oval 8"/>
          <p:cNvSpPr>
            <a:spLocks noChangeArrowheads="1"/>
          </p:cNvSpPr>
          <p:nvPr>
            <p:custDataLst>
              <p:tags r:id="rId3"/>
            </p:custDataLst>
          </p:nvPr>
        </p:nvSpPr>
        <p:spPr bwMode="ltGray">
          <a:xfrm>
            <a:off x="3092075" y="1857151"/>
            <a:ext cx="3716494" cy="3602037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6" name="Oval 9"/>
          <p:cNvSpPr>
            <a:spLocks noChangeArrowheads="1"/>
          </p:cNvSpPr>
          <p:nvPr>
            <p:custDataLst>
              <p:tags r:id="rId4"/>
            </p:custDataLst>
          </p:nvPr>
        </p:nvSpPr>
        <p:spPr bwMode="ltGray">
          <a:xfrm>
            <a:off x="3507930" y="2260376"/>
            <a:ext cx="2883147" cy="2794000"/>
          </a:xfrm>
          <a:prstGeom prst="ellipse">
            <a:avLst/>
          </a:prstGeom>
          <a:solidFill>
            <a:schemeClr val="accent3"/>
          </a:solidFill>
          <a:ln w="9525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lIns="95785" tIns="47893" rIns="95785" bIns="47893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7" name="Oval 10"/>
          <p:cNvSpPr>
            <a:spLocks noChangeArrowheads="1"/>
          </p:cNvSpPr>
          <p:nvPr>
            <p:custDataLst>
              <p:tags r:id="rId5"/>
            </p:custDataLst>
          </p:nvPr>
        </p:nvSpPr>
        <p:spPr bwMode="ltGray">
          <a:xfrm>
            <a:off x="3966352" y="2706463"/>
            <a:ext cx="1966302" cy="190341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lIns="95785" tIns="47893" rIns="95785" bIns="47893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8" name="Oval 11"/>
          <p:cNvSpPr>
            <a:spLocks noChangeArrowheads="1"/>
          </p:cNvSpPr>
          <p:nvPr>
            <p:custDataLst>
              <p:tags r:id="rId6"/>
            </p:custDataLst>
          </p:nvPr>
        </p:nvSpPr>
        <p:spPr bwMode="ltGray">
          <a:xfrm>
            <a:off x="4413313" y="3139851"/>
            <a:ext cx="1072380" cy="103505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9525" algn="ctr">
            <a:solidFill>
              <a:srgbClr val="FFFFFF"/>
            </a:solidFill>
            <a:round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9" name="Rectangle 12"/>
          <p:cNvSpPr>
            <a:spLocks noChangeArrowheads="1"/>
          </p:cNvSpPr>
          <p:nvPr>
            <p:custDataLst>
              <p:tags r:id="rId7"/>
            </p:custDataLst>
          </p:nvPr>
        </p:nvSpPr>
        <p:spPr bwMode="ltGray">
          <a:xfrm>
            <a:off x="4469797" y="2298503"/>
            <a:ext cx="961050" cy="425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0" name="Rectangle 21"/>
          <p:cNvSpPr>
            <a:spLocks noChangeArrowheads="1"/>
          </p:cNvSpPr>
          <p:nvPr>
            <p:custDataLst>
              <p:tags r:id="rId8"/>
            </p:custDataLst>
          </p:nvPr>
        </p:nvSpPr>
        <p:spPr bwMode="ltGray">
          <a:xfrm>
            <a:off x="4453190" y="3462140"/>
            <a:ext cx="1008529" cy="423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1" name="Rectangle 22"/>
          <p:cNvSpPr>
            <a:spLocks noChangeArrowheads="1"/>
          </p:cNvSpPr>
          <p:nvPr>
            <p:custDataLst>
              <p:tags r:id="rId9"/>
            </p:custDataLst>
          </p:nvPr>
        </p:nvSpPr>
        <p:spPr bwMode="ltGray">
          <a:xfrm>
            <a:off x="4442783" y="2733466"/>
            <a:ext cx="1013440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2" name="Rectangle 23"/>
          <p:cNvSpPr>
            <a:spLocks noChangeArrowheads="1"/>
          </p:cNvSpPr>
          <p:nvPr>
            <p:custDataLst>
              <p:tags r:id="rId10"/>
            </p:custDataLst>
          </p:nvPr>
        </p:nvSpPr>
        <p:spPr bwMode="ltGray">
          <a:xfrm>
            <a:off x="4330634" y="1851782"/>
            <a:ext cx="1239377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4" name="Rectangle 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38752" y="5629275"/>
            <a:ext cx="8221502" cy="50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텍스트를 입력하세요 텍스트를 입력하세요텍스트를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텍스트를 입력하세요 텍스트를 입력하세요 텍스트를 입력하세요텍스트를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6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ltGray">
          <a:xfrm rot="10800000" flipH="1">
            <a:off x="2861667" y="4302457"/>
            <a:ext cx="457200" cy="379413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17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ltGray">
          <a:xfrm flipH="1" flipV="1">
            <a:off x="6073775" y="4012977"/>
            <a:ext cx="933450" cy="604837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18" name="Rectangle 16"/>
          <p:cNvSpPr>
            <a:spLocks noChangeArrowheads="1"/>
          </p:cNvSpPr>
          <p:nvPr>
            <p:custDataLst>
              <p:tags r:id="rId14"/>
            </p:custDataLst>
          </p:nvPr>
        </p:nvSpPr>
        <p:spPr bwMode="ltGray">
          <a:xfrm>
            <a:off x="7007225" y="4127742"/>
            <a:ext cx="2109262" cy="910759"/>
          </a:xfrm>
          <a:prstGeom prst="rect">
            <a:avLst/>
          </a:prstGeom>
          <a:solidFill>
            <a:schemeClr val="accent3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08000" tIns="32400" rIns="108000" bIns="3240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9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ltGray">
          <a:xfrm>
            <a:off x="2900364" y="2455640"/>
            <a:ext cx="1648638" cy="946999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0" name="Line 18"/>
          <p:cNvSpPr>
            <a:spLocks noChangeShapeType="1"/>
          </p:cNvSpPr>
          <p:nvPr>
            <p:custDataLst>
              <p:tags r:id="rId16"/>
            </p:custDataLst>
          </p:nvPr>
        </p:nvSpPr>
        <p:spPr bwMode="ltGray">
          <a:xfrm flipH="1">
            <a:off x="5614989" y="2455639"/>
            <a:ext cx="1392237" cy="908050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1" name="Rectangle 15"/>
          <p:cNvSpPr>
            <a:spLocks noChangeArrowheads="1"/>
          </p:cNvSpPr>
          <p:nvPr>
            <p:custDataLst>
              <p:tags r:id="rId17"/>
            </p:custDataLst>
          </p:nvPr>
        </p:nvSpPr>
        <p:spPr bwMode="ltGray">
          <a:xfrm>
            <a:off x="793750" y="4127742"/>
            <a:ext cx="2109262" cy="9107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08000" tIns="32400" rIns="108000" bIns="3240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2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ltGray">
          <a:xfrm>
            <a:off x="793751" y="1850801"/>
            <a:ext cx="2106613" cy="9545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08000" tIns="32400" rIns="108000" bIns="3240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3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ltGray">
          <a:xfrm>
            <a:off x="7015162" y="1850801"/>
            <a:ext cx="2109262" cy="9594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108000" tIns="32400" rIns="108000" bIns="3240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22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1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제목 5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0" name="텍스트 개체 틀 49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3981647" y="2597376"/>
            <a:ext cx="1903792" cy="2268000"/>
            <a:chOff x="3613280" y="2889200"/>
            <a:chExt cx="1903792" cy="2268000"/>
          </a:xfrm>
        </p:grpSpPr>
        <p:cxnSp>
          <p:nvCxnSpPr>
            <p:cNvPr id="46" name="직선 연결선 45"/>
            <p:cNvCxnSpPr/>
            <p:nvPr/>
          </p:nvCxnSpPr>
          <p:spPr>
            <a:xfrm flipH="1">
              <a:off x="3613280" y="3987648"/>
              <a:ext cx="1903792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>
              <a:off x="3613280" y="2889200"/>
              <a:ext cx="0" cy="2268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/>
          </p:nvCxnSpPr>
          <p:spPr>
            <a:xfrm>
              <a:off x="5517072" y="2889200"/>
              <a:ext cx="0" cy="226800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39"/>
          <p:cNvGrpSpPr/>
          <p:nvPr/>
        </p:nvGrpSpPr>
        <p:grpSpPr>
          <a:xfrm>
            <a:off x="3613215" y="2607010"/>
            <a:ext cx="374272" cy="2252756"/>
            <a:chOff x="3244848" y="2904444"/>
            <a:chExt cx="374272" cy="2252756"/>
          </a:xfrm>
        </p:grpSpPr>
        <p:cxnSp>
          <p:nvCxnSpPr>
            <p:cNvPr id="44" name="직선 연결선 43"/>
            <p:cNvCxnSpPr/>
            <p:nvPr/>
          </p:nvCxnSpPr>
          <p:spPr>
            <a:xfrm flipH="1">
              <a:off x="3244848" y="2904444"/>
              <a:ext cx="374272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 flipH="1">
              <a:off x="3244848" y="5157200"/>
              <a:ext cx="374272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그룹 40"/>
          <p:cNvGrpSpPr/>
          <p:nvPr/>
        </p:nvGrpSpPr>
        <p:grpSpPr>
          <a:xfrm>
            <a:off x="5870861" y="2607010"/>
            <a:ext cx="374272" cy="2252756"/>
            <a:chOff x="3244848" y="2904444"/>
            <a:chExt cx="374272" cy="2252756"/>
          </a:xfrm>
        </p:grpSpPr>
        <p:cxnSp>
          <p:nvCxnSpPr>
            <p:cNvPr id="42" name="직선 연결선 41"/>
            <p:cNvCxnSpPr/>
            <p:nvPr/>
          </p:nvCxnSpPr>
          <p:spPr>
            <a:xfrm flipH="1">
              <a:off x="3244848" y="2904444"/>
              <a:ext cx="374272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3244848" y="5157200"/>
              <a:ext cx="374272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/>
          <p:cNvGrpSpPr/>
          <p:nvPr/>
        </p:nvGrpSpPr>
        <p:grpSpPr>
          <a:xfrm>
            <a:off x="4339543" y="3074102"/>
            <a:ext cx="1188000" cy="1188000"/>
            <a:chOff x="3971176" y="3365926"/>
            <a:chExt cx="1188000" cy="1188000"/>
          </a:xfrm>
        </p:grpSpPr>
        <p:sp>
          <p:nvSpPr>
            <p:cNvPr id="37" name="타원 36"/>
            <p:cNvSpPr/>
            <p:nvPr/>
          </p:nvSpPr>
          <p:spPr>
            <a:xfrm>
              <a:off x="3971176" y="3365926"/>
              <a:ext cx="1188000" cy="1188000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solidFill>
                <a:srgbClr val="8DA5B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2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-윤고딕130" pitchFamily="18" charset="-127"/>
                <a:buNone/>
                <a:tabLst/>
                <a:defRPr/>
              </a:pPr>
              <a:endParaRPr kumimoji="0" lang="en-US" altLang="ko-KR" sz="1800" b="0" i="0" u="none" strike="noStrike" kern="1200" cap="none" spc="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989176" y="3790650"/>
              <a:ext cx="1152000" cy="33855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ctr" defTabSz="9128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 smtClean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제목</a:t>
              </a:r>
              <a:endParaRPr kumimoji="0" lang="en-US" altLang="ko-KR" sz="16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995751" y="1819550"/>
            <a:ext cx="2628000" cy="1627882"/>
            <a:chOff x="627384" y="2111374"/>
            <a:chExt cx="2628000" cy="1627882"/>
          </a:xfrm>
        </p:grpSpPr>
        <p:grpSp>
          <p:nvGrpSpPr>
            <p:cNvPr id="29" name="그룹 28"/>
            <p:cNvGrpSpPr/>
            <p:nvPr/>
          </p:nvGrpSpPr>
          <p:grpSpPr>
            <a:xfrm>
              <a:off x="627384" y="2111374"/>
              <a:ext cx="2628000" cy="1627882"/>
              <a:chOff x="634208" y="2111374"/>
              <a:chExt cx="2628000" cy="1627882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634208" y="2111374"/>
                <a:ext cx="2628000" cy="1627882"/>
                <a:chOff x="5868144" y="2111374"/>
                <a:chExt cx="2628000" cy="1627882"/>
              </a:xfrm>
            </p:grpSpPr>
            <p:sp>
              <p:nvSpPr>
                <p:cNvPr id="33" name="직사각형 32"/>
                <p:cNvSpPr/>
                <p:nvPr/>
              </p:nvSpPr>
              <p:spPr>
                <a:xfrm>
                  <a:off x="5868144" y="2111374"/>
                  <a:ext cx="2628000" cy="4320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  <p:sp>
              <p:nvSpPr>
                <p:cNvPr id="34" name="직사각형 33"/>
                <p:cNvSpPr/>
                <p:nvPr/>
              </p:nvSpPr>
              <p:spPr>
                <a:xfrm>
                  <a:off x="5868144" y="2551256"/>
                  <a:ext cx="2628000" cy="11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</p:grpSp>
          <p:sp>
            <p:nvSpPr>
              <p:cNvPr id="32" name="직사각형 31"/>
              <p:cNvSpPr/>
              <p:nvPr/>
            </p:nvSpPr>
            <p:spPr>
              <a:xfrm>
                <a:off x="814208" y="2158097"/>
                <a:ext cx="2268000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281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600" spc="-20" dirty="0" err="1" smtClean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중제목</a:t>
                </a:r>
                <a:r>
                  <a:rPr lang="en-US" altLang="ko-KR" sz="1600" spc="-20" dirty="0" smtClean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/Medium 16pt</a:t>
                </a:r>
                <a:endParaRPr kumimoji="0" lang="en-US" altLang="ko-KR" sz="1800" b="0" i="0" u="none" strike="noStrike" kern="1200" cap="none" spc="-20" normalizeH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</a:endParaRPr>
              </a:p>
            </p:txBody>
          </p:sp>
        </p:grpSp>
        <p:sp>
          <p:nvSpPr>
            <p:cNvPr id="30" name="직사각형 29"/>
            <p:cNvSpPr/>
            <p:nvPr/>
          </p:nvSpPr>
          <p:spPr>
            <a:xfrm>
              <a:off x="632652" y="2618476"/>
              <a:ext cx="2617464" cy="101566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85725" marR="0" lvl="1" indent="-85725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Tx/>
                <a:buChar char="•"/>
                <a:tabLst/>
                <a:defRPr/>
              </a:pPr>
              <a:r>
                <a:rPr kumimoji="0" lang="ko-KR" altLang="en-US" sz="14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입력하세요 </a:t>
              </a:r>
              <a:endParaRPr kumimoji="0" lang="en-US" altLang="ko-KR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180975" marR="0" lvl="2" indent="-9525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본고딕 Normal" panose="020B0400000000000000" pitchFamily="34" charset="-127"/>
                <a:buChar char="‐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/>
                  <a:ea typeface="본고딕 Normal"/>
                  <a:cs typeface="Arial" pitchFamily="34" charset="0"/>
                </a:rPr>
                <a:t>텍스트를 입력하세요 텍스트 입력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6234441" y="1819550"/>
            <a:ext cx="2636894" cy="1627882"/>
            <a:chOff x="5866074" y="2111374"/>
            <a:chExt cx="2636894" cy="1627882"/>
          </a:xfrm>
        </p:grpSpPr>
        <p:grpSp>
          <p:nvGrpSpPr>
            <p:cNvPr id="23" name="그룹 22"/>
            <p:cNvGrpSpPr/>
            <p:nvPr/>
          </p:nvGrpSpPr>
          <p:grpSpPr>
            <a:xfrm>
              <a:off x="5874968" y="2111374"/>
              <a:ext cx="2628000" cy="1627882"/>
              <a:chOff x="5868144" y="2111374"/>
              <a:chExt cx="2628000" cy="1627882"/>
            </a:xfrm>
          </p:grpSpPr>
          <p:grpSp>
            <p:nvGrpSpPr>
              <p:cNvPr id="25" name="그룹 24"/>
              <p:cNvGrpSpPr/>
              <p:nvPr/>
            </p:nvGrpSpPr>
            <p:grpSpPr>
              <a:xfrm>
                <a:off x="5868144" y="2111374"/>
                <a:ext cx="2628000" cy="1627882"/>
                <a:chOff x="5868144" y="2111374"/>
                <a:chExt cx="2628000" cy="1627882"/>
              </a:xfrm>
            </p:grpSpPr>
            <p:sp>
              <p:nvSpPr>
                <p:cNvPr id="27" name="직사각형 26"/>
                <p:cNvSpPr/>
                <p:nvPr/>
              </p:nvSpPr>
              <p:spPr>
                <a:xfrm>
                  <a:off x="5868144" y="2111374"/>
                  <a:ext cx="2628000" cy="4320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5868144" y="2551256"/>
                  <a:ext cx="2628000" cy="11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</p:grpSp>
          <p:sp>
            <p:nvSpPr>
              <p:cNvPr id="26" name="직사각형 25"/>
              <p:cNvSpPr/>
              <p:nvPr/>
            </p:nvSpPr>
            <p:spPr>
              <a:xfrm>
                <a:off x="6048144" y="2158097"/>
                <a:ext cx="2268000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lvl="0" algn="ctr" defTabSz="912813">
                  <a:defRPr/>
                </a:pPr>
                <a:r>
                  <a:rPr lang="ko-KR" altLang="en-US" sz="1600" spc="-20" dirty="0" err="1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중제목</a:t>
                </a:r>
                <a:r>
                  <a:rPr lang="en-US" altLang="ko-KR" sz="1600" spc="-2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/Medium 16pt</a:t>
                </a:r>
                <a:endParaRPr lang="en-US" altLang="ko-KR" spc="-2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</a:endParaRPr>
              </a:p>
            </p:txBody>
          </p:sp>
        </p:grpSp>
        <p:sp>
          <p:nvSpPr>
            <p:cNvPr id="24" name="직사각형 23"/>
            <p:cNvSpPr/>
            <p:nvPr/>
          </p:nvSpPr>
          <p:spPr>
            <a:xfrm>
              <a:off x="5866074" y="2618476"/>
              <a:ext cx="2617464" cy="101566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85725" lvl="1" indent="-85725">
                <a:lnSpc>
                  <a:spcPct val="120000"/>
                </a:lnSpc>
                <a:buClr>
                  <a:srgbClr val="003760"/>
                </a:buClr>
                <a:buFontTx/>
                <a:buChar char="•"/>
                <a:defRPr/>
              </a:pPr>
              <a:r>
                <a:rPr lang="ko-KR" altLang="en-US" sz="1400" kern="0" spc="-20" dirty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입력하세요 </a:t>
              </a:r>
              <a:endParaRPr lang="en-US" altLang="ko-KR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995751" y="4218491"/>
            <a:ext cx="2628000" cy="1627882"/>
            <a:chOff x="627384" y="4510315"/>
            <a:chExt cx="2628000" cy="1627882"/>
          </a:xfrm>
        </p:grpSpPr>
        <p:grpSp>
          <p:nvGrpSpPr>
            <p:cNvPr id="17" name="그룹 16"/>
            <p:cNvGrpSpPr/>
            <p:nvPr/>
          </p:nvGrpSpPr>
          <p:grpSpPr>
            <a:xfrm>
              <a:off x="627384" y="4510315"/>
              <a:ext cx="2628000" cy="1627882"/>
              <a:chOff x="634208" y="4510315"/>
              <a:chExt cx="2628000" cy="1627882"/>
            </a:xfrm>
          </p:grpSpPr>
          <p:grpSp>
            <p:nvGrpSpPr>
              <p:cNvPr id="19" name="그룹 18"/>
              <p:cNvGrpSpPr/>
              <p:nvPr/>
            </p:nvGrpSpPr>
            <p:grpSpPr>
              <a:xfrm>
                <a:off x="634208" y="4510315"/>
                <a:ext cx="2628000" cy="1627882"/>
                <a:chOff x="5868144" y="2111374"/>
                <a:chExt cx="2628000" cy="1627882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5868144" y="2111374"/>
                  <a:ext cx="2628000" cy="4320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5868144" y="2551256"/>
                  <a:ext cx="2628000" cy="11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</p:grpSp>
          <p:sp>
            <p:nvSpPr>
              <p:cNvPr id="20" name="직사각형 19"/>
              <p:cNvSpPr/>
              <p:nvPr/>
            </p:nvSpPr>
            <p:spPr>
              <a:xfrm>
                <a:off x="814208" y="4557038"/>
                <a:ext cx="2268000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lvl="0" algn="ctr" defTabSz="912813">
                  <a:defRPr/>
                </a:pPr>
                <a:r>
                  <a:rPr lang="ko-KR" altLang="en-US" sz="1600" spc="-20" dirty="0" err="1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중제목</a:t>
                </a:r>
                <a:r>
                  <a:rPr lang="en-US" altLang="ko-KR" sz="1600" spc="-2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/Medium 16pt</a:t>
                </a:r>
                <a:endParaRPr lang="en-US" altLang="ko-KR" spc="-2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</a:endParaRPr>
              </a:p>
            </p:txBody>
          </p:sp>
        </p:grpSp>
        <p:sp>
          <p:nvSpPr>
            <p:cNvPr id="18" name="직사각형 17"/>
            <p:cNvSpPr/>
            <p:nvPr/>
          </p:nvSpPr>
          <p:spPr>
            <a:xfrm>
              <a:off x="632652" y="5013282"/>
              <a:ext cx="2617464" cy="101566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85725" lvl="1" indent="-85725">
                <a:lnSpc>
                  <a:spcPct val="120000"/>
                </a:lnSpc>
                <a:buClr>
                  <a:srgbClr val="003760"/>
                </a:buClr>
                <a:buFontTx/>
                <a:buChar char="•"/>
                <a:defRPr/>
              </a:pPr>
              <a:r>
                <a:rPr lang="ko-KR" altLang="en-US" sz="1400" kern="0" spc="-20" dirty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입력하세요 </a:t>
              </a:r>
              <a:endParaRPr lang="en-US" altLang="ko-KR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234441" y="4218491"/>
            <a:ext cx="2636894" cy="1627882"/>
            <a:chOff x="5866074" y="4510315"/>
            <a:chExt cx="2636894" cy="1627882"/>
          </a:xfrm>
        </p:grpSpPr>
        <p:grpSp>
          <p:nvGrpSpPr>
            <p:cNvPr id="11" name="그룹 10"/>
            <p:cNvGrpSpPr/>
            <p:nvPr/>
          </p:nvGrpSpPr>
          <p:grpSpPr>
            <a:xfrm>
              <a:off x="5874968" y="4510315"/>
              <a:ext cx="2628000" cy="1627882"/>
              <a:chOff x="5868144" y="4510315"/>
              <a:chExt cx="2628000" cy="1627882"/>
            </a:xfrm>
          </p:grpSpPr>
          <p:grpSp>
            <p:nvGrpSpPr>
              <p:cNvPr id="13" name="그룹 12"/>
              <p:cNvGrpSpPr/>
              <p:nvPr/>
            </p:nvGrpSpPr>
            <p:grpSpPr>
              <a:xfrm>
                <a:off x="5868144" y="4510315"/>
                <a:ext cx="2628000" cy="1627882"/>
                <a:chOff x="5868144" y="2111374"/>
                <a:chExt cx="2628000" cy="1627882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5868144" y="2111374"/>
                  <a:ext cx="2628000" cy="432000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rgbClr val="8DA5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endParaRPr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5868144" y="2551256"/>
                  <a:ext cx="2628000" cy="11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/>
                    <a:ea typeface="본고딕 Normal"/>
                    <a:cs typeface="+mn-cs"/>
                  </a:endParaRPr>
                </a:p>
              </p:txBody>
            </p:sp>
          </p:grpSp>
          <p:sp>
            <p:nvSpPr>
              <p:cNvPr id="14" name="직사각형 13"/>
              <p:cNvSpPr/>
              <p:nvPr/>
            </p:nvSpPr>
            <p:spPr>
              <a:xfrm>
                <a:off x="6048144" y="4557038"/>
                <a:ext cx="2268000" cy="338554"/>
              </a:xfrm>
              <a:prstGeom prst="rect">
                <a:avLst/>
              </a:prstGeom>
              <a:ln>
                <a:solidFill>
                  <a:srgbClr val="8DA5BD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lvl="0" algn="ctr" defTabSz="912813">
                  <a:defRPr/>
                </a:pPr>
                <a:r>
                  <a:rPr lang="ko-KR" altLang="en-US" sz="1600" spc="-20" dirty="0" err="1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중제목</a:t>
                </a:r>
                <a:r>
                  <a:rPr lang="en-US" altLang="ko-KR" sz="1600" spc="-20" dirty="0">
                    <a:ln>
                      <a:solidFill>
                        <a:srgbClr val="4F81BD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latin typeface="본고딕 Medium" panose="020B0600000000000000" pitchFamily="34" charset="-127"/>
                    <a:ea typeface="본고딕 Medium" panose="020B0600000000000000" pitchFamily="34" charset="-127"/>
                  </a:rPr>
                  <a:t>/Medium 16pt</a:t>
                </a:r>
                <a:endParaRPr lang="en-US" altLang="ko-KR" spc="-2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</a:endParaRPr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5866074" y="5013282"/>
              <a:ext cx="2617464" cy="101566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marL="85725" lvl="1" indent="-85725">
                <a:lnSpc>
                  <a:spcPct val="120000"/>
                </a:lnSpc>
                <a:buClr>
                  <a:srgbClr val="003760"/>
                </a:buClr>
                <a:buFontTx/>
                <a:buChar char="•"/>
                <a:defRPr/>
              </a:pPr>
              <a:r>
                <a:rPr lang="ko-KR" altLang="en-US" sz="1400" kern="0" spc="-20" dirty="0">
                  <a:solidFill>
                    <a:srgbClr val="26262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텍스트를 입력하세요 </a:t>
              </a:r>
              <a:endParaRPr lang="en-US" altLang="ko-KR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  <a:p>
              <a:pPr marL="180975" lvl="2" indent="-95250">
                <a:lnSpc>
                  <a:spcPct val="120000"/>
                </a:lnSpc>
                <a:buClr>
                  <a:srgbClr val="003760"/>
                </a:buClr>
                <a:buFont typeface="본고딕 Normal" panose="020B0400000000000000" pitchFamily="34" charset="-127"/>
                <a:buChar char="‐"/>
                <a:defRPr/>
              </a:pPr>
              <a:r>
                <a:rPr lang="ko-KR" altLang="en-US" sz="1200" kern="0" spc="-20" dirty="0">
                  <a:solidFill>
                    <a:srgbClr val="262626"/>
                  </a:solidFill>
                  <a:cs typeface="Arial" pitchFamily="34" charset="0"/>
                </a:rPr>
                <a:t>텍스트를 입력하세요 텍스트 입력</a:t>
              </a:r>
              <a:endParaRPr lang="en-US" altLang="ko-KR" sz="1200" kern="0" spc="-20" dirty="0">
                <a:solidFill>
                  <a:srgbClr val="262626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69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개체 2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3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8" name="개체 2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제목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33" name="텍스트 개체 틀 3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7" name="Group 1"/>
          <p:cNvGrpSpPr>
            <a:grpSpLocks/>
          </p:cNvGrpSpPr>
          <p:nvPr/>
        </p:nvGrpSpPr>
        <p:grpSpPr bwMode="auto">
          <a:xfrm>
            <a:off x="1161337" y="2465918"/>
            <a:ext cx="7583325" cy="3246891"/>
            <a:chOff x="1765674" y="4176067"/>
            <a:chExt cx="14756630" cy="7002050"/>
          </a:xfrm>
        </p:grpSpPr>
        <p:sp>
          <p:nvSpPr>
            <p:cNvPr id="8" name="Rounded Rectangle 54"/>
            <p:cNvSpPr>
              <a:spLocks noChangeArrowheads="1"/>
            </p:cNvSpPr>
            <p:nvPr/>
          </p:nvSpPr>
          <p:spPr bwMode="auto">
            <a:xfrm>
              <a:off x="3581679" y="4866589"/>
              <a:ext cx="11275425" cy="5662278"/>
            </a:xfrm>
            <a:prstGeom prst="roundRect">
              <a:avLst>
                <a:gd name="adj" fmla="val 3324"/>
              </a:avLst>
            </a:prstGeom>
            <a:noFill/>
            <a:ln w="25400">
              <a:solidFill>
                <a:srgbClr val="B6B6B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9" name="Rounded Rectangle 54"/>
            <p:cNvSpPr>
              <a:spLocks noChangeArrowheads="1"/>
            </p:cNvSpPr>
            <p:nvPr/>
          </p:nvSpPr>
          <p:spPr bwMode="auto">
            <a:xfrm>
              <a:off x="3743596" y="7496921"/>
              <a:ext cx="10942065" cy="349230"/>
            </a:xfrm>
            <a:prstGeom prst="roundRect">
              <a:avLst>
                <a:gd name="adj" fmla="val 1963"/>
              </a:avLst>
            </a:prstGeom>
            <a:solidFill>
              <a:schemeClr val="tx1">
                <a:lumMod val="10000"/>
                <a:lumOff val="90000"/>
              </a:schemeClr>
            </a:solidFill>
            <a:ln w="25400">
              <a:noFill/>
              <a:prstDash val="dash"/>
              <a:round/>
              <a:headEnd/>
              <a:tailEnd/>
            </a:ln>
            <a:extLst/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10" name="Rounded Rectangle 54"/>
            <p:cNvSpPr>
              <a:spLocks noChangeArrowheads="1"/>
            </p:cNvSpPr>
            <p:nvPr/>
          </p:nvSpPr>
          <p:spPr bwMode="auto">
            <a:xfrm>
              <a:off x="7307347" y="6238108"/>
              <a:ext cx="3673283" cy="2844632"/>
            </a:xfrm>
            <a:prstGeom prst="roundRect">
              <a:avLst>
                <a:gd name="adj" fmla="val 3231"/>
              </a:avLst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11" name="TextBox 46"/>
            <p:cNvSpPr txBox="1">
              <a:spLocks noChangeArrowheads="1"/>
            </p:cNvSpPr>
            <p:nvPr/>
          </p:nvSpPr>
          <p:spPr bwMode="auto">
            <a:xfrm>
              <a:off x="7569272" y="6446175"/>
              <a:ext cx="3149435" cy="2375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텍스트를 입력하세요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Helvetica Neue" charset="0"/>
              </a:endParaRPr>
            </a:p>
          </p:txBody>
        </p:sp>
        <p:sp>
          <p:nvSpPr>
            <p:cNvPr id="12" name="Rounded Rectangle 54"/>
            <p:cNvSpPr>
              <a:spLocks noChangeArrowheads="1"/>
            </p:cNvSpPr>
            <p:nvPr/>
          </p:nvSpPr>
          <p:spPr bwMode="auto">
            <a:xfrm>
              <a:off x="7307348" y="4176067"/>
              <a:ext cx="3673282" cy="1439779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13" name="TextBox 46"/>
            <p:cNvSpPr txBox="1">
              <a:spLocks noChangeArrowheads="1"/>
            </p:cNvSpPr>
            <p:nvPr/>
          </p:nvSpPr>
          <p:spPr bwMode="auto">
            <a:xfrm>
              <a:off x="7252634" y="4564091"/>
              <a:ext cx="3727996" cy="66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charset="0"/>
                  <a:sym typeface="Helvetica Neue" charset="0"/>
                </a:rPr>
                <a:t>Potential entrants</a:t>
              </a:r>
            </a:p>
          </p:txBody>
        </p:sp>
        <p:sp>
          <p:nvSpPr>
            <p:cNvPr id="14" name="Rounded Rectangle 54"/>
            <p:cNvSpPr>
              <a:spLocks noChangeArrowheads="1"/>
            </p:cNvSpPr>
            <p:nvPr/>
          </p:nvSpPr>
          <p:spPr bwMode="auto">
            <a:xfrm>
              <a:off x="7307348" y="9738338"/>
              <a:ext cx="3673282" cy="1439779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15" name="TextBox 50"/>
            <p:cNvSpPr txBox="1">
              <a:spLocks noChangeArrowheads="1"/>
            </p:cNvSpPr>
            <p:nvPr/>
          </p:nvSpPr>
          <p:spPr bwMode="auto">
            <a:xfrm>
              <a:off x="7832782" y="10126362"/>
              <a:ext cx="2622413" cy="66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charset="0"/>
                  <a:sym typeface="Helvetica Neue" charset="0"/>
                </a:rPr>
                <a:t>Substitutes</a:t>
              </a:r>
            </a:p>
          </p:txBody>
        </p:sp>
        <p:sp>
          <p:nvSpPr>
            <p:cNvPr id="16" name="Rounded Rectangle 54"/>
            <p:cNvSpPr>
              <a:spLocks noChangeArrowheads="1"/>
            </p:cNvSpPr>
            <p:nvPr/>
          </p:nvSpPr>
          <p:spPr bwMode="auto">
            <a:xfrm>
              <a:off x="1765674" y="6922278"/>
              <a:ext cx="3671696" cy="1439779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17" name="TextBox 53"/>
            <p:cNvSpPr txBox="1">
              <a:spLocks noChangeArrowheads="1"/>
            </p:cNvSpPr>
            <p:nvPr/>
          </p:nvSpPr>
          <p:spPr bwMode="auto">
            <a:xfrm>
              <a:off x="2372067" y="7310302"/>
              <a:ext cx="2458910" cy="66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charset="0"/>
                  <a:sym typeface="Helvetica Neue" charset="0"/>
                </a:rPr>
                <a:t>Suppliers</a:t>
              </a:r>
            </a:p>
          </p:txBody>
        </p:sp>
        <p:sp>
          <p:nvSpPr>
            <p:cNvPr id="18" name="Rounded Rectangle 54"/>
            <p:cNvSpPr>
              <a:spLocks noChangeArrowheads="1"/>
            </p:cNvSpPr>
            <p:nvPr/>
          </p:nvSpPr>
          <p:spPr bwMode="auto">
            <a:xfrm>
              <a:off x="12850608" y="6928631"/>
              <a:ext cx="3671696" cy="1439779"/>
            </a:xfrm>
            <a:prstGeom prst="roundRect">
              <a:avLst>
                <a:gd name="adj" fmla="val 987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 anchor="ctr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Helvetica Neue" charset="0"/>
              </a:endParaRPr>
            </a:p>
          </p:txBody>
        </p:sp>
        <p:sp>
          <p:nvSpPr>
            <p:cNvPr id="19" name="TextBox 57"/>
            <p:cNvSpPr txBox="1">
              <a:spLocks noChangeArrowheads="1"/>
            </p:cNvSpPr>
            <p:nvPr/>
          </p:nvSpPr>
          <p:spPr bwMode="auto">
            <a:xfrm>
              <a:off x="13314135" y="7316655"/>
              <a:ext cx="2744645" cy="66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charset="0"/>
                  <a:sym typeface="Helvetica Neue" charset="0"/>
                </a:rPr>
                <a:t>Buyers</a:t>
              </a:r>
            </a:p>
          </p:txBody>
        </p:sp>
        <p:cxnSp>
          <p:nvCxnSpPr>
            <p:cNvPr id="20" name="Straight Arrow Connector 7"/>
            <p:cNvCxnSpPr/>
            <p:nvPr/>
          </p:nvCxnSpPr>
          <p:spPr bwMode="auto">
            <a:xfrm>
              <a:off x="9143989" y="5403997"/>
              <a:ext cx="0" cy="834111"/>
            </a:xfrm>
            <a:prstGeom prst="straightConnector1">
              <a:avLst/>
            </a:prstGeom>
            <a:solidFill>
              <a:srgbClr val="E6E6E6"/>
            </a:solidFill>
            <a:ln w="508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4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1" name="Straight Arrow Connector 63"/>
            <p:cNvCxnSpPr/>
            <p:nvPr/>
          </p:nvCxnSpPr>
          <p:spPr bwMode="auto">
            <a:xfrm>
              <a:off x="9143989" y="9082741"/>
              <a:ext cx="0" cy="835553"/>
            </a:xfrm>
            <a:prstGeom prst="straightConnector1">
              <a:avLst/>
            </a:prstGeom>
            <a:solidFill>
              <a:srgbClr val="E6E6E6"/>
            </a:solidFill>
            <a:ln w="508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400000"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" name="Straight Arrow Connector 64"/>
            <p:cNvCxnSpPr/>
            <p:nvPr/>
          </p:nvCxnSpPr>
          <p:spPr bwMode="auto">
            <a:xfrm>
              <a:off x="11026322" y="7671536"/>
              <a:ext cx="1825854" cy="0"/>
            </a:xfrm>
            <a:prstGeom prst="straightConnector1">
              <a:avLst/>
            </a:prstGeom>
            <a:solidFill>
              <a:srgbClr val="E6E6E6"/>
            </a:solidFill>
            <a:ln w="508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400000"/>
              <a:headEnd type="triangle" w="med" len="med"/>
              <a:tailEnd type="non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3" name="Straight Arrow Connector 68"/>
            <p:cNvCxnSpPr/>
            <p:nvPr/>
          </p:nvCxnSpPr>
          <p:spPr bwMode="auto">
            <a:xfrm>
              <a:off x="5281160" y="7671536"/>
              <a:ext cx="1976337" cy="0"/>
            </a:xfrm>
            <a:prstGeom prst="straightConnector1">
              <a:avLst/>
            </a:prstGeom>
            <a:solidFill>
              <a:srgbClr val="E6E6E6"/>
            </a:solidFill>
            <a:ln w="508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400000"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4" name="Text Box 27"/>
            <p:cNvSpPr txBox="1">
              <a:spLocks/>
            </p:cNvSpPr>
            <p:nvPr/>
          </p:nvSpPr>
          <p:spPr bwMode="auto">
            <a:xfrm>
              <a:off x="11595048" y="5679342"/>
              <a:ext cx="2894750" cy="814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0" kern="0" dirty="0" smtClean="0">
                  <a:solidFill>
                    <a:srgbClr val="252D30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</p:txBody>
        </p:sp>
        <p:sp>
          <p:nvSpPr>
            <p:cNvPr id="29" name="Text Box 27"/>
            <p:cNvSpPr txBox="1">
              <a:spLocks/>
            </p:cNvSpPr>
            <p:nvPr/>
          </p:nvSpPr>
          <p:spPr bwMode="auto">
            <a:xfrm>
              <a:off x="11595048" y="8812884"/>
              <a:ext cx="2894750" cy="814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0" kern="0" dirty="0" smtClean="0">
                  <a:solidFill>
                    <a:srgbClr val="252D30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</p:txBody>
        </p:sp>
        <p:sp>
          <p:nvSpPr>
            <p:cNvPr id="30" name="Text Box 27"/>
            <p:cNvSpPr txBox="1">
              <a:spLocks/>
            </p:cNvSpPr>
            <p:nvPr/>
          </p:nvSpPr>
          <p:spPr bwMode="auto">
            <a:xfrm>
              <a:off x="3908592" y="5679341"/>
              <a:ext cx="2894750" cy="814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0" kern="0" dirty="0" smtClean="0">
                  <a:solidFill>
                    <a:srgbClr val="252D30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</p:txBody>
        </p:sp>
        <p:sp>
          <p:nvSpPr>
            <p:cNvPr id="31" name="Text Box 27"/>
            <p:cNvSpPr txBox="1">
              <a:spLocks/>
            </p:cNvSpPr>
            <p:nvPr/>
          </p:nvSpPr>
          <p:spPr bwMode="auto">
            <a:xfrm>
              <a:off x="3908592" y="8812884"/>
              <a:ext cx="2894750" cy="814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>
              <a:no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252D30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0" kern="0" dirty="0" smtClean="0">
                  <a:solidFill>
                    <a:srgbClr val="252D30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  <a:cs typeface="Arial" charset="0"/>
                  <a:sym typeface="Arial" charset="0"/>
                </a:rPr>
                <a:t>텍스트를 입력하세요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52D3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charset="0"/>
                <a:sym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834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62"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smtClean="0"/>
              <a:t>텍스트를 입력하세요 텍스트를 입력하세요 텍스트를 입력하세요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41" name="다이어그램 40"/>
          <p:cNvGraphicFramePr/>
          <p:nvPr>
            <p:extLst/>
          </p:nvPr>
        </p:nvGraphicFramePr>
        <p:xfrm>
          <a:off x="892645" y="1864791"/>
          <a:ext cx="4435200" cy="1215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cxnSp>
        <p:nvCxnSpPr>
          <p:cNvPr id="72" name="AutoShape 31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1527605" y="4393161"/>
            <a:ext cx="0" cy="180000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lg" len="lg"/>
            <a:tailEnd type="stealth" w="med" len="med"/>
          </a:ln>
          <a:effectLst/>
        </p:spPr>
      </p:cxnSp>
      <p:cxnSp>
        <p:nvCxnSpPr>
          <p:cNvPr id="75" name="AutoShape 31"/>
          <p:cNvCxnSpPr>
            <a:cxnSpLocks noChangeShapeType="1"/>
          </p:cNvCxnSpPr>
          <p:nvPr>
            <p:custDataLst>
              <p:tags r:id="rId4"/>
            </p:custDataLst>
          </p:nvPr>
        </p:nvCxnSpPr>
        <p:spPr bwMode="auto">
          <a:xfrm rot="10800000">
            <a:off x="5410645" y="4437751"/>
            <a:ext cx="0" cy="961676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lg" len="lg"/>
            <a:tailEnd type="stealth" w="med" len="med"/>
          </a:ln>
          <a:effectLst/>
        </p:spPr>
      </p:cxnSp>
      <p:grpSp>
        <p:nvGrpSpPr>
          <p:cNvPr id="6" name="그룹 5"/>
          <p:cNvGrpSpPr/>
          <p:nvPr/>
        </p:nvGrpSpPr>
        <p:grpSpPr>
          <a:xfrm>
            <a:off x="7114989" y="5260112"/>
            <a:ext cx="953235" cy="495410"/>
            <a:chOff x="7627068" y="5093695"/>
            <a:chExt cx="657302" cy="495410"/>
          </a:xfrm>
        </p:grpSpPr>
        <p:cxnSp>
          <p:nvCxnSpPr>
            <p:cNvPr id="76" name="AutoShape 31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V="1">
              <a:off x="8279984" y="5093695"/>
              <a:ext cx="0" cy="495410"/>
            </a:xfrm>
            <a:prstGeom prst="straightConnector1">
              <a:avLst/>
            </a:prstGeom>
            <a:noFill/>
            <a:ln w="6350">
              <a:solidFill>
                <a:schemeClr val="accent1"/>
              </a:solidFill>
              <a:round/>
              <a:headEnd type="none" w="lg" len="lg"/>
              <a:tailEnd type="stealth" w="med" len="med"/>
            </a:ln>
            <a:effectLst/>
          </p:spPr>
        </p:cxnSp>
        <p:cxnSp>
          <p:nvCxnSpPr>
            <p:cNvPr id="77" name="직선 연결선 76"/>
            <p:cNvCxnSpPr/>
            <p:nvPr/>
          </p:nvCxnSpPr>
          <p:spPr>
            <a:xfrm flipH="1">
              <a:off x="7627068" y="5585867"/>
              <a:ext cx="657302" cy="0"/>
            </a:xfrm>
            <a:prstGeom prst="lin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  <a:miter lim="800000"/>
            </a:ln>
            <a:effectLst/>
          </p:spPr>
        </p:cxnSp>
      </p:grpSp>
      <p:graphicFrame>
        <p:nvGraphicFramePr>
          <p:cNvPr id="78" name="다이어그램 77"/>
          <p:cNvGraphicFramePr/>
          <p:nvPr>
            <p:extLst/>
          </p:nvPr>
        </p:nvGraphicFramePr>
        <p:xfrm>
          <a:off x="4792532" y="1786404"/>
          <a:ext cx="4435858" cy="1372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2196935" y="2997751"/>
            <a:ext cx="1255315" cy="144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501883" y="2997751"/>
            <a:ext cx="1255315" cy="144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16725" y="2997751"/>
            <a:ext cx="1255315" cy="144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806831" y="2997751"/>
            <a:ext cx="1255315" cy="144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111779" y="2997751"/>
            <a:ext cx="1255315" cy="144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91987" y="4573161"/>
            <a:ext cx="1255315" cy="68695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196935" y="4573161"/>
            <a:ext cx="1255315" cy="68695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500470" y="4573161"/>
            <a:ext cx="1255315" cy="68695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806830" y="5373284"/>
            <a:ext cx="1255315" cy="68695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11779" y="5373284"/>
            <a:ext cx="1255315" cy="68695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7416725" y="4573161"/>
            <a:ext cx="1255315" cy="68695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987" y="2997751"/>
            <a:ext cx="1255315" cy="1440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텍스트입력 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111779" y="5373284"/>
            <a:ext cx="1255315" cy="686951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11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개체 2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286" name="think-cell Slide" r:id="rId9" imgW="395" imgH="394" progId="TCLayout.ActiveDocument.1">
                  <p:embed/>
                </p:oleObj>
              </mc:Choice>
              <mc:Fallback>
                <p:oleObj name="think-cell Slide" r:id="rId9" imgW="395" imgH="394" progId="TCLayout.ActiveDocument.1">
                  <p:embed/>
                  <p:pic>
                    <p:nvPicPr>
                      <p:cNvPr id="28" name="개체 27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제목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텍스트 개체 틀 16"/>
          <p:cNvSpPr txBox="1">
            <a:spLocks/>
          </p:cNvSpPr>
          <p:nvPr/>
        </p:nvSpPr>
        <p:spPr>
          <a:xfrm>
            <a:off x="881350" y="3481025"/>
            <a:ext cx="1586428" cy="2313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6" name="갈매기형 수장 5"/>
          <p:cNvSpPr/>
          <p:nvPr/>
        </p:nvSpPr>
        <p:spPr>
          <a:xfrm>
            <a:off x="881350" y="2495430"/>
            <a:ext cx="1826942" cy="847845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7" name="갈매기형 수장 6"/>
          <p:cNvSpPr/>
          <p:nvPr/>
        </p:nvSpPr>
        <p:spPr>
          <a:xfrm>
            <a:off x="2467778" y="2495430"/>
            <a:ext cx="1826942" cy="847845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4054206" y="2495430"/>
            <a:ext cx="1826942" cy="847845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9" name="갈매기형 수장 8"/>
          <p:cNvSpPr/>
          <p:nvPr/>
        </p:nvSpPr>
        <p:spPr>
          <a:xfrm>
            <a:off x="5640634" y="2495430"/>
            <a:ext cx="1826942" cy="847845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0" name="갈매기형 수장 9"/>
          <p:cNvSpPr/>
          <p:nvPr/>
        </p:nvSpPr>
        <p:spPr>
          <a:xfrm>
            <a:off x="7227062" y="2495430"/>
            <a:ext cx="1826942" cy="847845"/>
          </a:xfrm>
          <a:prstGeom prst="chevron">
            <a:avLst>
              <a:gd name="adj" fmla="val 16748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endParaRPr kumimoji="0" lang="en-US" altLang="ko-KR" sz="14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14pt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2467778" y="3359841"/>
            <a:ext cx="0" cy="2710150"/>
          </a:xfrm>
          <a:prstGeom prst="straightConnector1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  <a:headEnd type="stealth" w="lg" len="lg"/>
            <a:tailEnd type="none"/>
          </a:ln>
          <a:effectLst/>
        </p:spPr>
      </p:cxnSp>
      <p:cxnSp>
        <p:nvCxnSpPr>
          <p:cNvPr id="12" name="직선 화살표 연결선 11"/>
          <p:cNvCxnSpPr/>
          <p:nvPr/>
        </p:nvCxnSpPr>
        <p:spPr>
          <a:xfrm>
            <a:off x="4054206" y="3359841"/>
            <a:ext cx="0" cy="2710150"/>
          </a:xfrm>
          <a:prstGeom prst="straightConnector1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  <a:headEnd type="stealth" w="lg" len="lg"/>
            <a:tailEnd type="none"/>
          </a:ln>
          <a:effectLst/>
        </p:spPr>
      </p:cxnSp>
      <p:cxnSp>
        <p:nvCxnSpPr>
          <p:cNvPr id="13" name="직선 화살표 연결선 12"/>
          <p:cNvCxnSpPr/>
          <p:nvPr/>
        </p:nvCxnSpPr>
        <p:spPr>
          <a:xfrm>
            <a:off x="5640634" y="3359841"/>
            <a:ext cx="0" cy="2710150"/>
          </a:xfrm>
          <a:prstGeom prst="straightConnector1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  <a:headEnd type="stealth" w="lg" len="lg"/>
            <a:tailEnd type="none"/>
          </a:ln>
          <a:effectLst/>
        </p:spPr>
      </p:cxnSp>
      <p:cxnSp>
        <p:nvCxnSpPr>
          <p:cNvPr id="14" name="직선 화살표 연결선 13"/>
          <p:cNvCxnSpPr/>
          <p:nvPr/>
        </p:nvCxnSpPr>
        <p:spPr>
          <a:xfrm>
            <a:off x="7227062" y="3359841"/>
            <a:ext cx="0" cy="2710150"/>
          </a:xfrm>
          <a:prstGeom prst="straightConnector1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  <a:headEnd type="stealth" w="lg" len="lg"/>
            <a:tailEnd type="none"/>
          </a:ln>
          <a:effectLst/>
        </p:spPr>
      </p:cxnSp>
      <p:sp>
        <p:nvSpPr>
          <p:cNvPr id="15" name="텍스트 개체 틀 16"/>
          <p:cNvSpPr txBox="1">
            <a:spLocks/>
          </p:cNvSpPr>
          <p:nvPr/>
        </p:nvSpPr>
        <p:spPr>
          <a:xfrm>
            <a:off x="881350" y="2058604"/>
            <a:ext cx="1586428" cy="384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6" name="텍스트 개체 틀 16"/>
          <p:cNvSpPr txBox="1">
            <a:spLocks/>
          </p:cNvSpPr>
          <p:nvPr/>
        </p:nvSpPr>
        <p:spPr>
          <a:xfrm>
            <a:off x="2467778" y="2058604"/>
            <a:ext cx="1586428" cy="384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7" name="텍스트 개체 틀 16"/>
          <p:cNvSpPr txBox="1">
            <a:spLocks/>
          </p:cNvSpPr>
          <p:nvPr/>
        </p:nvSpPr>
        <p:spPr>
          <a:xfrm>
            <a:off x="4054206" y="2058604"/>
            <a:ext cx="1586428" cy="384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8" name="텍스트 개체 틀 16"/>
          <p:cNvSpPr txBox="1">
            <a:spLocks/>
          </p:cNvSpPr>
          <p:nvPr/>
        </p:nvSpPr>
        <p:spPr>
          <a:xfrm>
            <a:off x="5640634" y="2058604"/>
            <a:ext cx="1586428" cy="384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9" name="텍스트 개체 틀 16"/>
          <p:cNvSpPr txBox="1">
            <a:spLocks/>
          </p:cNvSpPr>
          <p:nvPr/>
        </p:nvSpPr>
        <p:spPr>
          <a:xfrm>
            <a:off x="7227062" y="2058604"/>
            <a:ext cx="1586428" cy="384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0" name="텍스트 개체 틀 16"/>
          <p:cNvSpPr txBox="1">
            <a:spLocks/>
          </p:cNvSpPr>
          <p:nvPr/>
        </p:nvSpPr>
        <p:spPr>
          <a:xfrm>
            <a:off x="2467778" y="3481025"/>
            <a:ext cx="1586428" cy="2313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1" name="텍스트 개체 틀 16"/>
          <p:cNvSpPr txBox="1">
            <a:spLocks/>
          </p:cNvSpPr>
          <p:nvPr/>
        </p:nvSpPr>
        <p:spPr>
          <a:xfrm>
            <a:off x="4054206" y="3481025"/>
            <a:ext cx="1586428" cy="2313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2" name="AutoShape 35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2386511" y="5951766"/>
            <a:ext cx="162533" cy="1524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3" name="AutoShape 35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3972938" y="5951766"/>
            <a:ext cx="162533" cy="1524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4" name="AutoShape 35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5559365" y="5951766"/>
            <a:ext cx="162533" cy="1524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5" name="AutoShape 35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7145792" y="5951766"/>
            <a:ext cx="162533" cy="1524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6" name="텍스트 개체 틀 16"/>
          <p:cNvSpPr txBox="1">
            <a:spLocks/>
          </p:cNvSpPr>
          <p:nvPr/>
        </p:nvSpPr>
        <p:spPr>
          <a:xfrm>
            <a:off x="5640630" y="3481025"/>
            <a:ext cx="1586428" cy="2313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7" name="텍스트 개체 틀 16"/>
          <p:cNvSpPr txBox="1">
            <a:spLocks/>
          </p:cNvSpPr>
          <p:nvPr/>
        </p:nvSpPr>
        <p:spPr>
          <a:xfrm>
            <a:off x="7227062" y="3481025"/>
            <a:ext cx="1586428" cy="2313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defRPr>
            </a:lvl1pPr>
            <a:lvl2pPr marL="266700" indent="-180975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622300" algn="l"/>
              </a:tabLst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2pPr>
            <a:lvl3pPr marL="447675" indent="-18097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본고딕 Medium" panose="020B0600000000000000" pitchFamily="34" charset="-127"/>
              <a:buChar char="-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위하여 모든 사람은 평등히 기회를 갖고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또한 인재를 양성하고 등용하는데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89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7" name="Chevron 1">
            <a:extLst>
              <a:ext uri="{FF2B5EF4-FFF2-40B4-BE49-F238E27FC236}">
                <a16:creationId xmlns="" xmlns:a16="http://schemas.microsoft.com/office/drawing/2014/main" id="{C51142C1-EAFF-496C-9F7F-D7878F61C76B}"/>
              </a:ext>
            </a:extLst>
          </p:cNvPr>
          <p:cNvSpPr/>
          <p:nvPr/>
        </p:nvSpPr>
        <p:spPr>
          <a:xfrm rot="10800000">
            <a:off x="6307115" y="2323879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8" name="Chevron 2">
            <a:extLst>
              <a:ext uri="{FF2B5EF4-FFF2-40B4-BE49-F238E27FC236}">
                <a16:creationId xmlns="" xmlns:a16="http://schemas.microsoft.com/office/drawing/2014/main" id="{98B11B9F-901C-451A-9B01-A326B1CBBF7E}"/>
              </a:ext>
            </a:extLst>
          </p:cNvPr>
          <p:cNvSpPr/>
          <p:nvPr/>
        </p:nvSpPr>
        <p:spPr>
          <a:xfrm rot="10800000">
            <a:off x="4746121" y="2323879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9" name="Chevron 3">
            <a:extLst>
              <a:ext uri="{FF2B5EF4-FFF2-40B4-BE49-F238E27FC236}">
                <a16:creationId xmlns="" xmlns:a16="http://schemas.microsoft.com/office/drawing/2014/main" id="{C485E81D-F077-4287-9397-D6C45C36D17B}"/>
              </a:ext>
            </a:extLst>
          </p:cNvPr>
          <p:cNvSpPr/>
          <p:nvPr/>
        </p:nvSpPr>
        <p:spPr>
          <a:xfrm rot="10800000">
            <a:off x="3186176" y="2323879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0" name="Chevron 4">
            <a:extLst>
              <a:ext uri="{FF2B5EF4-FFF2-40B4-BE49-F238E27FC236}">
                <a16:creationId xmlns="" xmlns:a16="http://schemas.microsoft.com/office/drawing/2014/main" id="{78CF247D-C41C-483C-8D1B-7A33D19B7119}"/>
              </a:ext>
            </a:extLst>
          </p:cNvPr>
          <p:cNvSpPr/>
          <p:nvPr/>
        </p:nvSpPr>
        <p:spPr>
          <a:xfrm rot="10800000">
            <a:off x="1636729" y="2314354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1" name="Chevron 5">
            <a:extLst>
              <a:ext uri="{FF2B5EF4-FFF2-40B4-BE49-F238E27FC236}">
                <a16:creationId xmlns="" xmlns:a16="http://schemas.microsoft.com/office/drawing/2014/main" id="{D7DEA98D-DE95-4AD4-9318-09A28FF51CF0}"/>
              </a:ext>
            </a:extLst>
          </p:cNvPr>
          <p:cNvSpPr/>
          <p:nvPr/>
        </p:nvSpPr>
        <p:spPr>
          <a:xfrm>
            <a:off x="2081004" y="3619031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2" name="Chevron 6">
            <a:extLst>
              <a:ext uri="{FF2B5EF4-FFF2-40B4-BE49-F238E27FC236}">
                <a16:creationId xmlns="" xmlns:a16="http://schemas.microsoft.com/office/drawing/2014/main" id="{E4B57F4B-5165-499A-9228-7CA731E40E57}"/>
              </a:ext>
            </a:extLst>
          </p:cNvPr>
          <p:cNvSpPr/>
          <p:nvPr/>
        </p:nvSpPr>
        <p:spPr>
          <a:xfrm>
            <a:off x="3612497" y="3619031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3" name="Chevron 7">
            <a:extLst>
              <a:ext uri="{FF2B5EF4-FFF2-40B4-BE49-F238E27FC236}">
                <a16:creationId xmlns="" xmlns:a16="http://schemas.microsoft.com/office/drawing/2014/main" id="{68996C47-E451-4728-BCA2-0C82EB1C0AD2}"/>
              </a:ext>
            </a:extLst>
          </p:cNvPr>
          <p:cNvSpPr/>
          <p:nvPr/>
        </p:nvSpPr>
        <p:spPr>
          <a:xfrm>
            <a:off x="5151671" y="3619031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4" name="Chevron 8">
            <a:extLst>
              <a:ext uri="{FF2B5EF4-FFF2-40B4-BE49-F238E27FC236}">
                <a16:creationId xmlns="" xmlns:a16="http://schemas.microsoft.com/office/drawing/2014/main" id="{A31BC649-9BC7-44DD-A749-40413B2C69AA}"/>
              </a:ext>
            </a:extLst>
          </p:cNvPr>
          <p:cNvSpPr/>
          <p:nvPr/>
        </p:nvSpPr>
        <p:spPr>
          <a:xfrm>
            <a:off x="6683164" y="3619031"/>
            <a:ext cx="1598252" cy="476938"/>
          </a:xfrm>
          <a:prstGeom prst="chevron">
            <a:avLst/>
          </a:prstGeom>
          <a:solidFill>
            <a:srgbClr val="FFFFFF"/>
          </a:solidFill>
          <a:ln w="762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5" name="Pentagon 4">
            <a:extLst>
              <a:ext uri="{FF2B5EF4-FFF2-40B4-BE49-F238E27FC236}">
                <a16:creationId xmlns="" xmlns:a16="http://schemas.microsoft.com/office/drawing/2014/main" id="{3E85B195-1F5C-42FB-903C-6504FE22A366}"/>
              </a:ext>
            </a:extLst>
          </p:cNvPr>
          <p:cNvSpPr/>
          <p:nvPr/>
        </p:nvSpPr>
        <p:spPr>
          <a:xfrm rot="16200000">
            <a:off x="7522796" y="2842868"/>
            <a:ext cx="1789146" cy="788749"/>
          </a:xfrm>
          <a:custGeom>
            <a:avLst/>
            <a:gdLst>
              <a:gd name="connsiteX0" fmla="*/ 0 w 2131080"/>
              <a:gd name="connsiteY0" fmla="*/ 0 h 768112"/>
              <a:gd name="connsiteX1" fmla="*/ 1718450 w 2131080"/>
              <a:gd name="connsiteY1" fmla="*/ 0 h 768112"/>
              <a:gd name="connsiteX2" fmla="*/ 2131080 w 2131080"/>
              <a:gd name="connsiteY2" fmla="*/ 384056 h 768112"/>
              <a:gd name="connsiteX3" fmla="*/ 1718450 w 2131080"/>
              <a:gd name="connsiteY3" fmla="*/ 768112 h 768112"/>
              <a:gd name="connsiteX4" fmla="*/ 0 w 2131080"/>
              <a:gd name="connsiteY4" fmla="*/ 768112 h 768112"/>
              <a:gd name="connsiteX5" fmla="*/ 0 w 2131080"/>
              <a:gd name="connsiteY5" fmla="*/ 0 h 768112"/>
              <a:gd name="connsiteX0" fmla="*/ 0 w 2131080"/>
              <a:gd name="connsiteY0" fmla="*/ 0 h 768112"/>
              <a:gd name="connsiteX1" fmla="*/ 1718450 w 2131080"/>
              <a:gd name="connsiteY1" fmla="*/ 0 h 768112"/>
              <a:gd name="connsiteX2" fmla="*/ 2131080 w 2131080"/>
              <a:gd name="connsiteY2" fmla="*/ 384056 h 768112"/>
              <a:gd name="connsiteX3" fmla="*/ 1718450 w 2131080"/>
              <a:gd name="connsiteY3" fmla="*/ 768112 h 768112"/>
              <a:gd name="connsiteX4" fmla="*/ 762000 w 2131080"/>
              <a:gd name="connsiteY4" fmla="*/ 758587 h 768112"/>
              <a:gd name="connsiteX5" fmla="*/ 0 w 2131080"/>
              <a:gd name="connsiteY5" fmla="*/ 0 h 76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1882214" y="2403583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80" name="Pentagon 4">
            <a:extLst>
              <a:ext uri="{FF2B5EF4-FFF2-40B4-BE49-F238E27FC236}">
                <a16:creationId xmlns="" xmlns:a16="http://schemas.microsoft.com/office/drawing/2014/main" id="{C5168227-714A-4C20-B9E6-24EF412BD5EB}"/>
              </a:ext>
            </a:extLst>
          </p:cNvPr>
          <p:cNvSpPr/>
          <p:nvPr/>
        </p:nvSpPr>
        <p:spPr>
          <a:xfrm rot="5400000">
            <a:off x="576932" y="2776404"/>
            <a:ext cx="1793229" cy="788750"/>
          </a:xfrm>
          <a:custGeom>
            <a:avLst/>
            <a:gdLst>
              <a:gd name="connsiteX0" fmla="*/ 0 w 2131080"/>
              <a:gd name="connsiteY0" fmla="*/ 0 h 768112"/>
              <a:gd name="connsiteX1" fmla="*/ 1718450 w 2131080"/>
              <a:gd name="connsiteY1" fmla="*/ 0 h 768112"/>
              <a:gd name="connsiteX2" fmla="*/ 2131080 w 2131080"/>
              <a:gd name="connsiteY2" fmla="*/ 384056 h 768112"/>
              <a:gd name="connsiteX3" fmla="*/ 1718450 w 2131080"/>
              <a:gd name="connsiteY3" fmla="*/ 768112 h 768112"/>
              <a:gd name="connsiteX4" fmla="*/ 0 w 2131080"/>
              <a:gd name="connsiteY4" fmla="*/ 768112 h 768112"/>
              <a:gd name="connsiteX5" fmla="*/ 0 w 2131080"/>
              <a:gd name="connsiteY5" fmla="*/ 0 h 768112"/>
              <a:gd name="connsiteX0" fmla="*/ 0 w 2131080"/>
              <a:gd name="connsiteY0" fmla="*/ 0 h 768112"/>
              <a:gd name="connsiteX1" fmla="*/ 1718450 w 2131080"/>
              <a:gd name="connsiteY1" fmla="*/ 0 h 768112"/>
              <a:gd name="connsiteX2" fmla="*/ 2131080 w 2131080"/>
              <a:gd name="connsiteY2" fmla="*/ 384056 h 768112"/>
              <a:gd name="connsiteX3" fmla="*/ 1718450 w 2131080"/>
              <a:gd name="connsiteY3" fmla="*/ 768112 h 768112"/>
              <a:gd name="connsiteX4" fmla="*/ 762000 w 2131080"/>
              <a:gd name="connsiteY4" fmla="*/ 758587 h 768112"/>
              <a:gd name="connsiteX5" fmla="*/ 0 w 2131080"/>
              <a:gd name="connsiteY5" fmla="*/ 0 h 76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1080" h="768112">
                <a:moveTo>
                  <a:pt x="0" y="0"/>
                </a:moveTo>
                <a:lnTo>
                  <a:pt x="1718450" y="0"/>
                </a:lnTo>
                <a:lnTo>
                  <a:pt x="2131080" y="384056"/>
                </a:lnTo>
                <a:lnTo>
                  <a:pt x="1718450" y="768112"/>
                </a:lnTo>
                <a:lnTo>
                  <a:pt x="762000" y="758587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762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2D1807DD-9F08-4061-AEE5-F0B367A85072}"/>
              </a:ext>
            </a:extLst>
          </p:cNvPr>
          <p:cNvSpPr txBox="1"/>
          <p:nvPr/>
        </p:nvSpPr>
        <p:spPr>
          <a:xfrm>
            <a:off x="1186221" y="3014928"/>
            <a:ext cx="574649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A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="" xmlns:a16="http://schemas.microsoft.com/office/drawing/2014/main" id="{3DC92AEB-EC22-4B40-BEE0-1440AB22D159}"/>
              </a:ext>
            </a:extLst>
          </p:cNvPr>
          <p:cNvSpPr txBox="1"/>
          <p:nvPr/>
        </p:nvSpPr>
        <p:spPr>
          <a:xfrm>
            <a:off x="8130044" y="2995346"/>
            <a:ext cx="574649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B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grpSp>
        <p:nvGrpSpPr>
          <p:cNvPr id="83" name="Group 24">
            <a:extLst>
              <a:ext uri="{FF2B5EF4-FFF2-40B4-BE49-F238E27FC236}">
                <a16:creationId xmlns="" xmlns:a16="http://schemas.microsoft.com/office/drawing/2014/main" id="{0F6D0C24-18A7-4F78-B8A8-543B036F2154}"/>
              </a:ext>
            </a:extLst>
          </p:cNvPr>
          <p:cNvGrpSpPr/>
          <p:nvPr/>
        </p:nvGrpSpPr>
        <p:grpSpPr>
          <a:xfrm>
            <a:off x="728604" y="4409664"/>
            <a:ext cx="3940938" cy="1667730"/>
            <a:chOff x="720000" y="4853771"/>
            <a:chExt cx="5796216" cy="1470064"/>
          </a:xfrm>
          <a:effectLst/>
        </p:grpSpPr>
        <p:sp>
          <p:nvSpPr>
            <p:cNvPr id="84" name="Rectangle 25">
              <a:extLst>
                <a:ext uri="{FF2B5EF4-FFF2-40B4-BE49-F238E27FC236}">
                  <a16:creationId xmlns="" xmlns:a16="http://schemas.microsoft.com/office/drawing/2014/main" id="{051D3293-E235-4FB0-8152-424497C59304}"/>
                </a:ext>
              </a:extLst>
            </p:cNvPr>
            <p:cNvSpPr/>
            <p:nvPr/>
          </p:nvSpPr>
          <p:spPr>
            <a:xfrm>
              <a:off x="720000" y="5229200"/>
              <a:ext cx="5796216" cy="1094635"/>
            </a:xfrm>
            <a:prstGeom prst="rect">
              <a:avLst/>
            </a:prstGeom>
            <a:solidFill>
              <a:srgbClr val="FFFFFF"/>
            </a:solidFill>
            <a:ln w="63500" cap="flat" cmpd="sng" algn="ctr">
              <a:solidFill>
                <a:schemeClr val="bg2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5" name="Round Same Side Corner Rectangle 23">
              <a:extLst>
                <a:ext uri="{FF2B5EF4-FFF2-40B4-BE49-F238E27FC236}">
                  <a16:creationId xmlns="" xmlns:a16="http://schemas.microsoft.com/office/drawing/2014/main" id="{C24FBDB1-4CA3-4D79-935D-11762DBA36F5}"/>
                </a:ext>
              </a:extLst>
            </p:cNvPr>
            <p:cNvSpPr/>
            <p:nvPr/>
          </p:nvSpPr>
          <p:spPr>
            <a:xfrm>
              <a:off x="720000" y="4853771"/>
              <a:ext cx="5796216" cy="290106"/>
            </a:xfrm>
            <a:prstGeom prst="round2SameRect">
              <a:avLst/>
            </a:prstGeom>
            <a:solidFill>
              <a:schemeClr val="bg2"/>
            </a:solidFill>
            <a:ln w="63500">
              <a:solidFill>
                <a:srgbClr val="B6B6B6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grpSp>
        <p:nvGrpSpPr>
          <p:cNvPr id="86" name="Group 27">
            <a:extLst>
              <a:ext uri="{FF2B5EF4-FFF2-40B4-BE49-F238E27FC236}">
                <a16:creationId xmlns="" xmlns:a16="http://schemas.microsoft.com/office/drawing/2014/main" id="{2601E6B1-F186-492B-98AB-D5A1C8B2C976}"/>
              </a:ext>
            </a:extLst>
          </p:cNvPr>
          <p:cNvGrpSpPr/>
          <p:nvPr/>
        </p:nvGrpSpPr>
        <p:grpSpPr>
          <a:xfrm>
            <a:off x="5265787" y="4397443"/>
            <a:ext cx="3940938" cy="1674798"/>
            <a:chOff x="720000" y="4847541"/>
            <a:chExt cx="5796216" cy="1476294"/>
          </a:xfrm>
          <a:effectLst/>
        </p:grpSpPr>
        <p:sp>
          <p:nvSpPr>
            <p:cNvPr id="87" name="Rectangle 28">
              <a:extLst>
                <a:ext uri="{FF2B5EF4-FFF2-40B4-BE49-F238E27FC236}">
                  <a16:creationId xmlns="" xmlns:a16="http://schemas.microsoft.com/office/drawing/2014/main" id="{05E3E4AD-873C-4628-841D-F280FD0A2E9B}"/>
                </a:ext>
              </a:extLst>
            </p:cNvPr>
            <p:cNvSpPr/>
            <p:nvPr/>
          </p:nvSpPr>
          <p:spPr>
            <a:xfrm>
              <a:off x="720000" y="5229200"/>
              <a:ext cx="5796216" cy="1094635"/>
            </a:xfrm>
            <a:prstGeom prst="rect">
              <a:avLst/>
            </a:prstGeom>
            <a:solidFill>
              <a:srgbClr val="FFFFFF"/>
            </a:solidFill>
            <a:ln w="63500" cap="flat" cmpd="sng" algn="ctr">
              <a:solidFill>
                <a:schemeClr val="accent2">
                  <a:lumMod val="60000"/>
                  <a:lumOff val="4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8" name="Round Same Side Corner Rectangle 26">
              <a:extLst>
                <a:ext uri="{FF2B5EF4-FFF2-40B4-BE49-F238E27FC236}">
                  <a16:creationId xmlns="" xmlns:a16="http://schemas.microsoft.com/office/drawing/2014/main" id="{B56EEB5C-75E6-4DA1-B704-48E399BDBE0C}"/>
                </a:ext>
              </a:extLst>
            </p:cNvPr>
            <p:cNvSpPr/>
            <p:nvPr/>
          </p:nvSpPr>
          <p:spPr>
            <a:xfrm>
              <a:off x="720000" y="4847541"/>
              <a:ext cx="5796216" cy="290106"/>
            </a:xfrm>
            <a:prstGeom prst="round2Same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0">
              <a:solidFill>
                <a:srgbClr val="8DA5BD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="" xmlns:a16="http://schemas.microsoft.com/office/drawing/2014/main" id="{3D72400A-5943-458C-8ABD-A9E8677769A1}"/>
              </a:ext>
            </a:extLst>
          </p:cNvPr>
          <p:cNvSpPr txBox="1"/>
          <p:nvPr/>
        </p:nvSpPr>
        <p:spPr>
          <a:xfrm>
            <a:off x="765111" y="4409954"/>
            <a:ext cx="3006789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spc="-20" noProof="0" dirty="0" smtClean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spc="-20" noProof="0" dirty="0" smtClean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lang="en-US" altLang="ko-KR" sz="1400" spc="-20" dirty="0" smtClean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14pt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="" xmlns:a16="http://schemas.microsoft.com/office/drawing/2014/main" id="{7788FBAD-2957-4DBB-8458-117F70798DDD}"/>
              </a:ext>
            </a:extLst>
          </p:cNvPr>
          <p:cNvSpPr txBox="1"/>
          <p:nvPr/>
        </p:nvSpPr>
        <p:spPr>
          <a:xfrm>
            <a:off x="5290162" y="4409954"/>
            <a:ext cx="3006789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400" spc="-20" dirty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spc="-20" dirty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  <a:endParaRPr lang="ko-KR" altLang="en-US" sz="1400" spc="-20" dirty="0">
              <a:solidFill>
                <a:srgbClr val="FFFFFF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="" xmlns:a16="http://schemas.microsoft.com/office/drawing/2014/main" id="{6DD8CCA8-3F37-4116-A8EB-63B6398FEAE9}"/>
              </a:ext>
            </a:extLst>
          </p:cNvPr>
          <p:cNvSpPr txBox="1"/>
          <p:nvPr/>
        </p:nvSpPr>
        <p:spPr>
          <a:xfrm>
            <a:off x="5338719" y="4989649"/>
            <a:ext cx="372745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6DD8CCA8-3F37-4116-A8EB-63B6398FEAE9}"/>
              </a:ext>
            </a:extLst>
          </p:cNvPr>
          <p:cNvSpPr txBox="1"/>
          <p:nvPr/>
        </p:nvSpPr>
        <p:spPr>
          <a:xfrm>
            <a:off x="778727" y="4994804"/>
            <a:ext cx="372745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8900" marR="0" lvl="0" indent="-88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3400769" y="2403583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4954308" y="2403583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6510161" y="2403583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6928648" y="3708260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5443296" y="3708260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3891955" y="3708260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1198EB2F-6DBA-455A-903F-4DCF92EA9772}"/>
              </a:ext>
            </a:extLst>
          </p:cNvPr>
          <p:cNvSpPr txBox="1"/>
          <p:nvPr/>
        </p:nvSpPr>
        <p:spPr>
          <a:xfrm>
            <a:off x="2352781" y="3708260"/>
            <a:ext cx="1107283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2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제목 3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1" name="텍스트 개체 틀 4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화살표: 오른쪽 3">
            <a:extLst>
              <a:ext uri="{FF2B5EF4-FFF2-40B4-BE49-F238E27FC236}">
                <a16:creationId xmlns="" xmlns:a16="http://schemas.microsoft.com/office/drawing/2014/main" id="{149D7465-8835-48F5-80E2-BAA0AD2CE055}"/>
              </a:ext>
            </a:extLst>
          </p:cNvPr>
          <p:cNvSpPr/>
          <p:nvPr/>
        </p:nvSpPr>
        <p:spPr>
          <a:xfrm>
            <a:off x="1892406" y="2597822"/>
            <a:ext cx="1089916" cy="1020526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="" xmlns:a16="http://schemas.microsoft.com/office/drawing/2014/main" id="{1FA659DC-03BC-4FC7-AC13-4ED5007FD3BD}"/>
              </a:ext>
            </a:extLst>
          </p:cNvPr>
          <p:cNvSpPr/>
          <p:nvPr/>
        </p:nvSpPr>
        <p:spPr>
          <a:xfrm>
            <a:off x="1571669" y="3180980"/>
            <a:ext cx="641473" cy="641473"/>
          </a:xfrm>
          <a:prstGeom prst="ellipse">
            <a:avLst/>
          </a:prstGeom>
          <a:solidFill>
            <a:schemeClr val="accent2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화살표: 오른쪽 31">
            <a:extLst>
              <a:ext uri="{FF2B5EF4-FFF2-40B4-BE49-F238E27FC236}">
                <a16:creationId xmlns="" xmlns:a16="http://schemas.microsoft.com/office/drawing/2014/main" id="{654E313E-94B1-4A5E-A1F2-E128082092A5}"/>
              </a:ext>
            </a:extLst>
          </p:cNvPr>
          <p:cNvSpPr/>
          <p:nvPr/>
        </p:nvSpPr>
        <p:spPr>
          <a:xfrm>
            <a:off x="3623795" y="2597822"/>
            <a:ext cx="1089916" cy="1020526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="" xmlns:a16="http://schemas.microsoft.com/office/drawing/2014/main" id="{6BB6B286-188B-4198-866C-900187B95339}"/>
              </a:ext>
            </a:extLst>
          </p:cNvPr>
          <p:cNvSpPr/>
          <p:nvPr/>
        </p:nvSpPr>
        <p:spPr>
          <a:xfrm>
            <a:off x="3303058" y="3180980"/>
            <a:ext cx="641473" cy="641473"/>
          </a:xfrm>
          <a:prstGeom prst="ellipse">
            <a:avLst/>
          </a:prstGeom>
          <a:solidFill>
            <a:schemeClr val="accent3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화살표: 오른쪽 41">
            <a:extLst>
              <a:ext uri="{FF2B5EF4-FFF2-40B4-BE49-F238E27FC236}">
                <a16:creationId xmlns="" xmlns:a16="http://schemas.microsoft.com/office/drawing/2014/main" id="{7C2CA2F8-4951-4622-BD64-9C1874573759}"/>
              </a:ext>
            </a:extLst>
          </p:cNvPr>
          <p:cNvSpPr/>
          <p:nvPr/>
        </p:nvSpPr>
        <p:spPr>
          <a:xfrm>
            <a:off x="5355184" y="2597822"/>
            <a:ext cx="1089916" cy="1020526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화살표: 오른쪽 43">
            <a:extLst>
              <a:ext uri="{FF2B5EF4-FFF2-40B4-BE49-F238E27FC236}">
                <a16:creationId xmlns="" xmlns:a16="http://schemas.microsoft.com/office/drawing/2014/main" id="{2AB7BCD0-D43A-423C-BD9F-E84EE8E210E2}"/>
              </a:ext>
            </a:extLst>
          </p:cNvPr>
          <p:cNvSpPr/>
          <p:nvPr/>
        </p:nvSpPr>
        <p:spPr>
          <a:xfrm>
            <a:off x="7086572" y="2597822"/>
            <a:ext cx="1089916" cy="1020526"/>
          </a:xfrm>
          <a:prstGeom prst="rightArrow">
            <a:avLst>
              <a:gd name="adj1" fmla="val 68750"/>
              <a:gd name="adj2" fmla="val 50000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="" xmlns:a16="http://schemas.microsoft.com/office/drawing/2014/main" id="{F77EC022-D6C9-4127-8602-6DA16C6866AB}"/>
              </a:ext>
            </a:extLst>
          </p:cNvPr>
          <p:cNvSpPr/>
          <p:nvPr/>
        </p:nvSpPr>
        <p:spPr>
          <a:xfrm>
            <a:off x="6765836" y="3180980"/>
            <a:ext cx="641473" cy="641473"/>
          </a:xfrm>
          <a:prstGeom prst="ellipse">
            <a:avLst/>
          </a:prstGeom>
          <a:solidFill>
            <a:schemeClr val="accent3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8687" y="3996232"/>
            <a:ext cx="1348126" cy="3671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텍스트를 입력</a:t>
            </a:r>
            <a:endParaRPr kumimoji="0" lang="ko-KR" altLang="en-US" sz="16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11622" y="4343790"/>
            <a:ext cx="1462260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</a:t>
            </a:r>
            <a:r>
              <a:rPr lang="ko-KR" altLang="en-US" sz="1200" kern="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입력하세요</a:t>
            </a:r>
            <a:endParaRPr lang="en-US" altLang="ko-KR" sz="1200" kern="0" spc="-2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</a:t>
            </a:r>
            <a:r>
              <a:rPr lang="ko-KR" altLang="en-US" sz="1200" kern="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입력하세요</a:t>
            </a:r>
            <a:endParaRPr lang="en-US" altLang="ko-KR" sz="1200" kern="0" spc="-2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</a:t>
            </a:r>
            <a:r>
              <a:rPr lang="ko-KR" altLang="en-US" sz="1200" kern="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입력하세요</a:t>
            </a:r>
            <a:endParaRPr lang="en-US" altLang="ko-KR" sz="1200" kern="0" spc="-2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</a:t>
            </a:r>
            <a:r>
              <a:rPr lang="ko-KR" altLang="en-US" sz="1200" kern="0" spc="-2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02136" y="3996232"/>
            <a:ext cx="1348126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텍스트를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5586" y="3996232"/>
            <a:ext cx="1348126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텍스트를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9033" y="3996232"/>
            <a:ext cx="1348126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텍스트를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41" y="2921854"/>
            <a:ext cx="758413" cy="332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STEP A</a:t>
            </a:r>
            <a:endParaRPr kumimoji="0" lang="ko-KR" altLang="en-US" sz="14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20723" y="2921854"/>
            <a:ext cx="766428" cy="332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dirty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STEP B</a:t>
            </a:r>
            <a:endParaRPr kumimoji="0" lang="ko-KR" altLang="en-US" sz="14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54516" y="2921854"/>
            <a:ext cx="761619" cy="332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STEP C</a:t>
            </a:r>
            <a:endParaRPr kumimoji="0" lang="ko-KR" altLang="en-US" sz="14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81095" y="2921854"/>
            <a:ext cx="771238" cy="332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20" normalizeH="0" baseline="0" noProof="0" smtClean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STEP D</a:t>
            </a:r>
            <a:endParaRPr kumimoji="0" lang="ko-KR" altLang="en-US" sz="1400" b="0" i="0" u="none" strike="noStrike" kern="1200" cap="none" spc="-20" normalizeH="0" baseline="0" noProof="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19395" y="4343790"/>
            <a:ext cx="1462260" cy="1406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78518" y="4343790"/>
            <a:ext cx="1462260" cy="1406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11968" y="4343790"/>
            <a:ext cx="1462260" cy="14064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  <a:p>
            <a:pPr lvl="0" algn="ctr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ln>
                  <a:solidFill>
                    <a:srgbClr val="E6E6E6">
                      <a:shade val="50000"/>
                      <a:alpha val="0"/>
                    </a:srgbClr>
                  </a:solidFill>
                </a:ln>
                <a:solidFill>
                  <a:srgbClr val="262626"/>
                </a:solidFill>
              </a:rPr>
              <a:t>텍스트를 입력하세요</a:t>
            </a:r>
            <a:endParaRPr lang="en-US" altLang="ko-KR" sz="1200" kern="0" spc="-20" dirty="0">
              <a:ln>
                <a:solidFill>
                  <a:srgbClr val="E6E6E6">
                    <a:shade val="50000"/>
                    <a:alpha val="0"/>
                  </a:srgbClr>
                </a:solidFill>
              </a:ln>
              <a:solidFill>
                <a:srgbClr val="262626"/>
              </a:solidFill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 cstate="print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134" y="3361879"/>
            <a:ext cx="480543" cy="297417"/>
          </a:xfrm>
          <a:prstGeom prst="rect">
            <a:avLst/>
          </a:prstGeom>
        </p:spPr>
      </p:pic>
      <p:grpSp>
        <p:nvGrpSpPr>
          <p:cNvPr id="38" name="Group 74"/>
          <p:cNvGrpSpPr>
            <a:grpSpLocks noChangeAspect="1"/>
          </p:cNvGrpSpPr>
          <p:nvPr/>
        </p:nvGrpSpPr>
        <p:grpSpPr bwMode="auto">
          <a:xfrm>
            <a:off x="3402974" y="3348495"/>
            <a:ext cx="445113" cy="285450"/>
            <a:chOff x="2441" y="2416"/>
            <a:chExt cx="1971" cy="1264"/>
          </a:xfrm>
        </p:grpSpPr>
        <p:sp>
          <p:nvSpPr>
            <p:cNvPr id="39" name="AutoShape 73"/>
            <p:cNvSpPr>
              <a:spLocks noChangeAspect="1" noChangeArrowheads="1" noTextEdit="1"/>
            </p:cNvSpPr>
            <p:nvPr/>
          </p:nvSpPr>
          <p:spPr bwMode="auto">
            <a:xfrm>
              <a:off x="2441" y="2416"/>
              <a:ext cx="1971" cy="1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Freeform 75"/>
            <p:cNvSpPr>
              <a:spLocks noEditPoints="1"/>
            </p:cNvSpPr>
            <p:nvPr/>
          </p:nvSpPr>
          <p:spPr bwMode="auto">
            <a:xfrm>
              <a:off x="2441" y="2416"/>
              <a:ext cx="1971" cy="1264"/>
            </a:xfrm>
            <a:custGeom>
              <a:avLst/>
              <a:gdLst>
                <a:gd name="T0" fmla="*/ 1756 w 1971"/>
                <a:gd name="T1" fmla="*/ 192 h 1264"/>
                <a:gd name="T2" fmla="*/ 1658 w 1971"/>
                <a:gd name="T3" fmla="*/ 19 h 1264"/>
                <a:gd name="T4" fmla="*/ 0 w 1971"/>
                <a:gd name="T5" fmla="*/ 716 h 1264"/>
                <a:gd name="T6" fmla="*/ 59 w 1971"/>
                <a:gd name="T7" fmla="*/ 1127 h 1264"/>
                <a:gd name="T8" fmla="*/ 372 w 1971"/>
                <a:gd name="T9" fmla="*/ 1087 h 1264"/>
                <a:gd name="T10" fmla="*/ 430 w 1971"/>
                <a:gd name="T11" fmla="*/ 1264 h 1264"/>
                <a:gd name="T12" fmla="*/ 1971 w 1971"/>
                <a:gd name="T13" fmla="*/ 465 h 1264"/>
                <a:gd name="T14" fmla="*/ 1921 w 1971"/>
                <a:gd name="T15" fmla="*/ 115 h 1264"/>
                <a:gd name="T16" fmla="*/ 1929 w 1971"/>
                <a:gd name="T17" fmla="*/ 144 h 1264"/>
                <a:gd name="T18" fmla="*/ 415 w 1971"/>
                <a:gd name="T19" fmla="*/ 859 h 1264"/>
                <a:gd name="T20" fmla="*/ 1922 w 1971"/>
                <a:gd name="T21" fmla="*/ 142 h 1264"/>
                <a:gd name="T22" fmla="*/ 372 w 1971"/>
                <a:gd name="T23" fmla="*/ 853 h 1264"/>
                <a:gd name="T24" fmla="*/ 83 w 1971"/>
                <a:gd name="T25" fmla="*/ 908 h 1264"/>
                <a:gd name="T26" fmla="*/ 1725 w 1971"/>
                <a:gd name="T27" fmla="*/ 206 h 1264"/>
                <a:gd name="T28" fmla="*/ 70 w 1971"/>
                <a:gd name="T29" fmla="*/ 887 h 1264"/>
                <a:gd name="T30" fmla="*/ 1634 w 1971"/>
                <a:gd name="T31" fmla="*/ 46 h 1264"/>
                <a:gd name="T32" fmla="*/ 1608 w 1971"/>
                <a:gd name="T33" fmla="*/ 26 h 1264"/>
                <a:gd name="T34" fmla="*/ 58 w 1971"/>
                <a:gd name="T35" fmla="*/ 727 h 1264"/>
                <a:gd name="T36" fmla="*/ 1608 w 1971"/>
                <a:gd name="T37" fmla="*/ 26 h 1264"/>
                <a:gd name="T38" fmla="*/ 70 w 1971"/>
                <a:gd name="T39" fmla="*/ 975 h 1264"/>
                <a:gd name="T40" fmla="*/ 70 w 1971"/>
                <a:gd name="T41" fmla="*/ 1091 h 1264"/>
                <a:gd name="T42" fmla="*/ 213 w 1971"/>
                <a:gd name="T43" fmla="*/ 1003 h 1264"/>
                <a:gd name="T44" fmla="*/ 207 w 1971"/>
                <a:gd name="T45" fmla="*/ 1000 h 1264"/>
                <a:gd name="T46" fmla="*/ 46 w 1971"/>
                <a:gd name="T47" fmla="*/ 941 h 1264"/>
                <a:gd name="T48" fmla="*/ 24 w 1971"/>
                <a:gd name="T49" fmla="*/ 1089 h 1264"/>
                <a:gd name="T50" fmla="*/ 46 w 1971"/>
                <a:gd name="T51" fmla="*/ 748 h 1264"/>
                <a:gd name="T52" fmla="*/ 52 w 1971"/>
                <a:gd name="T53" fmla="*/ 922 h 1264"/>
                <a:gd name="T54" fmla="*/ 396 w 1971"/>
                <a:gd name="T55" fmla="*/ 877 h 1264"/>
                <a:gd name="T56" fmla="*/ 417 w 1971"/>
                <a:gd name="T57" fmla="*/ 1234 h 1264"/>
                <a:gd name="T58" fmla="*/ 396 w 1971"/>
                <a:gd name="T59" fmla="*/ 1070 h 1264"/>
                <a:gd name="T60" fmla="*/ 441 w 1971"/>
                <a:gd name="T61" fmla="*/ 1230 h 1264"/>
                <a:gd name="T62" fmla="*/ 1947 w 1971"/>
                <a:gd name="T63" fmla="*/ 162 h 1264"/>
                <a:gd name="T64" fmla="*/ 441 w 1971"/>
                <a:gd name="T65" fmla="*/ 1230 h 1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971" h="1264">
                  <a:moveTo>
                    <a:pt x="1921" y="115"/>
                  </a:moveTo>
                  <a:lnTo>
                    <a:pt x="1756" y="192"/>
                  </a:lnTo>
                  <a:lnTo>
                    <a:pt x="1658" y="159"/>
                  </a:lnTo>
                  <a:lnTo>
                    <a:pt x="1658" y="19"/>
                  </a:lnTo>
                  <a:lnTo>
                    <a:pt x="1607" y="0"/>
                  </a:lnTo>
                  <a:lnTo>
                    <a:pt x="0" y="716"/>
                  </a:lnTo>
                  <a:lnTo>
                    <a:pt x="0" y="1106"/>
                  </a:lnTo>
                  <a:lnTo>
                    <a:pt x="59" y="1127"/>
                  </a:lnTo>
                  <a:lnTo>
                    <a:pt x="211" y="1027"/>
                  </a:lnTo>
                  <a:lnTo>
                    <a:pt x="372" y="1087"/>
                  </a:lnTo>
                  <a:lnTo>
                    <a:pt x="372" y="1242"/>
                  </a:lnTo>
                  <a:lnTo>
                    <a:pt x="430" y="1264"/>
                  </a:lnTo>
                  <a:lnTo>
                    <a:pt x="1965" y="469"/>
                  </a:lnTo>
                  <a:lnTo>
                    <a:pt x="1971" y="465"/>
                  </a:lnTo>
                  <a:lnTo>
                    <a:pt x="1971" y="134"/>
                  </a:lnTo>
                  <a:lnTo>
                    <a:pt x="1921" y="115"/>
                  </a:lnTo>
                  <a:close/>
                  <a:moveTo>
                    <a:pt x="1922" y="142"/>
                  </a:moveTo>
                  <a:lnTo>
                    <a:pt x="1929" y="144"/>
                  </a:lnTo>
                  <a:lnTo>
                    <a:pt x="429" y="863"/>
                  </a:lnTo>
                  <a:lnTo>
                    <a:pt x="415" y="859"/>
                  </a:lnTo>
                  <a:lnTo>
                    <a:pt x="1762" y="215"/>
                  </a:lnTo>
                  <a:lnTo>
                    <a:pt x="1922" y="142"/>
                  </a:lnTo>
                  <a:close/>
                  <a:moveTo>
                    <a:pt x="1725" y="206"/>
                  </a:moveTo>
                  <a:lnTo>
                    <a:pt x="372" y="853"/>
                  </a:lnTo>
                  <a:lnTo>
                    <a:pt x="372" y="1010"/>
                  </a:lnTo>
                  <a:lnTo>
                    <a:pt x="83" y="908"/>
                  </a:lnTo>
                  <a:lnTo>
                    <a:pt x="1646" y="181"/>
                  </a:lnTo>
                  <a:lnTo>
                    <a:pt x="1725" y="206"/>
                  </a:lnTo>
                  <a:close/>
                  <a:moveTo>
                    <a:pt x="1634" y="159"/>
                  </a:moveTo>
                  <a:lnTo>
                    <a:pt x="70" y="887"/>
                  </a:lnTo>
                  <a:lnTo>
                    <a:pt x="70" y="748"/>
                  </a:lnTo>
                  <a:lnTo>
                    <a:pt x="1634" y="46"/>
                  </a:lnTo>
                  <a:lnTo>
                    <a:pt x="1634" y="159"/>
                  </a:lnTo>
                  <a:close/>
                  <a:moveTo>
                    <a:pt x="1608" y="26"/>
                  </a:moveTo>
                  <a:lnTo>
                    <a:pt x="1614" y="29"/>
                  </a:lnTo>
                  <a:lnTo>
                    <a:pt x="58" y="727"/>
                  </a:lnTo>
                  <a:lnTo>
                    <a:pt x="43" y="722"/>
                  </a:lnTo>
                  <a:lnTo>
                    <a:pt x="1608" y="26"/>
                  </a:lnTo>
                  <a:close/>
                  <a:moveTo>
                    <a:pt x="70" y="1091"/>
                  </a:moveTo>
                  <a:lnTo>
                    <a:pt x="70" y="975"/>
                  </a:lnTo>
                  <a:lnTo>
                    <a:pt x="182" y="1017"/>
                  </a:lnTo>
                  <a:lnTo>
                    <a:pt x="70" y="1091"/>
                  </a:lnTo>
                  <a:close/>
                  <a:moveTo>
                    <a:pt x="213" y="1003"/>
                  </a:moveTo>
                  <a:lnTo>
                    <a:pt x="213" y="1003"/>
                  </a:lnTo>
                  <a:lnTo>
                    <a:pt x="209" y="1001"/>
                  </a:lnTo>
                  <a:lnTo>
                    <a:pt x="207" y="1000"/>
                  </a:lnTo>
                  <a:lnTo>
                    <a:pt x="207" y="1000"/>
                  </a:lnTo>
                  <a:lnTo>
                    <a:pt x="46" y="941"/>
                  </a:lnTo>
                  <a:lnTo>
                    <a:pt x="46" y="1097"/>
                  </a:lnTo>
                  <a:lnTo>
                    <a:pt x="24" y="1089"/>
                  </a:lnTo>
                  <a:lnTo>
                    <a:pt x="24" y="740"/>
                  </a:lnTo>
                  <a:lnTo>
                    <a:pt x="46" y="748"/>
                  </a:lnTo>
                  <a:lnTo>
                    <a:pt x="46" y="920"/>
                  </a:lnTo>
                  <a:lnTo>
                    <a:pt x="52" y="922"/>
                  </a:lnTo>
                  <a:lnTo>
                    <a:pt x="396" y="1043"/>
                  </a:lnTo>
                  <a:lnTo>
                    <a:pt x="396" y="877"/>
                  </a:lnTo>
                  <a:lnTo>
                    <a:pt x="417" y="885"/>
                  </a:lnTo>
                  <a:lnTo>
                    <a:pt x="417" y="1234"/>
                  </a:lnTo>
                  <a:lnTo>
                    <a:pt x="396" y="1226"/>
                  </a:lnTo>
                  <a:lnTo>
                    <a:pt x="396" y="1070"/>
                  </a:lnTo>
                  <a:lnTo>
                    <a:pt x="213" y="1003"/>
                  </a:lnTo>
                  <a:close/>
                  <a:moveTo>
                    <a:pt x="441" y="1230"/>
                  </a:moveTo>
                  <a:lnTo>
                    <a:pt x="441" y="884"/>
                  </a:lnTo>
                  <a:lnTo>
                    <a:pt x="1947" y="162"/>
                  </a:lnTo>
                  <a:lnTo>
                    <a:pt x="1947" y="451"/>
                  </a:lnTo>
                  <a:lnTo>
                    <a:pt x="441" y="12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6880911" y="3333357"/>
            <a:ext cx="379687" cy="346376"/>
            <a:chOff x="6880911" y="3333357"/>
            <a:chExt cx="379687" cy="346376"/>
          </a:xfrm>
        </p:grpSpPr>
        <p:sp>
          <p:nvSpPr>
            <p:cNvPr id="48" name="AutoShape 56"/>
            <p:cNvSpPr>
              <a:spLocks noChangeAspect="1" noChangeArrowheads="1" noTextEdit="1"/>
            </p:cNvSpPr>
            <p:nvPr/>
          </p:nvSpPr>
          <p:spPr bwMode="auto">
            <a:xfrm>
              <a:off x="6880911" y="3333357"/>
              <a:ext cx="379687" cy="346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9" name="Freeform 58"/>
            <p:cNvSpPr>
              <a:spLocks noEditPoints="1"/>
            </p:cNvSpPr>
            <p:nvPr/>
          </p:nvSpPr>
          <p:spPr bwMode="auto">
            <a:xfrm>
              <a:off x="6898893" y="3465569"/>
              <a:ext cx="148868" cy="193528"/>
            </a:xfrm>
            <a:custGeom>
              <a:avLst/>
              <a:gdLst>
                <a:gd name="T0" fmla="*/ 1008 w 1010"/>
                <a:gd name="T1" fmla="*/ 911 h 1313"/>
                <a:gd name="T2" fmla="*/ 1002 w 1010"/>
                <a:gd name="T3" fmla="*/ 852 h 1313"/>
                <a:gd name="T4" fmla="*/ 940 w 1010"/>
                <a:gd name="T5" fmla="*/ 626 h 1313"/>
                <a:gd name="T6" fmla="*/ 888 w 1010"/>
                <a:gd name="T7" fmla="*/ 512 h 1313"/>
                <a:gd name="T8" fmla="*/ 840 w 1010"/>
                <a:gd name="T9" fmla="*/ 430 h 1313"/>
                <a:gd name="T10" fmla="*/ 666 w 1010"/>
                <a:gd name="T11" fmla="*/ 208 h 1313"/>
                <a:gd name="T12" fmla="*/ 488 w 1010"/>
                <a:gd name="T13" fmla="*/ 70 h 1313"/>
                <a:gd name="T14" fmla="*/ 446 w 1010"/>
                <a:gd name="T15" fmla="*/ 46 h 1313"/>
                <a:gd name="T16" fmla="*/ 398 w 1010"/>
                <a:gd name="T17" fmla="*/ 26 h 1313"/>
                <a:gd name="T18" fmla="*/ 354 w 1010"/>
                <a:gd name="T19" fmla="*/ 12 h 1313"/>
                <a:gd name="T20" fmla="*/ 262 w 1010"/>
                <a:gd name="T21" fmla="*/ 0 h 1313"/>
                <a:gd name="T22" fmla="*/ 194 w 1010"/>
                <a:gd name="T23" fmla="*/ 8 h 1313"/>
                <a:gd name="T24" fmla="*/ 176 w 1010"/>
                <a:gd name="T25" fmla="*/ 14 h 1313"/>
                <a:gd name="T26" fmla="*/ 156 w 1010"/>
                <a:gd name="T27" fmla="*/ 22 h 1313"/>
                <a:gd name="T28" fmla="*/ 126 w 1010"/>
                <a:gd name="T29" fmla="*/ 38 h 1313"/>
                <a:gd name="T30" fmla="*/ 42 w 1010"/>
                <a:gd name="T31" fmla="*/ 138 h 1313"/>
                <a:gd name="T32" fmla="*/ 0 w 1010"/>
                <a:gd name="T33" fmla="*/ 344 h 1313"/>
                <a:gd name="T34" fmla="*/ 104 w 1010"/>
                <a:gd name="T35" fmla="*/ 764 h 1313"/>
                <a:gd name="T36" fmla="*/ 206 w 1010"/>
                <a:gd name="T37" fmla="*/ 941 h 1313"/>
                <a:gd name="T38" fmla="*/ 522 w 1010"/>
                <a:gd name="T39" fmla="*/ 1243 h 1313"/>
                <a:gd name="T40" fmla="*/ 722 w 1010"/>
                <a:gd name="T41" fmla="*/ 1313 h 1313"/>
                <a:gd name="T42" fmla="*/ 854 w 1010"/>
                <a:gd name="T43" fmla="*/ 1291 h 1313"/>
                <a:gd name="T44" fmla="*/ 878 w 1010"/>
                <a:gd name="T45" fmla="*/ 1279 h 1313"/>
                <a:gd name="T46" fmla="*/ 944 w 1010"/>
                <a:gd name="T47" fmla="*/ 1217 h 1313"/>
                <a:gd name="T48" fmla="*/ 1002 w 1010"/>
                <a:gd name="T49" fmla="*/ 1069 h 1313"/>
                <a:gd name="T50" fmla="*/ 1006 w 1010"/>
                <a:gd name="T51" fmla="*/ 1041 h 1313"/>
                <a:gd name="T52" fmla="*/ 1010 w 1010"/>
                <a:gd name="T53" fmla="*/ 999 h 1313"/>
                <a:gd name="T54" fmla="*/ 960 w 1010"/>
                <a:gd name="T55" fmla="*/ 961 h 1313"/>
                <a:gd name="T56" fmla="*/ 958 w 1010"/>
                <a:gd name="T57" fmla="*/ 987 h 1313"/>
                <a:gd name="T58" fmla="*/ 956 w 1010"/>
                <a:gd name="T59" fmla="*/ 1009 h 1313"/>
                <a:gd name="T60" fmla="*/ 926 w 1010"/>
                <a:gd name="T61" fmla="*/ 1115 h 1313"/>
                <a:gd name="T62" fmla="*/ 846 w 1010"/>
                <a:gd name="T63" fmla="*/ 1213 h 1313"/>
                <a:gd name="T64" fmla="*/ 832 w 1010"/>
                <a:gd name="T65" fmla="*/ 1221 h 1313"/>
                <a:gd name="T66" fmla="*/ 738 w 1010"/>
                <a:gd name="T67" fmla="*/ 1247 h 1313"/>
                <a:gd name="T68" fmla="*/ 520 w 1010"/>
                <a:gd name="T69" fmla="*/ 1185 h 1313"/>
                <a:gd name="T70" fmla="*/ 236 w 1010"/>
                <a:gd name="T71" fmla="*/ 913 h 1313"/>
                <a:gd name="T72" fmla="*/ 144 w 1010"/>
                <a:gd name="T73" fmla="*/ 752 h 1313"/>
                <a:gd name="T74" fmla="*/ 50 w 1010"/>
                <a:gd name="T75" fmla="*/ 374 h 1313"/>
                <a:gd name="T76" fmla="*/ 106 w 1010"/>
                <a:gd name="T77" fmla="*/ 160 h 1313"/>
                <a:gd name="T78" fmla="*/ 178 w 1010"/>
                <a:gd name="T79" fmla="*/ 92 h 1313"/>
                <a:gd name="T80" fmla="*/ 200 w 1010"/>
                <a:gd name="T81" fmla="*/ 82 h 1313"/>
                <a:gd name="T82" fmla="*/ 218 w 1010"/>
                <a:gd name="T83" fmla="*/ 74 h 1313"/>
                <a:gd name="T84" fmla="*/ 244 w 1010"/>
                <a:gd name="T85" fmla="*/ 68 h 1313"/>
                <a:gd name="T86" fmla="*/ 296 w 1010"/>
                <a:gd name="T87" fmla="*/ 66 h 1313"/>
                <a:gd name="T88" fmla="*/ 376 w 1010"/>
                <a:gd name="T89" fmla="*/ 78 h 1313"/>
                <a:gd name="T90" fmla="*/ 424 w 1010"/>
                <a:gd name="T91" fmla="*/ 96 h 1313"/>
                <a:gd name="T92" fmla="*/ 462 w 1010"/>
                <a:gd name="T93" fmla="*/ 112 h 1313"/>
                <a:gd name="T94" fmla="*/ 490 w 1010"/>
                <a:gd name="T95" fmla="*/ 128 h 1313"/>
                <a:gd name="T96" fmla="*/ 724 w 1010"/>
                <a:gd name="T97" fmla="*/ 334 h 1313"/>
                <a:gd name="T98" fmla="*/ 822 w 1010"/>
                <a:gd name="T99" fmla="*/ 478 h 1313"/>
                <a:gd name="T100" fmla="*/ 854 w 1010"/>
                <a:gd name="T101" fmla="*/ 536 h 1313"/>
                <a:gd name="T102" fmla="*/ 920 w 1010"/>
                <a:gd name="T103" fmla="*/ 698 h 1313"/>
                <a:gd name="T104" fmla="*/ 954 w 1010"/>
                <a:gd name="T105" fmla="*/ 854 h 1313"/>
                <a:gd name="T106" fmla="*/ 960 w 1010"/>
                <a:gd name="T107" fmla="*/ 911 h 1313"/>
                <a:gd name="T108" fmla="*/ 960 w 1010"/>
                <a:gd name="T109" fmla="*/ 961 h 1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0" h="1313">
                  <a:moveTo>
                    <a:pt x="1010" y="945"/>
                  </a:move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10" y="939"/>
                  </a:lnTo>
                  <a:lnTo>
                    <a:pt x="1008" y="913"/>
                  </a:lnTo>
                  <a:lnTo>
                    <a:pt x="1008" y="911"/>
                  </a:lnTo>
                  <a:lnTo>
                    <a:pt x="1008" y="911"/>
                  </a:lnTo>
                  <a:lnTo>
                    <a:pt x="1006" y="891"/>
                  </a:lnTo>
                  <a:lnTo>
                    <a:pt x="1006" y="891"/>
                  </a:lnTo>
                  <a:lnTo>
                    <a:pt x="1004" y="877"/>
                  </a:lnTo>
                  <a:lnTo>
                    <a:pt x="1004" y="877"/>
                  </a:lnTo>
                  <a:lnTo>
                    <a:pt x="1002" y="854"/>
                  </a:lnTo>
                  <a:lnTo>
                    <a:pt x="1002" y="852"/>
                  </a:lnTo>
                  <a:lnTo>
                    <a:pt x="1002" y="852"/>
                  </a:lnTo>
                  <a:lnTo>
                    <a:pt x="996" y="816"/>
                  </a:lnTo>
                  <a:lnTo>
                    <a:pt x="988" y="778"/>
                  </a:lnTo>
                  <a:lnTo>
                    <a:pt x="978" y="740"/>
                  </a:lnTo>
                  <a:lnTo>
                    <a:pt x="966" y="702"/>
                  </a:lnTo>
                  <a:lnTo>
                    <a:pt x="954" y="664"/>
                  </a:lnTo>
                  <a:lnTo>
                    <a:pt x="940" y="626"/>
                  </a:lnTo>
                  <a:lnTo>
                    <a:pt x="924" y="588"/>
                  </a:lnTo>
                  <a:lnTo>
                    <a:pt x="906" y="550"/>
                  </a:lnTo>
                  <a:lnTo>
                    <a:pt x="902" y="544"/>
                  </a:lnTo>
                  <a:lnTo>
                    <a:pt x="902" y="544"/>
                  </a:lnTo>
                  <a:lnTo>
                    <a:pt x="892" y="522"/>
                  </a:lnTo>
                  <a:lnTo>
                    <a:pt x="892" y="522"/>
                  </a:lnTo>
                  <a:lnTo>
                    <a:pt x="888" y="512"/>
                  </a:lnTo>
                  <a:lnTo>
                    <a:pt x="888" y="512"/>
                  </a:lnTo>
                  <a:lnTo>
                    <a:pt x="874" y="488"/>
                  </a:lnTo>
                  <a:lnTo>
                    <a:pt x="874" y="488"/>
                  </a:lnTo>
                  <a:lnTo>
                    <a:pt x="858" y="458"/>
                  </a:lnTo>
                  <a:lnTo>
                    <a:pt x="858" y="458"/>
                  </a:lnTo>
                  <a:lnTo>
                    <a:pt x="840" y="430"/>
                  </a:lnTo>
                  <a:lnTo>
                    <a:pt x="840" y="43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822" y="400"/>
                  </a:lnTo>
                  <a:lnTo>
                    <a:pt x="786" y="348"/>
                  </a:lnTo>
                  <a:lnTo>
                    <a:pt x="748" y="298"/>
                  </a:lnTo>
                  <a:lnTo>
                    <a:pt x="708" y="252"/>
                  </a:lnTo>
                  <a:lnTo>
                    <a:pt x="666" y="208"/>
                  </a:lnTo>
                  <a:lnTo>
                    <a:pt x="624" y="168"/>
                  </a:lnTo>
                  <a:lnTo>
                    <a:pt x="580" y="132"/>
                  </a:lnTo>
                  <a:lnTo>
                    <a:pt x="534" y="98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88" y="70"/>
                  </a:lnTo>
                  <a:lnTo>
                    <a:pt x="468" y="58"/>
                  </a:lnTo>
                  <a:lnTo>
                    <a:pt x="468" y="58"/>
                  </a:lnTo>
                  <a:lnTo>
                    <a:pt x="462" y="54"/>
                  </a:lnTo>
                  <a:lnTo>
                    <a:pt x="462" y="54"/>
                  </a:lnTo>
                  <a:lnTo>
                    <a:pt x="456" y="52"/>
                  </a:lnTo>
                  <a:lnTo>
                    <a:pt x="456" y="52"/>
                  </a:lnTo>
                  <a:lnTo>
                    <a:pt x="446" y="46"/>
                  </a:lnTo>
                  <a:lnTo>
                    <a:pt x="446" y="46"/>
                  </a:lnTo>
                  <a:lnTo>
                    <a:pt x="442" y="46"/>
                  </a:lnTo>
                  <a:lnTo>
                    <a:pt x="442" y="46"/>
                  </a:lnTo>
                  <a:lnTo>
                    <a:pt x="416" y="34"/>
                  </a:lnTo>
                  <a:lnTo>
                    <a:pt x="416" y="34"/>
                  </a:lnTo>
                  <a:lnTo>
                    <a:pt x="398" y="26"/>
                  </a:lnTo>
                  <a:lnTo>
                    <a:pt x="398" y="26"/>
                  </a:lnTo>
                  <a:lnTo>
                    <a:pt x="388" y="22"/>
                  </a:lnTo>
                  <a:lnTo>
                    <a:pt x="388" y="22"/>
                  </a:lnTo>
                  <a:lnTo>
                    <a:pt x="378" y="20"/>
                  </a:lnTo>
                  <a:lnTo>
                    <a:pt x="378" y="20"/>
                  </a:lnTo>
                  <a:lnTo>
                    <a:pt x="362" y="14"/>
                  </a:lnTo>
                  <a:lnTo>
                    <a:pt x="362" y="14"/>
                  </a:lnTo>
                  <a:lnTo>
                    <a:pt x="354" y="12"/>
                  </a:lnTo>
                  <a:lnTo>
                    <a:pt x="354" y="12"/>
                  </a:lnTo>
                  <a:lnTo>
                    <a:pt x="316" y="4"/>
                  </a:lnTo>
                  <a:lnTo>
                    <a:pt x="278" y="0"/>
                  </a:lnTo>
                  <a:lnTo>
                    <a:pt x="278" y="0"/>
                  </a:lnTo>
                  <a:lnTo>
                    <a:pt x="272" y="0"/>
                  </a:lnTo>
                  <a:lnTo>
                    <a:pt x="272" y="0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2" y="0"/>
                  </a:lnTo>
                  <a:lnTo>
                    <a:pt x="222" y="2"/>
                  </a:lnTo>
                  <a:lnTo>
                    <a:pt x="222" y="2"/>
                  </a:lnTo>
                  <a:lnTo>
                    <a:pt x="214" y="4"/>
                  </a:lnTo>
                  <a:lnTo>
                    <a:pt x="214" y="4"/>
                  </a:lnTo>
                  <a:lnTo>
                    <a:pt x="194" y="8"/>
                  </a:lnTo>
                  <a:lnTo>
                    <a:pt x="194" y="8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76" y="14"/>
                  </a:lnTo>
                  <a:lnTo>
                    <a:pt x="176" y="14"/>
                  </a:lnTo>
                  <a:lnTo>
                    <a:pt x="172" y="16"/>
                  </a:lnTo>
                  <a:lnTo>
                    <a:pt x="172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56" y="22"/>
                  </a:lnTo>
                  <a:lnTo>
                    <a:pt x="142" y="30"/>
                  </a:lnTo>
                  <a:lnTo>
                    <a:pt x="142" y="30"/>
                  </a:lnTo>
                  <a:lnTo>
                    <a:pt x="126" y="38"/>
                  </a:lnTo>
                  <a:lnTo>
                    <a:pt x="126" y="38"/>
                  </a:lnTo>
                  <a:lnTo>
                    <a:pt x="112" y="50"/>
                  </a:lnTo>
                  <a:lnTo>
                    <a:pt x="98" y="62"/>
                  </a:lnTo>
                  <a:lnTo>
                    <a:pt x="84" y="74"/>
                  </a:lnTo>
                  <a:lnTo>
                    <a:pt x="72" y="88"/>
                  </a:lnTo>
                  <a:lnTo>
                    <a:pt x="62" y="104"/>
                  </a:lnTo>
                  <a:lnTo>
                    <a:pt x="50" y="122"/>
                  </a:lnTo>
                  <a:lnTo>
                    <a:pt x="42" y="138"/>
                  </a:lnTo>
                  <a:lnTo>
                    <a:pt x="32" y="158"/>
                  </a:lnTo>
                  <a:lnTo>
                    <a:pt x="26" y="178"/>
                  </a:lnTo>
                  <a:lnTo>
                    <a:pt x="18" y="198"/>
                  </a:lnTo>
                  <a:lnTo>
                    <a:pt x="8" y="244"/>
                  </a:lnTo>
                  <a:lnTo>
                    <a:pt x="2" y="292"/>
                  </a:lnTo>
                  <a:lnTo>
                    <a:pt x="0" y="344"/>
                  </a:lnTo>
                  <a:lnTo>
                    <a:pt x="0" y="344"/>
                  </a:lnTo>
                  <a:lnTo>
                    <a:pt x="2" y="400"/>
                  </a:lnTo>
                  <a:lnTo>
                    <a:pt x="8" y="458"/>
                  </a:lnTo>
                  <a:lnTo>
                    <a:pt x="20" y="518"/>
                  </a:lnTo>
                  <a:lnTo>
                    <a:pt x="34" y="580"/>
                  </a:lnTo>
                  <a:lnTo>
                    <a:pt x="54" y="640"/>
                  </a:lnTo>
                  <a:lnTo>
                    <a:pt x="78" y="702"/>
                  </a:lnTo>
                  <a:lnTo>
                    <a:pt x="104" y="764"/>
                  </a:lnTo>
                  <a:lnTo>
                    <a:pt x="136" y="824"/>
                  </a:lnTo>
                  <a:lnTo>
                    <a:pt x="136" y="824"/>
                  </a:lnTo>
                  <a:lnTo>
                    <a:pt x="152" y="854"/>
                  </a:lnTo>
                  <a:lnTo>
                    <a:pt x="152" y="854"/>
                  </a:lnTo>
                  <a:lnTo>
                    <a:pt x="170" y="883"/>
                  </a:lnTo>
                  <a:lnTo>
                    <a:pt x="170" y="883"/>
                  </a:lnTo>
                  <a:lnTo>
                    <a:pt x="206" y="941"/>
                  </a:lnTo>
                  <a:lnTo>
                    <a:pt x="246" y="995"/>
                  </a:lnTo>
                  <a:lnTo>
                    <a:pt x="288" y="1047"/>
                  </a:lnTo>
                  <a:lnTo>
                    <a:pt x="332" y="1093"/>
                  </a:lnTo>
                  <a:lnTo>
                    <a:pt x="378" y="1137"/>
                  </a:lnTo>
                  <a:lnTo>
                    <a:pt x="426" y="1177"/>
                  </a:lnTo>
                  <a:lnTo>
                    <a:pt x="474" y="1213"/>
                  </a:lnTo>
                  <a:lnTo>
                    <a:pt x="522" y="1243"/>
                  </a:lnTo>
                  <a:lnTo>
                    <a:pt x="522" y="1243"/>
                  </a:lnTo>
                  <a:lnTo>
                    <a:pt x="568" y="1267"/>
                  </a:lnTo>
                  <a:lnTo>
                    <a:pt x="614" y="1287"/>
                  </a:lnTo>
                  <a:lnTo>
                    <a:pt x="658" y="1301"/>
                  </a:lnTo>
                  <a:lnTo>
                    <a:pt x="680" y="1307"/>
                  </a:lnTo>
                  <a:lnTo>
                    <a:pt x="702" y="1309"/>
                  </a:lnTo>
                  <a:lnTo>
                    <a:pt x="722" y="1313"/>
                  </a:lnTo>
                  <a:lnTo>
                    <a:pt x="742" y="1313"/>
                  </a:lnTo>
                  <a:lnTo>
                    <a:pt x="762" y="1313"/>
                  </a:lnTo>
                  <a:lnTo>
                    <a:pt x="782" y="1311"/>
                  </a:lnTo>
                  <a:lnTo>
                    <a:pt x="802" y="1309"/>
                  </a:lnTo>
                  <a:lnTo>
                    <a:pt x="820" y="1305"/>
                  </a:lnTo>
                  <a:lnTo>
                    <a:pt x="838" y="1299"/>
                  </a:lnTo>
                  <a:lnTo>
                    <a:pt x="854" y="1291"/>
                  </a:lnTo>
                  <a:lnTo>
                    <a:pt x="854" y="1291"/>
                  </a:lnTo>
                  <a:lnTo>
                    <a:pt x="870" y="1283"/>
                  </a:lnTo>
                  <a:lnTo>
                    <a:pt x="870" y="1283"/>
                  </a:lnTo>
                  <a:lnTo>
                    <a:pt x="876" y="1281"/>
                  </a:lnTo>
                  <a:lnTo>
                    <a:pt x="876" y="1281"/>
                  </a:lnTo>
                  <a:lnTo>
                    <a:pt x="878" y="1279"/>
                  </a:lnTo>
                  <a:lnTo>
                    <a:pt x="878" y="1279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884" y="1275"/>
                  </a:lnTo>
                  <a:lnTo>
                    <a:pt x="906" y="1259"/>
                  </a:lnTo>
                  <a:lnTo>
                    <a:pt x="926" y="1239"/>
                  </a:lnTo>
                  <a:lnTo>
                    <a:pt x="944" y="1217"/>
                  </a:lnTo>
                  <a:lnTo>
                    <a:pt x="960" y="1191"/>
                  </a:lnTo>
                  <a:lnTo>
                    <a:pt x="974" y="1165"/>
                  </a:lnTo>
                  <a:lnTo>
                    <a:pt x="986" y="1135"/>
                  </a:lnTo>
                  <a:lnTo>
                    <a:pt x="994" y="1103"/>
                  </a:lnTo>
                  <a:lnTo>
                    <a:pt x="1002" y="1071"/>
                  </a:lnTo>
                  <a:lnTo>
                    <a:pt x="1002" y="1071"/>
                  </a:lnTo>
                  <a:lnTo>
                    <a:pt x="1002" y="1069"/>
                  </a:lnTo>
                  <a:lnTo>
                    <a:pt x="1002" y="1069"/>
                  </a:lnTo>
                  <a:lnTo>
                    <a:pt x="1006" y="1049"/>
                  </a:lnTo>
                  <a:lnTo>
                    <a:pt x="1006" y="1049"/>
                  </a:lnTo>
                  <a:lnTo>
                    <a:pt x="1006" y="1045"/>
                  </a:lnTo>
                  <a:lnTo>
                    <a:pt x="1006" y="1043"/>
                  </a:lnTo>
                  <a:lnTo>
                    <a:pt x="1006" y="1043"/>
                  </a:lnTo>
                  <a:lnTo>
                    <a:pt x="1006" y="1041"/>
                  </a:lnTo>
                  <a:lnTo>
                    <a:pt x="1006" y="1041"/>
                  </a:lnTo>
                  <a:lnTo>
                    <a:pt x="1008" y="1023"/>
                  </a:lnTo>
                  <a:lnTo>
                    <a:pt x="1008" y="1021"/>
                  </a:lnTo>
                  <a:lnTo>
                    <a:pt x="1008" y="1021"/>
                  </a:lnTo>
                  <a:lnTo>
                    <a:pt x="1010" y="1011"/>
                  </a:lnTo>
                  <a:lnTo>
                    <a:pt x="1010" y="1011"/>
                  </a:lnTo>
                  <a:lnTo>
                    <a:pt x="1010" y="999"/>
                  </a:lnTo>
                  <a:lnTo>
                    <a:pt x="1010" y="995"/>
                  </a:lnTo>
                  <a:lnTo>
                    <a:pt x="1010" y="995"/>
                  </a:lnTo>
                  <a:lnTo>
                    <a:pt x="1010" y="969"/>
                  </a:lnTo>
                  <a:lnTo>
                    <a:pt x="1010" y="969"/>
                  </a:lnTo>
                  <a:lnTo>
                    <a:pt x="1010" y="945"/>
                  </a:lnTo>
                  <a:lnTo>
                    <a:pt x="1010" y="945"/>
                  </a:lnTo>
                  <a:close/>
                  <a:moveTo>
                    <a:pt x="960" y="961"/>
                  </a:moveTo>
                  <a:lnTo>
                    <a:pt x="960" y="963"/>
                  </a:lnTo>
                  <a:lnTo>
                    <a:pt x="960" y="963"/>
                  </a:lnTo>
                  <a:lnTo>
                    <a:pt x="958" y="975"/>
                  </a:lnTo>
                  <a:lnTo>
                    <a:pt x="958" y="975"/>
                  </a:lnTo>
                  <a:lnTo>
                    <a:pt x="958" y="985"/>
                  </a:lnTo>
                  <a:lnTo>
                    <a:pt x="958" y="987"/>
                  </a:lnTo>
                  <a:lnTo>
                    <a:pt x="958" y="987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3"/>
                  </a:lnTo>
                  <a:lnTo>
                    <a:pt x="956" y="1005"/>
                  </a:lnTo>
                  <a:lnTo>
                    <a:pt x="956" y="1005"/>
                  </a:lnTo>
                  <a:lnTo>
                    <a:pt x="956" y="1009"/>
                  </a:lnTo>
                  <a:lnTo>
                    <a:pt x="956" y="1009"/>
                  </a:lnTo>
                  <a:lnTo>
                    <a:pt x="952" y="1027"/>
                  </a:lnTo>
                  <a:lnTo>
                    <a:pt x="952" y="1027"/>
                  </a:lnTo>
                  <a:lnTo>
                    <a:pt x="952" y="1029"/>
                  </a:lnTo>
                  <a:lnTo>
                    <a:pt x="952" y="1029"/>
                  </a:lnTo>
                  <a:lnTo>
                    <a:pt x="946" y="1059"/>
                  </a:lnTo>
                  <a:lnTo>
                    <a:pt x="938" y="1087"/>
                  </a:lnTo>
                  <a:lnTo>
                    <a:pt x="926" y="1115"/>
                  </a:lnTo>
                  <a:lnTo>
                    <a:pt x="914" y="1139"/>
                  </a:lnTo>
                  <a:lnTo>
                    <a:pt x="900" y="1161"/>
                  </a:lnTo>
                  <a:lnTo>
                    <a:pt x="884" y="1181"/>
                  </a:lnTo>
                  <a:lnTo>
                    <a:pt x="866" y="1197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6" y="1213"/>
                  </a:lnTo>
                  <a:lnTo>
                    <a:pt x="840" y="1217"/>
                  </a:lnTo>
                  <a:lnTo>
                    <a:pt x="840" y="1217"/>
                  </a:lnTo>
                  <a:lnTo>
                    <a:pt x="838" y="1217"/>
                  </a:lnTo>
                  <a:lnTo>
                    <a:pt x="838" y="1217"/>
                  </a:lnTo>
                  <a:lnTo>
                    <a:pt x="832" y="1221"/>
                  </a:lnTo>
                  <a:lnTo>
                    <a:pt x="832" y="1221"/>
                  </a:lnTo>
                  <a:lnTo>
                    <a:pt x="820" y="1227"/>
                  </a:lnTo>
                  <a:lnTo>
                    <a:pt x="820" y="1227"/>
                  </a:lnTo>
                  <a:lnTo>
                    <a:pt x="804" y="1235"/>
                  </a:lnTo>
                  <a:lnTo>
                    <a:pt x="788" y="1239"/>
                  </a:lnTo>
                  <a:lnTo>
                    <a:pt x="772" y="1243"/>
                  </a:lnTo>
                  <a:lnTo>
                    <a:pt x="754" y="1245"/>
                  </a:lnTo>
                  <a:lnTo>
                    <a:pt x="738" y="1247"/>
                  </a:lnTo>
                  <a:lnTo>
                    <a:pt x="720" y="1247"/>
                  </a:lnTo>
                  <a:lnTo>
                    <a:pt x="682" y="1245"/>
                  </a:lnTo>
                  <a:lnTo>
                    <a:pt x="644" y="1237"/>
                  </a:lnTo>
                  <a:lnTo>
                    <a:pt x="604" y="1225"/>
                  </a:lnTo>
                  <a:lnTo>
                    <a:pt x="562" y="1207"/>
                  </a:lnTo>
                  <a:lnTo>
                    <a:pt x="520" y="1185"/>
                  </a:lnTo>
                  <a:lnTo>
                    <a:pt x="520" y="1185"/>
                  </a:lnTo>
                  <a:lnTo>
                    <a:pt x="476" y="1157"/>
                  </a:lnTo>
                  <a:lnTo>
                    <a:pt x="434" y="1125"/>
                  </a:lnTo>
                  <a:lnTo>
                    <a:pt x="392" y="1089"/>
                  </a:lnTo>
                  <a:lnTo>
                    <a:pt x="350" y="1051"/>
                  </a:lnTo>
                  <a:lnTo>
                    <a:pt x="310" y="1007"/>
                  </a:lnTo>
                  <a:lnTo>
                    <a:pt x="272" y="961"/>
                  </a:lnTo>
                  <a:lnTo>
                    <a:pt x="236" y="913"/>
                  </a:lnTo>
                  <a:lnTo>
                    <a:pt x="204" y="860"/>
                  </a:lnTo>
                  <a:lnTo>
                    <a:pt x="204" y="860"/>
                  </a:lnTo>
                  <a:lnTo>
                    <a:pt x="188" y="834"/>
                  </a:lnTo>
                  <a:lnTo>
                    <a:pt x="188" y="834"/>
                  </a:lnTo>
                  <a:lnTo>
                    <a:pt x="174" y="808"/>
                  </a:lnTo>
                  <a:lnTo>
                    <a:pt x="174" y="808"/>
                  </a:lnTo>
                  <a:lnTo>
                    <a:pt x="144" y="752"/>
                  </a:lnTo>
                  <a:lnTo>
                    <a:pt x="120" y="698"/>
                  </a:lnTo>
                  <a:lnTo>
                    <a:pt x="100" y="642"/>
                  </a:lnTo>
                  <a:lnTo>
                    <a:pt x="82" y="586"/>
                  </a:lnTo>
                  <a:lnTo>
                    <a:pt x="68" y="532"/>
                  </a:lnTo>
                  <a:lnTo>
                    <a:pt x="58" y="478"/>
                  </a:lnTo>
                  <a:lnTo>
                    <a:pt x="52" y="426"/>
                  </a:lnTo>
                  <a:lnTo>
                    <a:pt x="50" y="374"/>
                  </a:lnTo>
                  <a:lnTo>
                    <a:pt x="50" y="374"/>
                  </a:lnTo>
                  <a:lnTo>
                    <a:pt x="52" y="328"/>
                  </a:lnTo>
                  <a:lnTo>
                    <a:pt x="58" y="284"/>
                  </a:lnTo>
                  <a:lnTo>
                    <a:pt x="68" y="244"/>
                  </a:lnTo>
                  <a:lnTo>
                    <a:pt x="80" y="208"/>
                  </a:lnTo>
                  <a:lnTo>
                    <a:pt x="96" y="174"/>
                  </a:lnTo>
                  <a:lnTo>
                    <a:pt x="106" y="160"/>
                  </a:lnTo>
                  <a:lnTo>
                    <a:pt x="116" y="146"/>
                  </a:lnTo>
                  <a:lnTo>
                    <a:pt x="126" y="132"/>
                  </a:lnTo>
                  <a:lnTo>
                    <a:pt x="138" y="120"/>
                  </a:lnTo>
                  <a:lnTo>
                    <a:pt x="152" y="110"/>
                  </a:lnTo>
                  <a:lnTo>
                    <a:pt x="164" y="100"/>
                  </a:lnTo>
                  <a:lnTo>
                    <a:pt x="164" y="100"/>
                  </a:lnTo>
                  <a:lnTo>
                    <a:pt x="178" y="92"/>
                  </a:lnTo>
                  <a:lnTo>
                    <a:pt x="178" y="92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192" y="86"/>
                  </a:lnTo>
                  <a:lnTo>
                    <a:pt x="200" y="82"/>
                  </a:lnTo>
                  <a:lnTo>
                    <a:pt x="200" y="82"/>
                  </a:lnTo>
                  <a:lnTo>
                    <a:pt x="204" y="80"/>
                  </a:lnTo>
                  <a:lnTo>
                    <a:pt x="204" y="80"/>
                  </a:lnTo>
                  <a:lnTo>
                    <a:pt x="206" y="80"/>
                  </a:lnTo>
                  <a:lnTo>
                    <a:pt x="206" y="80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18" y="74"/>
                  </a:lnTo>
                  <a:lnTo>
                    <a:pt x="218" y="74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6" y="72"/>
                  </a:lnTo>
                  <a:lnTo>
                    <a:pt x="226" y="72"/>
                  </a:lnTo>
                  <a:lnTo>
                    <a:pt x="244" y="68"/>
                  </a:lnTo>
                  <a:lnTo>
                    <a:pt x="244" y="68"/>
                  </a:lnTo>
                  <a:lnTo>
                    <a:pt x="250" y="68"/>
                  </a:lnTo>
                  <a:lnTo>
                    <a:pt x="250" y="68"/>
                  </a:lnTo>
                  <a:lnTo>
                    <a:pt x="268" y="66"/>
                  </a:lnTo>
                  <a:lnTo>
                    <a:pt x="286" y="66"/>
                  </a:lnTo>
                  <a:lnTo>
                    <a:pt x="286" y="66"/>
                  </a:lnTo>
                  <a:lnTo>
                    <a:pt x="296" y="66"/>
                  </a:lnTo>
                  <a:lnTo>
                    <a:pt x="296" y="66"/>
                  </a:lnTo>
                  <a:lnTo>
                    <a:pt x="300" y="66"/>
                  </a:lnTo>
                  <a:lnTo>
                    <a:pt x="300" y="66"/>
                  </a:lnTo>
                  <a:lnTo>
                    <a:pt x="334" y="70"/>
                  </a:lnTo>
                  <a:lnTo>
                    <a:pt x="370" y="76"/>
                  </a:lnTo>
                  <a:lnTo>
                    <a:pt x="370" y="76"/>
                  </a:lnTo>
                  <a:lnTo>
                    <a:pt x="376" y="78"/>
                  </a:lnTo>
                  <a:lnTo>
                    <a:pt x="376" y="78"/>
                  </a:lnTo>
                  <a:lnTo>
                    <a:pt x="390" y="84"/>
                  </a:lnTo>
                  <a:lnTo>
                    <a:pt x="390" y="84"/>
                  </a:lnTo>
                  <a:lnTo>
                    <a:pt x="400" y="86"/>
                  </a:lnTo>
                  <a:lnTo>
                    <a:pt x="400" y="86"/>
                  </a:lnTo>
                  <a:lnTo>
                    <a:pt x="408" y="90"/>
                  </a:lnTo>
                  <a:lnTo>
                    <a:pt x="408" y="90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450" y="106"/>
                  </a:lnTo>
                  <a:lnTo>
                    <a:pt x="450" y="106"/>
                  </a:lnTo>
                  <a:lnTo>
                    <a:pt x="452" y="108"/>
                  </a:lnTo>
                  <a:lnTo>
                    <a:pt x="452" y="108"/>
                  </a:lnTo>
                  <a:lnTo>
                    <a:pt x="462" y="112"/>
                  </a:lnTo>
                  <a:lnTo>
                    <a:pt x="462" y="112"/>
                  </a:lnTo>
                  <a:lnTo>
                    <a:pt x="466" y="114"/>
                  </a:lnTo>
                  <a:lnTo>
                    <a:pt x="466" y="114"/>
                  </a:lnTo>
                  <a:lnTo>
                    <a:pt x="470" y="118"/>
                  </a:lnTo>
                  <a:lnTo>
                    <a:pt x="470" y="11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490" y="128"/>
                  </a:lnTo>
                  <a:lnTo>
                    <a:pt x="532" y="154"/>
                  </a:lnTo>
                  <a:lnTo>
                    <a:pt x="572" y="184"/>
                  </a:lnTo>
                  <a:lnTo>
                    <a:pt x="612" y="216"/>
                  </a:lnTo>
                  <a:lnTo>
                    <a:pt x="650" y="252"/>
                  </a:lnTo>
                  <a:lnTo>
                    <a:pt x="688" y="292"/>
                  </a:lnTo>
                  <a:lnTo>
                    <a:pt x="724" y="334"/>
                  </a:lnTo>
                  <a:lnTo>
                    <a:pt x="758" y="380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790" y="426"/>
                  </a:lnTo>
                  <a:lnTo>
                    <a:pt x="808" y="452"/>
                  </a:lnTo>
                  <a:lnTo>
                    <a:pt x="808" y="452"/>
                  </a:lnTo>
                  <a:lnTo>
                    <a:pt x="822" y="478"/>
                  </a:lnTo>
                  <a:lnTo>
                    <a:pt x="822" y="478"/>
                  </a:lnTo>
                  <a:lnTo>
                    <a:pt x="838" y="504"/>
                  </a:lnTo>
                  <a:lnTo>
                    <a:pt x="838" y="504"/>
                  </a:lnTo>
                  <a:lnTo>
                    <a:pt x="850" y="526"/>
                  </a:lnTo>
                  <a:lnTo>
                    <a:pt x="850" y="526"/>
                  </a:lnTo>
                  <a:lnTo>
                    <a:pt x="854" y="536"/>
                  </a:lnTo>
                  <a:lnTo>
                    <a:pt x="854" y="536"/>
                  </a:lnTo>
                  <a:lnTo>
                    <a:pt x="864" y="554"/>
                  </a:lnTo>
                  <a:lnTo>
                    <a:pt x="866" y="560"/>
                  </a:lnTo>
                  <a:lnTo>
                    <a:pt x="866" y="560"/>
                  </a:lnTo>
                  <a:lnTo>
                    <a:pt x="882" y="594"/>
                  </a:lnTo>
                  <a:lnTo>
                    <a:pt x="896" y="630"/>
                  </a:lnTo>
                  <a:lnTo>
                    <a:pt x="908" y="664"/>
                  </a:lnTo>
                  <a:lnTo>
                    <a:pt x="920" y="698"/>
                  </a:lnTo>
                  <a:lnTo>
                    <a:pt x="930" y="732"/>
                  </a:lnTo>
                  <a:lnTo>
                    <a:pt x="940" y="766"/>
                  </a:lnTo>
                  <a:lnTo>
                    <a:pt x="946" y="800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2" y="834"/>
                  </a:lnTo>
                  <a:lnTo>
                    <a:pt x="954" y="854"/>
                  </a:lnTo>
                  <a:lnTo>
                    <a:pt x="954" y="854"/>
                  </a:lnTo>
                  <a:lnTo>
                    <a:pt x="956" y="867"/>
                  </a:lnTo>
                  <a:lnTo>
                    <a:pt x="956" y="867"/>
                  </a:lnTo>
                  <a:lnTo>
                    <a:pt x="958" y="887"/>
                  </a:lnTo>
                  <a:lnTo>
                    <a:pt x="958" y="889"/>
                  </a:lnTo>
                  <a:lnTo>
                    <a:pt x="958" y="889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1"/>
                  </a:lnTo>
                  <a:lnTo>
                    <a:pt x="960" y="915"/>
                  </a:lnTo>
                  <a:lnTo>
                    <a:pt x="960" y="915"/>
                  </a:lnTo>
                  <a:lnTo>
                    <a:pt x="960" y="939"/>
                  </a:lnTo>
                  <a:lnTo>
                    <a:pt x="960" y="939"/>
                  </a:lnTo>
                  <a:lnTo>
                    <a:pt x="960" y="961"/>
                  </a:lnTo>
                  <a:lnTo>
                    <a:pt x="960" y="9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0" name="Freeform 59"/>
            <p:cNvSpPr>
              <a:spLocks noEditPoints="1"/>
            </p:cNvSpPr>
            <p:nvPr/>
          </p:nvSpPr>
          <p:spPr bwMode="auto">
            <a:xfrm>
              <a:off x="6913043" y="3483846"/>
              <a:ext cx="120568" cy="156975"/>
            </a:xfrm>
            <a:custGeom>
              <a:avLst/>
              <a:gdLst>
                <a:gd name="T0" fmla="*/ 816 w 818"/>
                <a:gd name="T1" fmla="*/ 738 h 1065"/>
                <a:gd name="T2" fmla="*/ 812 w 818"/>
                <a:gd name="T3" fmla="*/ 692 h 1065"/>
                <a:gd name="T4" fmla="*/ 782 w 818"/>
                <a:gd name="T5" fmla="*/ 570 h 1065"/>
                <a:gd name="T6" fmla="*/ 722 w 818"/>
                <a:gd name="T7" fmla="*/ 424 h 1065"/>
                <a:gd name="T8" fmla="*/ 694 w 818"/>
                <a:gd name="T9" fmla="*/ 372 h 1065"/>
                <a:gd name="T10" fmla="*/ 636 w 818"/>
                <a:gd name="T11" fmla="*/ 282 h 1065"/>
                <a:gd name="T12" fmla="*/ 432 w 818"/>
                <a:gd name="T13" fmla="*/ 80 h 1065"/>
                <a:gd name="T14" fmla="*/ 378 w 818"/>
                <a:gd name="T15" fmla="*/ 48 h 1065"/>
                <a:gd name="T16" fmla="*/ 360 w 818"/>
                <a:gd name="T17" fmla="*/ 38 h 1065"/>
                <a:gd name="T18" fmla="*/ 322 w 818"/>
                <a:gd name="T19" fmla="*/ 22 h 1065"/>
                <a:gd name="T20" fmla="*/ 294 w 818"/>
                <a:gd name="T21" fmla="*/ 12 h 1065"/>
                <a:gd name="T22" fmla="*/ 220 w 818"/>
                <a:gd name="T23" fmla="*/ 0 h 1065"/>
                <a:gd name="T24" fmla="*/ 180 w 818"/>
                <a:gd name="T25" fmla="*/ 2 h 1065"/>
                <a:gd name="T26" fmla="*/ 156 w 818"/>
                <a:gd name="T27" fmla="*/ 8 h 1065"/>
                <a:gd name="T28" fmla="*/ 140 w 818"/>
                <a:gd name="T29" fmla="*/ 12 h 1065"/>
                <a:gd name="T30" fmla="*/ 126 w 818"/>
                <a:gd name="T31" fmla="*/ 18 h 1065"/>
                <a:gd name="T32" fmla="*/ 102 w 818"/>
                <a:gd name="T33" fmla="*/ 32 h 1065"/>
                <a:gd name="T34" fmla="*/ 16 w 818"/>
                <a:gd name="T35" fmla="*/ 162 h 1065"/>
                <a:gd name="T36" fmla="*/ 6 w 818"/>
                <a:gd name="T37" fmla="*/ 372 h 1065"/>
                <a:gd name="T38" fmla="*/ 110 w 818"/>
                <a:gd name="T39" fmla="*/ 668 h 1065"/>
                <a:gd name="T40" fmla="*/ 168 w 818"/>
                <a:gd name="T41" fmla="*/ 763 h 1065"/>
                <a:gd name="T42" fmla="*/ 384 w 818"/>
                <a:gd name="T43" fmla="*/ 983 h 1065"/>
                <a:gd name="T44" fmla="*/ 568 w 818"/>
                <a:gd name="T45" fmla="*/ 1061 h 1065"/>
                <a:gd name="T46" fmla="*/ 692 w 818"/>
                <a:gd name="T47" fmla="*/ 1047 h 1065"/>
                <a:gd name="T48" fmla="*/ 710 w 818"/>
                <a:gd name="T49" fmla="*/ 1037 h 1065"/>
                <a:gd name="T50" fmla="*/ 750 w 818"/>
                <a:gd name="T51" fmla="*/ 1005 h 1065"/>
                <a:gd name="T52" fmla="*/ 812 w 818"/>
                <a:gd name="T53" fmla="*/ 867 h 1065"/>
                <a:gd name="T54" fmla="*/ 814 w 818"/>
                <a:gd name="T55" fmla="*/ 847 h 1065"/>
                <a:gd name="T56" fmla="*/ 816 w 818"/>
                <a:gd name="T57" fmla="*/ 829 h 1065"/>
                <a:gd name="T58" fmla="*/ 818 w 818"/>
                <a:gd name="T59" fmla="*/ 807 h 1065"/>
                <a:gd name="T60" fmla="*/ 776 w 818"/>
                <a:gd name="T61" fmla="*/ 781 h 1065"/>
                <a:gd name="T62" fmla="*/ 776 w 818"/>
                <a:gd name="T63" fmla="*/ 799 h 1065"/>
                <a:gd name="T64" fmla="*/ 774 w 818"/>
                <a:gd name="T65" fmla="*/ 819 h 1065"/>
                <a:gd name="T66" fmla="*/ 766 w 818"/>
                <a:gd name="T67" fmla="*/ 859 h 1065"/>
                <a:gd name="T68" fmla="*/ 700 w 818"/>
                <a:gd name="T69" fmla="*/ 971 h 1065"/>
                <a:gd name="T70" fmla="*/ 680 w 818"/>
                <a:gd name="T71" fmla="*/ 987 h 1065"/>
                <a:gd name="T72" fmla="*/ 664 w 818"/>
                <a:gd name="T73" fmla="*/ 995 h 1065"/>
                <a:gd name="T74" fmla="*/ 488 w 818"/>
                <a:gd name="T75" fmla="*/ 993 h 1065"/>
                <a:gd name="T76" fmla="*/ 316 w 818"/>
                <a:gd name="T77" fmla="*/ 883 h 1065"/>
                <a:gd name="T78" fmla="*/ 164 w 818"/>
                <a:gd name="T79" fmla="*/ 696 h 1065"/>
                <a:gd name="T80" fmla="*/ 98 w 818"/>
                <a:gd name="T81" fmla="*/ 566 h 1065"/>
                <a:gd name="T82" fmla="*/ 40 w 818"/>
                <a:gd name="T83" fmla="*/ 304 h 1065"/>
                <a:gd name="T84" fmla="*/ 78 w 818"/>
                <a:gd name="T85" fmla="*/ 142 h 1065"/>
                <a:gd name="T86" fmla="*/ 144 w 818"/>
                <a:gd name="T87" fmla="*/ 76 h 1065"/>
                <a:gd name="T88" fmla="*/ 162 w 818"/>
                <a:gd name="T89" fmla="*/ 66 h 1065"/>
                <a:gd name="T90" fmla="*/ 168 w 818"/>
                <a:gd name="T91" fmla="*/ 64 h 1065"/>
                <a:gd name="T92" fmla="*/ 182 w 818"/>
                <a:gd name="T93" fmla="*/ 60 h 1065"/>
                <a:gd name="T94" fmla="*/ 232 w 818"/>
                <a:gd name="T95" fmla="*/ 54 h 1065"/>
                <a:gd name="T96" fmla="*/ 300 w 818"/>
                <a:gd name="T97" fmla="*/ 62 h 1065"/>
                <a:gd name="T98" fmla="*/ 324 w 818"/>
                <a:gd name="T99" fmla="*/ 70 h 1065"/>
                <a:gd name="T100" fmla="*/ 364 w 818"/>
                <a:gd name="T101" fmla="*/ 86 h 1065"/>
                <a:gd name="T102" fmla="*/ 376 w 818"/>
                <a:gd name="T103" fmla="*/ 94 h 1065"/>
                <a:gd name="T104" fmla="*/ 398 w 818"/>
                <a:gd name="T105" fmla="*/ 104 h 1065"/>
                <a:gd name="T106" fmla="*/ 556 w 818"/>
                <a:gd name="T107" fmla="*/ 238 h 1065"/>
                <a:gd name="T108" fmla="*/ 654 w 818"/>
                <a:gd name="T109" fmla="*/ 368 h 1065"/>
                <a:gd name="T110" fmla="*/ 688 w 818"/>
                <a:gd name="T111" fmla="*/ 428 h 1065"/>
                <a:gd name="T112" fmla="*/ 702 w 818"/>
                <a:gd name="T113" fmla="*/ 454 h 1065"/>
                <a:gd name="T114" fmla="*/ 772 w 818"/>
                <a:gd name="T115" fmla="*/ 676 h 1065"/>
                <a:gd name="T116" fmla="*/ 776 w 818"/>
                <a:gd name="T117" fmla="*/ 720 h 1065"/>
                <a:gd name="T118" fmla="*/ 778 w 818"/>
                <a:gd name="T119" fmla="*/ 743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18" h="1065">
                  <a:moveTo>
                    <a:pt x="818" y="761"/>
                  </a:moveTo>
                  <a:lnTo>
                    <a:pt x="818" y="761"/>
                  </a:lnTo>
                  <a:lnTo>
                    <a:pt x="818" y="761"/>
                  </a:lnTo>
                  <a:lnTo>
                    <a:pt x="818" y="761"/>
                  </a:lnTo>
                  <a:lnTo>
                    <a:pt x="816" y="740"/>
                  </a:lnTo>
                  <a:lnTo>
                    <a:pt x="816" y="738"/>
                  </a:lnTo>
                  <a:lnTo>
                    <a:pt x="816" y="738"/>
                  </a:lnTo>
                  <a:lnTo>
                    <a:pt x="816" y="722"/>
                  </a:lnTo>
                  <a:lnTo>
                    <a:pt x="816" y="722"/>
                  </a:lnTo>
                  <a:lnTo>
                    <a:pt x="814" y="710"/>
                  </a:lnTo>
                  <a:lnTo>
                    <a:pt x="814" y="710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12" y="692"/>
                  </a:lnTo>
                  <a:lnTo>
                    <a:pt x="806" y="662"/>
                  </a:lnTo>
                  <a:lnTo>
                    <a:pt x="800" y="632"/>
                  </a:lnTo>
                  <a:lnTo>
                    <a:pt x="792" y="600"/>
                  </a:lnTo>
                  <a:lnTo>
                    <a:pt x="782" y="570"/>
                  </a:lnTo>
                  <a:lnTo>
                    <a:pt x="760" y="508"/>
                  </a:lnTo>
                  <a:lnTo>
                    <a:pt x="734" y="446"/>
                  </a:lnTo>
                  <a:lnTo>
                    <a:pt x="732" y="440"/>
                  </a:lnTo>
                  <a:lnTo>
                    <a:pt x="732" y="440"/>
                  </a:lnTo>
                  <a:lnTo>
                    <a:pt x="722" y="424"/>
                  </a:lnTo>
                  <a:lnTo>
                    <a:pt x="722" y="424"/>
                  </a:lnTo>
                  <a:lnTo>
                    <a:pt x="718" y="416"/>
                  </a:lnTo>
                  <a:lnTo>
                    <a:pt x="718" y="416"/>
                  </a:lnTo>
                  <a:lnTo>
                    <a:pt x="708" y="396"/>
                  </a:lnTo>
                  <a:lnTo>
                    <a:pt x="708" y="396"/>
                  </a:lnTo>
                  <a:lnTo>
                    <a:pt x="694" y="372"/>
                  </a:lnTo>
                  <a:lnTo>
                    <a:pt x="694" y="372"/>
                  </a:lnTo>
                  <a:lnTo>
                    <a:pt x="682" y="348"/>
                  </a:lnTo>
                  <a:lnTo>
                    <a:pt x="682" y="348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66" y="326"/>
                  </a:lnTo>
                  <a:lnTo>
                    <a:pt x="636" y="282"/>
                  </a:lnTo>
                  <a:lnTo>
                    <a:pt x="606" y="242"/>
                  </a:lnTo>
                  <a:lnTo>
                    <a:pt x="574" y="204"/>
                  </a:lnTo>
                  <a:lnTo>
                    <a:pt x="540" y="170"/>
                  </a:lnTo>
                  <a:lnTo>
                    <a:pt x="504" y="136"/>
                  </a:lnTo>
                  <a:lnTo>
                    <a:pt x="470" y="106"/>
                  </a:lnTo>
                  <a:lnTo>
                    <a:pt x="432" y="80"/>
                  </a:lnTo>
                  <a:lnTo>
                    <a:pt x="396" y="58"/>
                  </a:lnTo>
                  <a:lnTo>
                    <a:pt x="396" y="58"/>
                  </a:lnTo>
                  <a:lnTo>
                    <a:pt x="396" y="56"/>
                  </a:lnTo>
                  <a:lnTo>
                    <a:pt x="396" y="56"/>
                  </a:lnTo>
                  <a:lnTo>
                    <a:pt x="378" y="48"/>
                  </a:lnTo>
                  <a:lnTo>
                    <a:pt x="378" y="48"/>
                  </a:lnTo>
                  <a:lnTo>
                    <a:pt x="374" y="44"/>
                  </a:lnTo>
                  <a:lnTo>
                    <a:pt x="374" y="44"/>
                  </a:lnTo>
                  <a:lnTo>
                    <a:pt x="370" y="42"/>
                  </a:lnTo>
                  <a:lnTo>
                    <a:pt x="370" y="42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58" y="38"/>
                  </a:lnTo>
                  <a:lnTo>
                    <a:pt x="358" y="38"/>
                  </a:lnTo>
                  <a:lnTo>
                    <a:pt x="336" y="28"/>
                  </a:lnTo>
                  <a:lnTo>
                    <a:pt x="336" y="28"/>
                  </a:lnTo>
                  <a:lnTo>
                    <a:pt x="322" y="22"/>
                  </a:lnTo>
                  <a:lnTo>
                    <a:pt x="322" y="22"/>
                  </a:lnTo>
                  <a:lnTo>
                    <a:pt x="314" y="20"/>
                  </a:lnTo>
                  <a:lnTo>
                    <a:pt x="314" y="20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294" y="12"/>
                  </a:lnTo>
                  <a:lnTo>
                    <a:pt x="294" y="12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56" y="4"/>
                  </a:lnTo>
                  <a:lnTo>
                    <a:pt x="224" y="0"/>
                  </a:lnTo>
                  <a:lnTo>
                    <a:pt x="224" y="0"/>
                  </a:lnTo>
                  <a:lnTo>
                    <a:pt x="220" y="0"/>
                  </a:lnTo>
                  <a:lnTo>
                    <a:pt x="220" y="0"/>
                  </a:lnTo>
                  <a:lnTo>
                    <a:pt x="212" y="0"/>
                  </a:lnTo>
                  <a:lnTo>
                    <a:pt x="212" y="0"/>
                  </a:lnTo>
                  <a:lnTo>
                    <a:pt x="196" y="0"/>
                  </a:lnTo>
                  <a:lnTo>
                    <a:pt x="180" y="2"/>
                  </a:lnTo>
                  <a:lnTo>
                    <a:pt x="180" y="2"/>
                  </a:lnTo>
                  <a:lnTo>
                    <a:pt x="174" y="4"/>
                  </a:lnTo>
                  <a:lnTo>
                    <a:pt x="174" y="4"/>
                  </a:lnTo>
                  <a:lnTo>
                    <a:pt x="158" y="8"/>
                  </a:lnTo>
                  <a:lnTo>
                    <a:pt x="158" y="8"/>
                  </a:lnTo>
                  <a:lnTo>
                    <a:pt x="156" y="8"/>
                  </a:lnTo>
                  <a:lnTo>
                    <a:pt x="156" y="8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42" y="12"/>
                  </a:lnTo>
                  <a:lnTo>
                    <a:pt x="142" y="12"/>
                  </a:lnTo>
                  <a:lnTo>
                    <a:pt x="140" y="12"/>
                  </a:lnTo>
                  <a:lnTo>
                    <a:pt x="140" y="12"/>
                  </a:lnTo>
                  <a:lnTo>
                    <a:pt x="138" y="14"/>
                  </a:lnTo>
                  <a:lnTo>
                    <a:pt x="138" y="14"/>
                  </a:lnTo>
                  <a:lnTo>
                    <a:pt x="134" y="16"/>
                  </a:lnTo>
                  <a:lnTo>
                    <a:pt x="134" y="16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26" y="18"/>
                  </a:lnTo>
                  <a:lnTo>
                    <a:pt x="114" y="24"/>
                  </a:lnTo>
                  <a:lnTo>
                    <a:pt x="114" y="24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90" y="40"/>
                  </a:lnTo>
                  <a:lnTo>
                    <a:pt x="80" y="50"/>
                  </a:lnTo>
                  <a:lnTo>
                    <a:pt x="58" y="72"/>
                  </a:lnTo>
                  <a:lnTo>
                    <a:pt x="42" y="98"/>
                  </a:lnTo>
                  <a:lnTo>
                    <a:pt x="26" y="128"/>
                  </a:lnTo>
                  <a:lnTo>
                    <a:pt x="16" y="162"/>
                  </a:lnTo>
                  <a:lnTo>
                    <a:pt x="6" y="198"/>
                  </a:lnTo>
                  <a:lnTo>
                    <a:pt x="2" y="236"/>
                  </a:lnTo>
                  <a:lnTo>
                    <a:pt x="0" y="278"/>
                  </a:lnTo>
                  <a:lnTo>
                    <a:pt x="0" y="278"/>
                  </a:lnTo>
                  <a:lnTo>
                    <a:pt x="2" y="324"/>
                  </a:lnTo>
                  <a:lnTo>
                    <a:pt x="6" y="372"/>
                  </a:lnTo>
                  <a:lnTo>
                    <a:pt x="16" y="420"/>
                  </a:lnTo>
                  <a:lnTo>
                    <a:pt x="28" y="470"/>
                  </a:lnTo>
                  <a:lnTo>
                    <a:pt x="44" y="520"/>
                  </a:lnTo>
                  <a:lnTo>
                    <a:pt x="62" y="570"/>
                  </a:lnTo>
                  <a:lnTo>
                    <a:pt x="84" y="620"/>
                  </a:lnTo>
                  <a:lnTo>
                    <a:pt x="110" y="668"/>
                  </a:lnTo>
                  <a:lnTo>
                    <a:pt x="110" y="668"/>
                  </a:lnTo>
                  <a:lnTo>
                    <a:pt x="124" y="692"/>
                  </a:lnTo>
                  <a:lnTo>
                    <a:pt x="124" y="692"/>
                  </a:lnTo>
                  <a:lnTo>
                    <a:pt x="138" y="714"/>
                  </a:lnTo>
                  <a:lnTo>
                    <a:pt x="138" y="714"/>
                  </a:lnTo>
                  <a:lnTo>
                    <a:pt x="168" y="763"/>
                  </a:lnTo>
                  <a:lnTo>
                    <a:pt x="200" y="807"/>
                  </a:lnTo>
                  <a:lnTo>
                    <a:pt x="234" y="849"/>
                  </a:lnTo>
                  <a:lnTo>
                    <a:pt x="270" y="887"/>
                  </a:lnTo>
                  <a:lnTo>
                    <a:pt x="306" y="923"/>
                  </a:lnTo>
                  <a:lnTo>
                    <a:pt x="344" y="955"/>
                  </a:lnTo>
                  <a:lnTo>
                    <a:pt x="384" y="983"/>
                  </a:lnTo>
                  <a:lnTo>
                    <a:pt x="422" y="1009"/>
                  </a:lnTo>
                  <a:lnTo>
                    <a:pt x="422" y="1009"/>
                  </a:lnTo>
                  <a:lnTo>
                    <a:pt x="460" y="1027"/>
                  </a:lnTo>
                  <a:lnTo>
                    <a:pt x="498" y="1043"/>
                  </a:lnTo>
                  <a:lnTo>
                    <a:pt x="534" y="1055"/>
                  </a:lnTo>
                  <a:lnTo>
                    <a:pt x="568" y="1061"/>
                  </a:lnTo>
                  <a:lnTo>
                    <a:pt x="602" y="1065"/>
                  </a:lnTo>
                  <a:lnTo>
                    <a:pt x="634" y="1063"/>
                  </a:lnTo>
                  <a:lnTo>
                    <a:pt x="664" y="1057"/>
                  </a:lnTo>
                  <a:lnTo>
                    <a:pt x="678" y="1053"/>
                  </a:lnTo>
                  <a:lnTo>
                    <a:pt x="692" y="1047"/>
                  </a:lnTo>
                  <a:lnTo>
                    <a:pt x="692" y="1047"/>
                  </a:lnTo>
                  <a:lnTo>
                    <a:pt x="704" y="1041"/>
                  </a:lnTo>
                  <a:lnTo>
                    <a:pt x="704" y="1041"/>
                  </a:lnTo>
                  <a:lnTo>
                    <a:pt x="708" y="1037"/>
                  </a:lnTo>
                  <a:lnTo>
                    <a:pt x="708" y="1037"/>
                  </a:lnTo>
                  <a:lnTo>
                    <a:pt x="710" y="1037"/>
                  </a:lnTo>
                  <a:lnTo>
                    <a:pt x="710" y="1037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16" y="1033"/>
                  </a:lnTo>
                  <a:lnTo>
                    <a:pt x="734" y="1019"/>
                  </a:lnTo>
                  <a:lnTo>
                    <a:pt x="750" y="1005"/>
                  </a:lnTo>
                  <a:lnTo>
                    <a:pt x="764" y="987"/>
                  </a:lnTo>
                  <a:lnTo>
                    <a:pt x="778" y="967"/>
                  </a:lnTo>
                  <a:lnTo>
                    <a:pt x="788" y="945"/>
                  </a:lnTo>
                  <a:lnTo>
                    <a:pt x="798" y="921"/>
                  </a:lnTo>
                  <a:lnTo>
                    <a:pt x="806" y="895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2" y="867"/>
                  </a:lnTo>
                  <a:lnTo>
                    <a:pt x="814" y="851"/>
                  </a:lnTo>
                  <a:lnTo>
                    <a:pt x="814" y="851"/>
                  </a:lnTo>
                  <a:lnTo>
                    <a:pt x="814" y="847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4" y="845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6" y="829"/>
                  </a:lnTo>
                  <a:lnTo>
                    <a:pt x="818" y="819"/>
                  </a:lnTo>
                  <a:lnTo>
                    <a:pt x="818" y="819"/>
                  </a:lnTo>
                  <a:lnTo>
                    <a:pt x="818" y="809"/>
                  </a:lnTo>
                  <a:lnTo>
                    <a:pt x="818" y="807"/>
                  </a:lnTo>
                  <a:lnTo>
                    <a:pt x="818" y="807"/>
                  </a:lnTo>
                  <a:lnTo>
                    <a:pt x="818" y="787"/>
                  </a:lnTo>
                  <a:lnTo>
                    <a:pt x="818" y="787"/>
                  </a:lnTo>
                  <a:lnTo>
                    <a:pt x="818" y="767"/>
                  </a:lnTo>
                  <a:lnTo>
                    <a:pt x="818" y="761"/>
                  </a:lnTo>
                  <a:close/>
                  <a:moveTo>
                    <a:pt x="778" y="779"/>
                  </a:moveTo>
                  <a:lnTo>
                    <a:pt x="776" y="781"/>
                  </a:lnTo>
                  <a:lnTo>
                    <a:pt x="776" y="781"/>
                  </a:lnTo>
                  <a:lnTo>
                    <a:pt x="776" y="791"/>
                  </a:lnTo>
                  <a:lnTo>
                    <a:pt x="776" y="791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6" y="799"/>
                  </a:lnTo>
                  <a:lnTo>
                    <a:pt x="774" y="813"/>
                  </a:lnTo>
                  <a:lnTo>
                    <a:pt x="774" y="813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5"/>
                  </a:lnTo>
                  <a:lnTo>
                    <a:pt x="774" y="819"/>
                  </a:lnTo>
                  <a:lnTo>
                    <a:pt x="774" y="819"/>
                  </a:lnTo>
                  <a:lnTo>
                    <a:pt x="772" y="833"/>
                  </a:lnTo>
                  <a:lnTo>
                    <a:pt x="772" y="833"/>
                  </a:lnTo>
                  <a:lnTo>
                    <a:pt x="772" y="835"/>
                  </a:lnTo>
                  <a:lnTo>
                    <a:pt x="772" y="835"/>
                  </a:lnTo>
                  <a:lnTo>
                    <a:pt x="766" y="859"/>
                  </a:lnTo>
                  <a:lnTo>
                    <a:pt x="758" y="881"/>
                  </a:lnTo>
                  <a:lnTo>
                    <a:pt x="750" y="903"/>
                  </a:lnTo>
                  <a:lnTo>
                    <a:pt x="740" y="923"/>
                  </a:lnTo>
                  <a:lnTo>
                    <a:pt x="728" y="941"/>
                  </a:lnTo>
                  <a:lnTo>
                    <a:pt x="716" y="957"/>
                  </a:lnTo>
                  <a:lnTo>
                    <a:pt x="700" y="971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4" y="983"/>
                  </a:lnTo>
                  <a:lnTo>
                    <a:pt x="680" y="987"/>
                  </a:lnTo>
                  <a:lnTo>
                    <a:pt x="680" y="987"/>
                  </a:lnTo>
                  <a:lnTo>
                    <a:pt x="678" y="987"/>
                  </a:lnTo>
                  <a:lnTo>
                    <a:pt x="678" y="987"/>
                  </a:lnTo>
                  <a:lnTo>
                    <a:pt x="674" y="989"/>
                  </a:lnTo>
                  <a:lnTo>
                    <a:pt x="674" y="989"/>
                  </a:lnTo>
                  <a:lnTo>
                    <a:pt x="664" y="995"/>
                  </a:lnTo>
                  <a:lnTo>
                    <a:pt x="664" y="995"/>
                  </a:lnTo>
                  <a:lnTo>
                    <a:pt x="638" y="1005"/>
                  </a:lnTo>
                  <a:lnTo>
                    <a:pt x="612" y="1011"/>
                  </a:lnTo>
                  <a:lnTo>
                    <a:pt x="582" y="1011"/>
                  </a:lnTo>
                  <a:lnTo>
                    <a:pt x="552" y="1009"/>
                  </a:lnTo>
                  <a:lnTo>
                    <a:pt x="520" y="1003"/>
                  </a:lnTo>
                  <a:lnTo>
                    <a:pt x="488" y="993"/>
                  </a:lnTo>
                  <a:lnTo>
                    <a:pt x="456" y="979"/>
                  </a:lnTo>
                  <a:lnTo>
                    <a:pt x="422" y="961"/>
                  </a:lnTo>
                  <a:lnTo>
                    <a:pt x="422" y="961"/>
                  </a:lnTo>
                  <a:lnTo>
                    <a:pt x="386" y="939"/>
                  </a:lnTo>
                  <a:lnTo>
                    <a:pt x="350" y="913"/>
                  </a:lnTo>
                  <a:lnTo>
                    <a:pt x="316" y="883"/>
                  </a:lnTo>
                  <a:lnTo>
                    <a:pt x="284" y="851"/>
                  </a:lnTo>
                  <a:lnTo>
                    <a:pt x="252" y="817"/>
                  </a:lnTo>
                  <a:lnTo>
                    <a:pt x="220" y="779"/>
                  </a:lnTo>
                  <a:lnTo>
                    <a:pt x="192" y="738"/>
                  </a:lnTo>
                  <a:lnTo>
                    <a:pt x="164" y="696"/>
                  </a:lnTo>
                  <a:lnTo>
                    <a:pt x="164" y="696"/>
                  </a:lnTo>
                  <a:lnTo>
                    <a:pt x="152" y="676"/>
                  </a:lnTo>
                  <a:lnTo>
                    <a:pt x="152" y="676"/>
                  </a:lnTo>
                  <a:lnTo>
                    <a:pt x="140" y="654"/>
                  </a:lnTo>
                  <a:lnTo>
                    <a:pt x="140" y="654"/>
                  </a:lnTo>
                  <a:lnTo>
                    <a:pt x="118" y="610"/>
                  </a:lnTo>
                  <a:lnTo>
                    <a:pt x="98" y="566"/>
                  </a:lnTo>
                  <a:lnTo>
                    <a:pt x="80" y="520"/>
                  </a:lnTo>
                  <a:lnTo>
                    <a:pt x="66" y="476"/>
                  </a:lnTo>
                  <a:lnTo>
                    <a:pt x="56" y="432"/>
                  </a:lnTo>
                  <a:lnTo>
                    <a:pt x="48" y="388"/>
                  </a:lnTo>
                  <a:lnTo>
                    <a:pt x="42" y="346"/>
                  </a:lnTo>
                  <a:lnTo>
                    <a:pt x="40" y="304"/>
                  </a:lnTo>
                  <a:lnTo>
                    <a:pt x="40" y="304"/>
                  </a:lnTo>
                  <a:lnTo>
                    <a:pt x="42" y="266"/>
                  </a:lnTo>
                  <a:lnTo>
                    <a:pt x="46" y="230"/>
                  </a:lnTo>
                  <a:lnTo>
                    <a:pt x="54" y="198"/>
                  </a:lnTo>
                  <a:lnTo>
                    <a:pt x="64" y="168"/>
                  </a:lnTo>
                  <a:lnTo>
                    <a:pt x="78" y="142"/>
                  </a:lnTo>
                  <a:lnTo>
                    <a:pt x="94" y="118"/>
                  </a:lnTo>
                  <a:lnTo>
                    <a:pt x="112" y="98"/>
                  </a:lnTo>
                  <a:lnTo>
                    <a:pt x="134" y="82"/>
                  </a:lnTo>
                  <a:lnTo>
                    <a:pt x="134" y="82"/>
                  </a:lnTo>
                  <a:lnTo>
                    <a:pt x="144" y="76"/>
                  </a:lnTo>
                  <a:lnTo>
                    <a:pt x="144" y="76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54" y="70"/>
                  </a:lnTo>
                  <a:lnTo>
                    <a:pt x="162" y="66"/>
                  </a:lnTo>
                  <a:lnTo>
                    <a:pt x="162" y="66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6" y="64"/>
                  </a:lnTo>
                  <a:lnTo>
                    <a:pt x="166" y="64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82" y="60"/>
                  </a:lnTo>
                  <a:lnTo>
                    <a:pt x="196" y="56"/>
                  </a:lnTo>
                  <a:lnTo>
                    <a:pt x="196" y="56"/>
                  </a:lnTo>
                  <a:lnTo>
                    <a:pt x="202" y="56"/>
                  </a:lnTo>
                  <a:lnTo>
                    <a:pt x="202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40" y="54"/>
                  </a:lnTo>
                  <a:lnTo>
                    <a:pt x="240" y="54"/>
                  </a:lnTo>
                  <a:lnTo>
                    <a:pt x="242" y="54"/>
                  </a:lnTo>
                  <a:lnTo>
                    <a:pt x="242" y="54"/>
                  </a:lnTo>
                  <a:lnTo>
                    <a:pt x="270" y="56"/>
                  </a:lnTo>
                  <a:lnTo>
                    <a:pt x="300" y="62"/>
                  </a:lnTo>
                  <a:lnTo>
                    <a:pt x="300" y="62"/>
                  </a:lnTo>
                  <a:lnTo>
                    <a:pt x="304" y="64"/>
                  </a:lnTo>
                  <a:lnTo>
                    <a:pt x="304" y="64"/>
                  </a:lnTo>
                  <a:lnTo>
                    <a:pt x="316" y="68"/>
                  </a:lnTo>
                  <a:lnTo>
                    <a:pt x="316" y="68"/>
                  </a:lnTo>
                  <a:lnTo>
                    <a:pt x="324" y="70"/>
                  </a:lnTo>
                  <a:lnTo>
                    <a:pt x="324" y="70"/>
                  </a:lnTo>
                  <a:lnTo>
                    <a:pt x="330" y="72"/>
                  </a:lnTo>
                  <a:lnTo>
                    <a:pt x="330" y="72"/>
                  </a:lnTo>
                  <a:lnTo>
                    <a:pt x="344" y="78"/>
                  </a:lnTo>
                  <a:lnTo>
                    <a:pt x="344" y="78"/>
                  </a:lnTo>
                  <a:lnTo>
                    <a:pt x="364" y="86"/>
                  </a:lnTo>
                  <a:lnTo>
                    <a:pt x="364" y="86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74" y="92"/>
                  </a:lnTo>
                  <a:lnTo>
                    <a:pt x="374" y="92"/>
                  </a:lnTo>
                  <a:lnTo>
                    <a:pt x="376" y="94"/>
                  </a:lnTo>
                  <a:lnTo>
                    <a:pt x="376" y="94"/>
                  </a:lnTo>
                  <a:lnTo>
                    <a:pt x="382" y="96"/>
                  </a:lnTo>
                  <a:lnTo>
                    <a:pt x="382" y="96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398" y="104"/>
                  </a:lnTo>
                  <a:lnTo>
                    <a:pt x="430" y="126"/>
                  </a:lnTo>
                  <a:lnTo>
                    <a:pt x="464" y="150"/>
                  </a:lnTo>
                  <a:lnTo>
                    <a:pt x="496" y="176"/>
                  </a:lnTo>
                  <a:lnTo>
                    <a:pt x="526" y="206"/>
                  </a:lnTo>
                  <a:lnTo>
                    <a:pt x="556" y="238"/>
                  </a:lnTo>
                  <a:lnTo>
                    <a:pt x="586" y="272"/>
                  </a:lnTo>
                  <a:lnTo>
                    <a:pt x="614" y="308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40" y="346"/>
                  </a:lnTo>
                  <a:lnTo>
                    <a:pt x="654" y="368"/>
                  </a:lnTo>
                  <a:lnTo>
                    <a:pt x="654" y="368"/>
                  </a:lnTo>
                  <a:lnTo>
                    <a:pt x="666" y="388"/>
                  </a:lnTo>
                  <a:lnTo>
                    <a:pt x="666" y="388"/>
                  </a:lnTo>
                  <a:lnTo>
                    <a:pt x="678" y="410"/>
                  </a:lnTo>
                  <a:lnTo>
                    <a:pt x="678" y="410"/>
                  </a:lnTo>
                  <a:lnTo>
                    <a:pt x="688" y="428"/>
                  </a:lnTo>
                  <a:lnTo>
                    <a:pt x="688" y="428"/>
                  </a:lnTo>
                  <a:lnTo>
                    <a:pt x="692" y="434"/>
                  </a:lnTo>
                  <a:lnTo>
                    <a:pt x="692" y="434"/>
                  </a:lnTo>
                  <a:lnTo>
                    <a:pt x="700" y="450"/>
                  </a:lnTo>
                  <a:lnTo>
                    <a:pt x="702" y="454"/>
                  </a:lnTo>
                  <a:lnTo>
                    <a:pt x="702" y="454"/>
                  </a:lnTo>
                  <a:lnTo>
                    <a:pt x="726" y="510"/>
                  </a:lnTo>
                  <a:lnTo>
                    <a:pt x="746" y="566"/>
                  </a:lnTo>
                  <a:lnTo>
                    <a:pt x="760" y="622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2" y="676"/>
                  </a:lnTo>
                  <a:lnTo>
                    <a:pt x="774" y="692"/>
                  </a:lnTo>
                  <a:lnTo>
                    <a:pt x="774" y="692"/>
                  </a:lnTo>
                  <a:lnTo>
                    <a:pt x="774" y="702"/>
                  </a:lnTo>
                  <a:lnTo>
                    <a:pt x="774" y="702"/>
                  </a:lnTo>
                  <a:lnTo>
                    <a:pt x="776" y="718"/>
                  </a:lnTo>
                  <a:lnTo>
                    <a:pt x="776" y="720"/>
                  </a:lnTo>
                  <a:lnTo>
                    <a:pt x="776" y="720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38"/>
                  </a:lnTo>
                  <a:lnTo>
                    <a:pt x="778" y="743"/>
                  </a:lnTo>
                  <a:lnTo>
                    <a:pt x="778" y="743"/>
                  </a:lnTo>
                  <a:lnTo>
                    <a:pt x="778" y="761"/>
                  </a:lnTo>
                  <a:lnTo>
                    <a:pt x="778" y="761"/>
                  </a:lnTo>
                  <a:lnTo>
                    <a:pt x="778" y="779"/>
                  </a:lnTo>
                  <a:lnTo>
                    <a:pt x="778" y="77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1" name="Freeform 60"/>
            <p:cNvSpPr>
              <a:spLocks noEditPoints="1"/>
            </p:cNvSpPr>
            <p:nvPr/>
          </p:nvSpPr>
          <p:spPr bwMode="auto">
            <a:xfrm>
              <a:off x="6924540" y="3498881"/>
              <a:ext cx="97575" cy="126906"/>
            </a:xfrm>
            <a:custGeom>
              <a:avLst/>
              <a:gdLst>
                <a:gd name="T0" fmla="*/ 662 w 662"/>
                <a:gd name="T1" fmla="*/ 596 h 861"/>
                <a:gd name="T2" fmla="*/ 658 w 662"/>
                <a:gd name="T3" fmla="*/ 560 h 861"/>
                <a:gd name="T4" fmla="*/ 594 w 662"/>
                <a:gd name="T5" fmla="*/ 360 h 861"/>
                <a:gd name="T6" fmla="*/ 582 w 662"/>
                <a:gd name="T7" fmla="*/ 336 h 861"/>
                <a:gd name="T8" fmla="*/ 552 w 662"/>
                <a:gd name="T9" fmla="*/ 282 h 861"/>
                <a:gd name="T10" fmla="*/ 464 w 662"/>
                <a:gd name="T11" fmla="*/ 164 h 861"/>
                <a:gd name="T12" fmla="*/ 320 w 662"/>
                <a:gd name="T13" fmla="*/ 46 h 861"/>
                <a:gd name="T14" fmla="*/ 302 w 662"/>
                <a:gd name="T15" fmla="*/ 36 h 861"/>
                <a:gd name="T16" fmla="*/ 290 w 662"/>
                <a:gd name="T17" fmla="*/ 30 h 861"/>
                <a:gd name="T18" fmla="*/ 254 w 662"/>
                <a:gd name="T19" fmla="*/ 14 h 861"/>
                <a:gd name="T20" fmla="*/ 232 w 662"/>
                <a:gd name="T21" fmla="*/ 8 h 861"/>
                <a:gd name="T22" fmla="*/ 172 w 662"/>
                <a:gd name="T23" fmla="*/ 0 h 861"/>
                <a:gd name="T24" fmla="*/ 128 w 662"/>
                <a:gd name="T25" fmla="*/ 4 h 861"/>
                <a:gd name="T26" fmla="*/ 114 w 662"/>
                <a:gd name="T27" fmla="*/ 8 h 861"/>
                <a:gd name="T28" fmla="*/ 108 w 662"/>
                <a:gd name="T29" fmla="*/ 12 h 861"/>
                <a:gd name="T30" fmla="*/ 92 w 662"/>
                <a:gd name="T31" fmla="*/ 18 h 861"/>
                <a:gd name="T32" fmla="*/ 34 w 662"/>
                <a:gd name="T33" fmla="*/ 80 h 861"/>
                <a:gd name="T34" fmla="*/ 0 w 662"/>
                <a:gd name="T35" fmla="*/ 224 h 861"/>
                <a:gd name="T36" fmla="*/ 50 w 662"/>
                <a:gd name="T37" fmla="*/ 460 h 861"/>
                <a:gd name="T38" fmla="*/ 110 w 662"/>
                <a:gd name="T39" fmla="*/ 578 h 861"/>
                <a:gd name="T40" fmla="*/ 248 w 662"/>
                <a:gd name="T41" fmla="*/ 747 h 861"/>
                <a:gd name="T42" fmla="*/ 402 w 662"/>
                <a:gd name="T43" fmla="*/ 845 h 861"/>
                <a:gd name="T44" fmla="*/ 560 w 662"/>
                <a:gd name="T45" fmla="*/ 847 h 861"/>
                <a:gd name="T46" fmla="*/ 576 w 662"/>
                <a:gd name="T47" fmla="*/ 839 h 861"/>
                <a:gd name="T48" fmla="*/ 594 w 662"/>
                <a:gd name="T49" fmla="*/ 825 h 861"/>
                <a:gd name="T50" fmla="*/ 652 w 662"/>
                <a:gd name="T51" fmla="*/ 725 h 861"/>
                <a:gd name="T52" fmla="*/ 660 w 662"/>
                <a:gd name="T53" fmla="*/ 689 h 861"/>
                <a:gd name="T54" fmla="*/ 662 w 662"/>
                <a:gd name="T55" fmla="*/ 671 h 861"/>
                <a:gd name="T56" fmla="*/ 662 w 662"/>
                <a:gd name="T57" fmla="*/ 653 h 861"/>
                <a:gd name="T58" fmla="*/ 630 w 662"/>
                <a:gd name="T59" fmla="*/ 630 h 861"/>
                <a:gd name="T60" fmla="*/ 628 w 662"/>
                <a:gd name="T61" fmla="*/ 647 h 861"/>
                <a:gd name="T62" fmla="*/ 626 w 662"/>
                <a:gd name="T63" fmla="*/ 659 h 861"/>
                <a:gd name="T64" fmla="*/ 624 w 662"/>
                <a:gd name="T65" fmla="*/ 675 h 861"/>
                <a:gd name="T66" fmla="*/ 580 w 662"/>
                <a:gd name="T67" fmla="*/ 775 h 861"/>
                <a:gd name="T68" fmla="*/ 550 w 662"/>
                <a:gd name="T69" fmla="*/ 799 h 861"/>
                <a:gd name="T70" fmla="*/ 538 w 662"/>
                <a:gd name="T71" fmla="*/ 805 h 861"/>
                <a:gd name="T72" fmla="*/ 422 w 662"/>
                <a:gd name="T73" fmla="*/ 811 h 861"/>
                <a:gd name="T74" fmla="*/ 284 w 662"/>
                <a:gd name="T75" fmla="*/ 739 h 861"/>
                <a:gd name="T76" fmla="*/ 132 w 662"/>
                <a:gd name="T77" fmla="*/ 564 h 861"/>
                <a:gd name="T78" fmla="*/ 94 w 662"/>
                <a:gd name="T79" fmla="*/ 494 h 861"/>
                <a:gd name="T80" fmla="*/ 34 w 662"/>
                <a:gd name="T81" fmla="*/ 278 h 861"/>
                <a:gd name="T82" fmla="*/ 52 w 662"/>
                <a:gd name="T83" fmla="*/ 136 h 861"/>
                <a:gd name="T84" fmla="*/ 116 w 662"/>
                <a:gd name="T85" fmla="*/ 60 h 861"/>
                <a:gd name="T86" fmla="*/ 130 w 662"/>
                <a:gd name="T87" fmla="*/ 54 h 861"/>
                <a:gd name="T88" fmla="*/ 136 w 662"/>
                <a:gd name="T89" fmla="*/ 50 h 861"/>
                <a:gd name="T90" fmla="*/ 148 w 662"/>
                <a:gd name="T91" fmla="*/ 48 h 861"/>
                <a:gd name="T92" fmla="*/ 188 w 662"/>
                <a:gd name="T93" fmla="*/ 42 h 861"/>
                <a:gd name="T94" fmla="*/ 218 w 662"/>
                <a:gd name="T95" fmla="*/ 44 h 861"/>
                <a:gd name="T96" fmla="*/ 256 w 662"/>
                <a:gd name="T97" fmla="*/ 54 h 861"/>
                <a:gd name="T98" fmla="*/ 278 w 662"/>
                <a:gd name="T99" fmla="*/ 62 h 861"/>
                <a:gd name="T100" fmla="*/ 302 w 662"/>
                <a:gd name="T101" fmla="*/ 74 h 861"/>
                <a:gd name="T102" fmla="*/ 322 w 662"/>
                <a:gd name="T103" fmla="*/ 84 h 861"/>
                <a:gd name="T104" fmla="*/ 426 w 662"/>
                <a:gd name="T105" fmla="*/ 166 h 861"/>
                <a:gd name="T106" fmla="*/ 518 w 662"/>
                <a:gd name="T107" fmla="*/ 280 h 861"/>
                <a:gd name="T108" fmla="*/ 550 w 662"/>
                <a:gd name="T109" fmla="*/ 330 h 861"/>
                <a:gd name="T110" fmla="*/ 568 w 662"/>
                <a:gd name="T111" fmla="*/ 368 h 861"/>
                <a:gd name="T112" fmla="*/ 624 w 662"/>
                <a:gd name="T113" fmla="*/ 548 h 861"/>
                <a:gd name="T114" fmla="*/ 628 w 662"/>
                <a:gd name="T115" fmla="*/ 580 h 861"/>
                <a:gd name="T116" fmla="*/ 630 w 662"/>
                <a:gd name="T117" fmla="*/ 60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2" h="861">
                  <a:moveTo>
                    <a:pt x="662" y="616"/>
                  </a:moveTo>
                  <a:lnTo>
                    <a:pt x="662" y="616"/>
                  </a:lnTo>
                  <a:lnTo>
                    <a:pt x="662" y="614"/>
                  </a:lnTo>
                  <a:lnTo>
                    <a:pt x="662" y="614"/>
                  </a:lnTo>
                  <a:lnTo>
                    <a:pt x="662" y="598"/>
                  </a:lnTo>
                  <a:lnTo>
                    <a:pt x="662" y="596"/>
                  </a:lnTo>
                  <a:lnTo>
                    <a:pt x="662" y="596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58" y="574"/>
                  </a:lnTo>
                  <a:lnTo>
                    <a:pt x="658" y="574"/>
                  </a:lnTo>
                  <a:lnTo>
                    <a:pt x="658" y="560"/>
                  </a:lnTo>
                  <a:lnTo>
                    <a:pt x="656" y="560"/>
                  </a:lnTo>
                  <a:lnTo>
                    <a:pt x="656" y="560"/>
                  </a:lnTo>
                  <a:lnTo>
                    <a:pt x="648" y="510"/>
                  </a:lnTo>
                  <a:lnTo>
                    <a:pt x="634" y="460"/>
                  </a:lnTo>
                  <a:lnTo>
                    <a:pt x="616" y="410"/>
                  </a:lnTo>
                  <a:lnTo>
                    <a:pt x="594" y="360"/>
                  </a:lnTo>
                  <a:lnTo>
                    <a:pt x="592" y="356"/>
                  </a:lnTo>
                  <a:lnTo>
                    <a:pt x="592" y="356"/>
                  </a:lnTo>
                  <a:lnTo>
                    <a:pt x="586" y="342"/>
                  </a:lnTo>
                  <a:lnTo>
                    <a:pt x="586" y="342"/>
                  </a:lnTo>
                  <a:lnTo>
                    <a:pt x="582" y="336"/>
                  </a:lnTo>
                  <a:lnTo>
                    <a:pt x="582" y="336"/>
                  </a:lnTo>
                  <a:lnTo>
                    <a:pt x="574" y="320"/>
                  </a:lnTo>
                  <a:lnTo>
                    <a:pt x="574" y="320"/>
                  </a:lnTo>
                  <a:lnTo>
                    <a:pt x="562" y="300"/>
                  </a:lnTo>
                  <a:lnTo>
                    <a:pt x="562" y="300"/>
                  </a:lnTo>
                  <a:lnTo>
                    <a:pt x="552" y="282"/>
                  </a:lnTo>
                  <a:lnTo>
                    <a:pt x="552" y="28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40" y="262"/>
                  </a:lnTo>
                  <a:lnTo>
                    <a:pt x="516" y="228"/>
                  </a:lnTo>
                  <a:lnTo>
                    <a:pt x="490" y="196"/>
                  </a:lnTo>
                  <a:lnTo>
                    <a:pt x="464" y="164"/>
                  </a:lnTo>
                  <a:lnTo>
                    <a:pt x="436" y="136"/>
                  </a:lnTo>
                  <a:lnTo>
                    <a:pt x="408" y="110"/>
                  </a:lnTo>
                  <a:lnTo>
                    <a:pt x="380" y="86"/>
                  </a:lnTo>
                  <a:lnTo>
                    <a:pt x="350" y="64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20" y="46"/>
                  </a:lnTo>
                  <a:lnTo>
                    <a:pt x="306" y="38"/>
                  </a:lnTo>
                  <a:lnTo>
                    <a:pt x="306" y="38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298" y="34"/>
                  </a:lnTo>
                  <a:lnTo>
                    <a:pt x="298" y="34"/>
                  </a:lnTo>
                  <a:lnTo>
                    <a:pt x="292" y="30"/>
                  </a:lnTo>
                  <a:lnTo>
                    <a:pt x="292" y="30"/>
                  </a:lnTo>
                  <a:lnTo>
                    <a:pt x="290" y="30"/>
                  </a:lnTo>
                  <a:lnTo>
                    <a:pt x="290" y="30"/>
                  </a:lnTo>
                  <a:lnTo>
                    <a:pt x="272" y="22"/>
                  </a:lnTo>
                  <a:lnTo>
                    <a:pt x="272" y="22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4" y="14"/>
                  </a:lnTo>
                  <a:lnTo>
                    <a:pt x="254" y="14"/>
                  </a:lnTo>
                  <a:lnTo>
                    <a:pt x="248" y="12"/>
                  </a:lnTo>
                  <a:lnTo>
                    <a:pt x="248" y="12"/>
                  </a:lnTo>
                  <a:lnTo>
                    <a:pt x="238" y="10"/>
                  </a:lnTo>
                  <a:lnTo>
                    <a:pt x="238" y="10"/>
                  </a:lnTo>
                  <a:lnTo>
                    <a:pt x="232" y="8"/>
                  </a:lnTo>
                  <a:lnTo>
                    <a:pt x="232" y="8"/>
                  </a:lnTo>
                  <a:lnTo>
                    <a:pt x="206" y="2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40" y="2"/>
                  </a:lnTo>
                  <a:lnTo>
                    <a:pt x="140" y="2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6" y="6"/>
                  </a:lnTo>
                  <a:lnTo>
                    <a:pt x="126" y="6"/>
                  </a:lnTo>
                  <a:lnTo>
                    <a:pt x="122" y="6"/>
                  </a:lnTo>
                  <a:lnTo>
                    <a:pt x="122" y="6"/>
                  </a:lnTo>
                  <a:lnTo>
                    <a:pt x="114" y="8"/>
                  </a:lnTo>
                  <a:lnTo>
                    <a:pt x="114" y="8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12" y="10"/>
                  </a:lnTo>
                  <a:lnTo>
                    <a:pt x="108" y="12"/>
                  </a:lnTo>
                  <a:lnTo>
                    <a:pt x="108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92" y="18"/>
                  </a:lnTo>
                  <a:lnTo>
                    <a:pt x="92" y="18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4" y="40"/>
                  </a:lnTo>
                  <a:lnTo>
                    <a:pt x="48" y="58"/>
                  </a:lnTo>
                  <a:lnTo>
                    <a:pt x="34" y="80"/>
                  </a:lnTo>
                  <a:lnTo>
                    <a:pt x="22" y="104"/>
                  </a:lnTo>
                  <a:lnTo>
                    <a:pt x="12" y="130"/>
                  </a:lnTo>
                  <a:lnTo>
                    <a:pt x="6" y="160"/>
                  </a:lnTo>
                  <a:lnTo>
                    <a:pt x="2" y="190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62"/>
                  </a:lnTo>
                  <a:lnTo>
                    <a:pt x="6" y="300"/>
                  </a:lnTo>
                  <a:lnTo>
                    <a:pt x="12" y="340"/>
                  </a:lnTo>
                  <a:lnTo>
                    <a:pt x="22" y="380"/>
                  </a:lnTo>
                  <a:lnTo>
                    <a:pt x="36" y="420"/>
                  </a:lnTo>
                  <a:lnTo>
                    <a:pt x="50" y="460"/>
                  </a:lnTo>
                  <a:lnTo>
                    <a:pt x="68" y="500"/>
                  </a:lnTo>
                  <a:lnTo>
                    <a:pt x="88" y="540"/>
                  </a:lnTo>
                  <a:lnTo>
                    <a:pt x="88" y="540"/>
                  </a:lnTo>
                  <a:lnTo>
                    <a:pt x="100" y="560"/>
                  </a:lnTo>
                  <a:lnTo>
                    <a:pt x="100" y="560"/>
                  </a:lnTo>
                  <a:lnTo>
                    <a:pt x="110" y="578"/>
                  </a:lnTo>
                  <a:lnTo>
                    <a:pt x="110" y="578"/>
                  </a:lnTo>
                  <a:lnTo>
                    <a:pt x="136" y="616"/>
                  </a:lnTo>
                  <a:lnTo>
                    <a:pt x="162" y="653"/>
                  </a:lnTo>
                  <a:lnTo>
                    <a:pt x="190" y="687"/>
                  </a:lnTo>
                  <a:lnTo>
                    <a:pt x="218" y="717"/>
                  </a:lnTo>
                  <a:lnTo>
                    <a:pt x="248" y="747"/>
                  </a:lnTo>
                  <a:lnTo>
                    <a:pt x="278" y="773"/>
                  </a:lnTo>
                  <a:lnTo>
                    <a:pt x="310" y="795"/>
                  </a:lnTo>
                  <a:lnTo>
                    <a:pt x="342" y="815"/>
                  </a:lnTo>
                  <a:lnTo>
                    <a:pt x="342" y="815"/>
                  </a:lnTo>
                  <a:lnTo>
                    <a:pt x="372" y="831"/>
                  </a:lnTo>
                  <a:lnTo>
                    <a:pt x="402" y="845"/>
                  </a:lnTo>
                  <a:lnTo>
                    <a:pt x="432" y="853"/>
                  </a:lnTo>
                  <a:lnTo>
                    <a:pt x="460" y="859"/>
                  </a:lnTo>
                  <a:lnTo>
                    <a:pt x="488" y="861"/>
                  </a:lnTo>
                  <a:lnTo>
                    <a:pt x="512" y="861"/>
                  </a:lnTo>
                  <a:lnTo>
                    <a:pt x="538" y="855"/>
                  </a:lnTo>
                  <a:lnTo>
                    <a:pt x="560" y="847"/>
                  </a:lnTo>
                  <a:lnTo>
                    <a:pt x="560" y="847"/>
                  </a:lnTo>
                  <a:lnTo>
                    <a:pt x="570" y="841"/>
                  </a:lnTo>
                  <a:lnTo>
                    <a:pt x="570" y="841"/>
                  </a:lnTo>
                  <a:lnTo>
                    <a:pt x="574" y="839"/>
                  </a:lnTo>
                  <a:lnTo>
                    <a:pt x="574" y="839"/>
                  </a:lnTo>
                  <a:lnTo>
                    <a:pt x="576" y="839"/>
                  </a:lnTo>
                  <a:lnTo>
                    <a:pt x="576" y="839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80" y="837"/>
                  </a:lnTo>
                  <a:lnTo>
                    <a:pt x="594" y="825"/>
                  </a:lnTo>
                  <a:lnTo>
                    <a:pt x="606" y="813"/>
                  </a:lnTo>
                  <a:lnTo>
                    <a:pt x="618" y="799"/>
                  </a:lnTo>
                  <a:lnTo>
                    <a:pt x="630" y="781"/>
                  </a:lnTo>
                  <a:lnTo>
                    <a:pt x="638" y="765"/>
                  </a:lnTo>
                  <a:lnTo>
                    <a:pt x="646" y="745"/>
                  </a:lnTo>
                  <a:lnTo>
                    <a:pt x="652" y="725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58" y="701"/>
                  </a:lnTo>
                  <a:lnTo>
                    <a:pt x="660" y="689"/>
                  </a:lnTo>
                  <a:lnTo>
                    <a:pt x="660" y="689"/>
                  </a:lnTo>
                  <a:lnTo>
                    <a:pt x="660" y="685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0" y="683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71"/>
                  </a:lnTo>
                  <a:lnTo>
                    <a:pt x="662" y="663"/>
                  </a:lnTo>
                  <a:lnTo>
                    <a:pt x="662" y="663"/>
                  </a:lnTo>
                  <a:lnTo>
                    <a:pt x="662" y="655"/>
                  </a:lnTo>
                  <a:lnTo>
                    <a:pt x="662" y="653"/>
                  </a:lnTo>
                  <a:lnTo>
                    <a:pt x="662" y="653"/>
                  </a:lnTo>
                  <a:lnTo>
                    <a:pt x="662" y="636"/>
                  </a:lnTo>
                  <a:lnTo>
                    <a:pt x="662" y="636"/>
                  </a:lnTo>
                  <a:lnTo>
                    <a:pt x="662" y="618"/>
                  </a:lnTo>
                  <a:lnTo>
                    <a:pt x="662" y="616"/>
                  </a:lnTo>
                  <a:close/>
                  <a:moveTo>
                    <a:pt x="630" y="630"/>
                  </a:moveTo>
                  <a:lnTo>
                    <a:pt x="630" y="632"/>
                  </a:lnTo>
                  <a:lnTo>
                    <a:pt x="630" y="632"/>
                  </a:lnTo>
                  <a:lnTo>
                    <a:pt x="628" y="638"/>
                  </a:lnTo>
                  <a:lnTo>
                    <a:pt x="628" y="638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8" y="647"/>
                  </a:lnTo>
                  <a:lnTo>
                    <a:pt x="626" y="657"/>
                  </a:lnTo>
                  <a:lnTo>
                    <a:pt x="626" y="657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59"/>
                  </a:lnTo>
                  <a:lnTo>
                    <a:pt x="626" y="663"/>
                  </a:lnTo>
                  <a:lnTo>
                    <a:pt x="626" y="663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4" y="675"/>
                  </a:lnTo>
                  <a:lnTo>
                    <a:pt x="620" y="695"/>
                  </a:lnTo>
                  <a:lnTo>
                    <a:pt x="614" y="713"/>
                  </a:lnTo>
                  <a:lnTo>
                    <a:pt x="608" y="731"/>
                  </a:lnTo>
                  <a:lnTo>
                    <a:pt x="600" y="747"/>
                  </a:lnTo>
                  <a:lnTo>
                    <a:pt x="590" y="761"/>
                  </a:lnTo>
                  <a:lnTo>
                    <a:pt x="580" y="775"/>
                  </a:lnTo>
                  <a:lnTo>
                    <a:pt x="568" y="78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4" y="795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50" y="799"/>
                  </a:lnTo>
                  <a:lnTo>
                    <a:pt x="546" y="801"/>
                  </a:lnTo>
                  <a:lnTo>
                    <a:pt x="546" y="801"/>
                  </a:lnTo>
                  <a:lnTo>
                    <a:pt x="538" y="805"/>
                  </a:lnTo>
                  <a:lnTo>
                    <a:pt x="538" y="805"/>
                  </a:lnTo>
                  <a:lnTo>
                    <a:pt x="516" y="813"/>
                  </a:lnTo>
                  <a:lnTo>
                    <a:pt x="494" y="817"/>
                  </a:lnTo>
                  <a:lnTo>
                    <a:pt x="472" y="819"/>
                  </a:lnTo>
                  <a:lnTo>
                    <a:pt x="448" y="817"/>
                  </a:lnTo>
                  <a:lnTo>
                    <a:pt x="422" y="811"/>
                  </a:lnTo>
                  <a:lnTo>
                    <a:pt x="396" y="803"/>
                  </a:lnTo>
                  <a:lnTo>
                    <a:pt x="368" y="791"/>
                  </a:lnTo>
                  <a:lnTo>
                    <a:pt x="340" y="777"/>
                  </a:lnTo>
                  <a:lnTo>
                    <a:pt x="340" y="777"/>
                  </a:lnTo>
                  <a:lnTo>
                    <a:pt x="312" y="759"/>
                  </a:lnTo>
                  <a:lnTo>
                    <a:pt x="284" y="739"/>
                  </a:lnTo>
                  <a:lnTo>
                    <a:pt x="256" y="715"/>
                  </a:lnTo>
                  <a:lnTo>
                    <a:pt x="230" y="689"/>
                  </a:lnTo>
                  <a:lnTo>
                    <a:pt x="204" y="661"/>
                  </a:lnTo>
                  <a:lnTo>
                    <a:pt x="178" y="630"/>
                  </a:lnTo>
                  <a:lnTo>
                    <a:pt x="156" y="598"/>
                  </a:lnTo>
                  <a:lnTo>
                    <a:pt x="132" y="564"/>
                  </a:lnTo>
                  <a:lnTo>
                    <a:pt x="132" y="564"/>
                  </a:lnTo>
                  <a:lnTo>
                    <a:pt x="122" y="546"/>
                  </a:lnTo>
                  <a:lnTo>
                    <a:pt x="122" y="546"/>
                  </a:lnTo>
                  <a:lnTo>
                    <a:pt x="114" y="530"/>
                  </a:lnTo>
                  <a:lnTo>
                    <a:pt x="114" y="530"/>
                  </a:lnTo>
                  <a:lnTo>
                    <a:pt x="94" y="494"/>
                  </a:lnTo>
                  <a:lnTo>
                    <a:pt x="78" y="458"/>
                  </a:lnTo>
                  <a:lnTo>
                    <a:pt x="64" y="420"/>
                  </a:lnTo>
                  <a:lnTo>
                    <a:pt x="54" y="384"/>
                  </a:lnTo>
                  <a:lnTo>
                    <a:pt x="44" y="348"/>
                  </a:lnTo>
                  <a:lnTo>
                    <a:pt x="38" y="314"/>
                  </a:lnTo>
                  <a:lnTo>
                    <a:pt x="34" y="278"/>
                  </a:lnTo>
                  <a:lnTo>
                    <a:pt x="32" y="246"/>
                  </a:lnTo>
                  <a:lnTo>
                    <a:pt x="32" y="246"/>
                  </a:lnTo>
                  <a:lnTo>
                    <a:pt x="34" y="214"/>
                  </a:lnTo>
                  <a:lnTo>
                    <a:pt x="38" y="186"/>
                  </a:lnTo>
                  <a:lnTo>
                    <a:pt x="44" y="160"/>
                  </a:lnTo>
                  <a:lnTo>
                    <a:pt x="52" y="136"/>
                  </a:lnTo>
                  <a:lnTo>
                    <a:pt x="62" y="114"/>
                  </a:lnTo>
                  <a:lnTo>
                    <a:pt x="76" y="96"/>
                  </a:lnTo>
                  <a:lnTo>
                    <a:pt x="90" y="78"/>
                  </a:lnTo>
                  <a:lnTo>
                    <a:pt x="108" y="66"/>
                  </a:lnTo>
                  <a:lnTo>
                    <a:pt x="108" y="66"/>
                  </a:lnTo>
                  <a:lnTo>
                    <a:pt x="116" y="60"/>
                  </a:lnTo>
                  <a:lnTo>
                    <a:pt x="116" y="60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26" y="56"/>
                  </a:lnTo>
                  <a:lnTo>
                    <a:pt x="130" y="54"/>
                  </a:lnTo>
                  <a:lnTo>
                    <a:pt x="130" y="54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6" y="50"/>
                  </a:lnTo>
                  <a:lnTo>
                    <a:pt x="142" y="48"/>
                  </a:lnTo>
                  <a:lnTo>
                    <a:pt x="142" y="48"/>
                  </a:lnTo>
                  <a:lnTo>
                    <a:pt x="146" y="48"/>
                  </a:lnTo>
                  <a:lnTo>
                    <a:pt x="146" y="48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60" y="44"/>
                  </a:lnTo>
                  <a:lnTo>
                    <a:pt x="160" y="44"/>
                  </a:lnTo>
                  <a:lnTo>
                    <a:pt x="164" y="44"/>
                  </a:lnTo>
                  <a:lnTo>
                    <a:pt x="164" y="44"/>
                  </a:lnTo>
                  <a:lnTo>
                    <a:pt x="188" y="42"/>
                  </a:lnTo>
                  <a:lnTo>
                    <a:pt x="188" y="42"/>
                  </a:lnTo>
                  <a:lnTo>
                    <a:pt x="194" y="42"/>
                  </a:lnTo>
                  <a:lnTo>
                    <a:pt x="194" y="42"/>
                  </a:lnTo>
                  <a:lnTo>
                    <a:pt x="196" y="42"/>
                  </a:lnTo>
                  <a:lnTo>
                    <a:pt x="196" y="42"/>
                  </a:lnTo>
                  <a:lnTo>
                    <a:pt x="218" y="44"/>
                  </a:lnTo>
                  <a:lnTo>
                    <a:pt x="242" y="50"/>
                  </a:lnTo>
                  <a:lnTo>
                    <a:pt x="242" y="50"/>
                  </a:lnTo>
                  <a:lnTo>
                    <a:pt x="246" y="52"/>
                  </a:lnTo>
                  <a:lnTo>
                    <a:pt x="246" y="52"/>
                  </a:lnTo>
                  <a:lnTo>
                    <a:pt x="256" y="54"/>
                  </a:lnTo>
                  <a:lnTo>
                    <a:pt x="256" y="54"/>
                  </a:lnTo>
                  <a:lnTo>
                    <a:pt x="262" y="56"/>
                  </a:lnTo>
                  <a:lnTo>
                    <a:pt x="262" y="56"/>
                  </a:lnTo>
                  <a:lnTo>
                    <a:pt x="268" y="58"/>
                  </a:lnTo>
                  <a:lnTo>
                    <a:pt x="268" y="58"/>
                  </a:lnTo>
                  <a:lnTo>
                    <a:pt x="278" y="62"/>
                  </a:lnTo>
                  <a:lnTo>
                    <a:pt x="278" y="62"/>
                  </a:lnTo>
                  <a:lnTo>
                    <a:pt x="294" y="70"/>
                  </a:lnTo>
                  <a:lnTo>
                    <a:pt x="294" y="70"/>
                  </a:lnTo>
                  <a:lnTo>
                    <a:pt x="296" y="70"/>
                  </a:lnTo>
                  <a:lnTo>
                    <a:pt x="296" y="70"/>
                  </a:lnTo>
                  <a:lnTo>
                    <a:pt x="302" y="74"/>
                  </a:lnTo>
                  <a:lnTo>
                    <a:pt x="302" y="74"/>
                  </a:lnTo>
                  <a:lnTo>
                    <a:pt x="306" y="74"/>
                  </a:lnTo>
                  <a:lnTo>
                    <a:pt x="306" y="74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22" y="84"/>
                  </a:lnTo>
                  <a:lnTo>
                    <a:pt x="348" y="100"/>
                  </a:lnTo>
                  <a:lnTo>
                    <a:pt x="374" y="120"/>
                  </a:lnTo>
                  <a:lnTo>
                    <a:pt x="400" y="142"/>
                  </a:lnTo>
                  <a:lnTo>
                    <a:pt x="426" y="166"/>
                  </a:lnTo>
                  <a:lnTo>
                    <a:pt x="450" y="192"/>
                  </a:lnTo>
                  <a:lnTo>
                    <a:pt x="474" y="218"/>
                  </a:lnTo>
                  <a:lnTo>
                    <a:pt x="498" y="248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18" y="280"/>
                  </a:lnTo>
                  <a:lnTo>
                    <a:pt x="530" y="296"/>
                  </a:lnTo>
                  <a:lnTo>
                    <a:pt x="530" y="296"/>
                  </a:lnTo>
                  <a:lnTo>
                    <a:pt x="540" y="314"/>
                  </a:lnTo>
                  <a:lnTo>
                    <a:pt x="540" y="314"/>
                  </a:lnTo>
                  <a:lnTo>
                    <a:pt x="550" y="330"/>
                  </a:lnTo>
                  <a:lnTo>
                    <a:pt x="550" y="330"/>
                  </a:lnTo>
                  <a:lnTo>
                    <a:pt x="556" y="346"/>
                  </a:lnTo>
                  <a:lnTo>
                    <a:pt x="556" y="346"/>
                  </a:lnTo>
                  <a:lnTo>
                    <a:pt x="560" y="352"/>
                  </a:lnTo>
                  <a:lnTo>
                    <a:pt x="560" y="352"/>
                  </a:lnTo>
                  <a:lnTo>
                    <a:pt x="566" y="364"/>
                  </a:lnTo>
                  <a:lnTo>
                    <a:pt x="568" y="368"/>
                  </a:lnTo>
                  <a:lnTo>
                    <a:pt x="568" y="368"/>
                  </a:lnTo>
                  <a:lnTo>
                    <a:pt x="588" y="412"/>
                  </a:lnTo>
                  <a:lnTo>
                    <a:pt x="604" y="458"/>
                  </a:lnTo>
                  <a:lnTo>
                    <a:pt x="616" y="502"/>
                  </a:lnTo>
                  <a:lnTo>
                    <a:pt x="624" y="546"/>
                  </a:lnTo>
                  <a:lnTo>
                    <a:pt x="624" y="548"/>
                  </a:lnTo>
                  <a:lnTo>
                    <a:pt x="624" y="548"/>
                  </a:lnTo>
                  <a:lnTo>
                    <a:pt x="626" y="560"/>
                  </a:lnTo>
                  <a:lnTo>
                    <a:pt x="626" y="560"/>
                  </a:lnTo>
                  <a:lnTo>
                    <a:pt x="626" y="568"/>
                  </a:lnTo>
                  <a:lnTo>
                    <a:pt x="626" y="568"/>
                  </a:lnTo>
                  <a:lnTo>
                    <a:pt x="628" y="580"/>
                  </a:lnTo>
                  <a:lnTo>
                    <a:pt x="628" y="582"/>
                  </a:lnTo>
                  <a:lnTo>
                    <a:pt x="628" y="582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596"/>
                  </a:lnTo>
                  <a:lnTo>
                    <a:pt x="630" y="600"/>
                  </a:lnTo>
                  <a:lnTo>
                    <a:pt x="630" y="600"/>
                  </a:lnTo>
                  <a:lnTo>
                    <a:pt x="630" y="614"/>
                  </a:lnTo>
                  <a:lnTo>
                    <a:pt x="630" y="614"/>
                  </a:lnTo>
                  <a:lnTo>
                    <a:pt x="630" y="630"/>
                  </a:lnTo>
                  <a:lnTo>
                    <a:pt x="630" y="6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2" name="Freeform 61"/>
            <p:cNvSpPr>
              <a:spLocks noEditPoints="1"/>
            </p:cNvSpPr>
            <p:nvPr/>
          </p:nvSpPr>
          <p:spPr bwMode="auto">
            <a:xfrm>
              <a:off x="6933678" y="3510967"/>
              <a:ext cx="79298" cy="102734"/>
            </a:xfrm>
            <a:custGeom>
              <a:avLst/>
              <a:gdLst>
                <a:gd name="T0" fmla="*/ 536 w 538"/>
                <a:gd name="T1" fmla="*/ 484 h 697"/>
                <a:gd name="T2" fmla="*/ 534 w 538"/>
                <a:gd name="T3" fmla="*/ 454 h 697"/>
                <a:gd name="T4" fmla="*/ 482 w 538"/>
                <a:gd name="T5" fmla="*/ 292 h 697"/>
                <a:gd name="T6" fmla="*/ 472 w 538"/>
                <a:gd name="T7" fmla="*/ 272 h 697"/>
                <a:gd name="T8" fmla="*/ 448 w 538"/>
                <a:gd name="T9" fmla="*/ 228 h 697"/>
                <a:gd name="T10" fmla="*/ 376 w 538"/>
                <a:gd name="T11" fmla="*/ 134 h 697"/>
                <a:gd name="T12" fmla="*/ 260 w 538"/>
                <a:gd name="T13" fmla="*/ 36 h 697"/>
                <a:gd name="T14" fmla="*/ 246 w 538"/>
                <a:gd name="T15" fmla="*/ 28 h 697"/>
                <a:gd name="T16" fmla="*/ 236 w 538"/>
                <a:gd name="T17" fmla="*/ 24 h 697"/>
                <a:gd name="T18" fmla="*/ 208 w 538"/>
                <a:gd name="T19" fmla="*/ 12 h 697"/>
                <a:gd name="T20" fmla="*/ 190 w 538"/>
                <a:gd name="T21" fmla="*/ 6 h 697"/>
                <a:gd name="T22" fmla="*/ 140 w 538"/>
                <a:gd name="T23" fmla="*/ 0 h 697"/>
                <a:gd name="T24" fmla="*/ 104 w 538"/>
                <a:gd name="T25" fmla="*/ 4 h 697"/>
                <a:gd name="T26" fmla="*/ 94 w 538"/>
                <a:gd name="T27" fmla="*/ 6 h 697"/>
                <a:gd name="T28" fmla="*/ 88 w 538"/>
                <a:gd name="T29" fmla="*/ 8 h 697"/>
                <a:gd name="T30" fmla="*/ 76 w 538"/>
                <a:gd name="T31" fmla="*/ 16 h 697"/>
                <a:gd name="T32" fmla="*/ 28 w 538"/>
                <a:gd name="T33" fmla="*/ 64 h 697"/>
                <a:gd name="T34" fmla="*/ 0 w 538"/>
                <a:gd name="T35" fmla="*/ 182 h 697"/>
                <a:gd name="T36" fmla="*/ 42 w 538"/>
                <a:gd name="T37" fmla="*/ 372 h 697"/>
                <a:gd name="T38" fmla="*/ 90 w 538"/>
                <a:gd name="T39" fmla="*/ 468 h 697"/>
                <a:gd name="T40" fmla="*/ 202 w 538"/>
                <a:gd name="T41" fmla="*/ 605 h 697"/>
                <a:gd name="T42" fmla="*/ 326 w 538"/>
                <a:gd name="T43" fmla="*/ 683 h 697"/>
                <a:gd name="T44" fmla="*/ 454 w 538"/>
                <a:gd name="T45" fmla="*/ 687 h 697"/>
                <a:gd name="T46" fmla="*/ 466 w 538"/>
                <a:gd name="T47" fmla="*/ 679 h 697"/>
                <a:gd name="T48" fmla="*/ 482 w 538"/>
                <a:gd name="T49" fmla="*/ 669 h 697"/>
                <a:gd name="T50" fmla="*/ 530 w 538"/>
                <a:gd name="T51" fmla="*/ 587 h 697"/>
                <a:gd name="T52" fmla="*/ 534 w 538"/>
                <a:gd name="T53" fmla="*/ 556 h 697"/>
                <a:gd name="T54" fmla="*/ 536 w 538"/>
                <a:gd name="T55" fmla="*/ 542 h 697"/>
                <a:gd name="T56" fmla="*/ 538 w 538"/>
                <a:gd name="T57" fmla="*/ 528 h 697"/>
                <a:gd name="T58" fmla="*/ 510 w 538"/>
                <a:gd name="T59" fmla="*/ 510 h 697"/>
                <a:gd name="T60" fmla="*/ 510 w 538"/>
                <a:gd name="T61" fmla="*/ 524 h 697"/>
                <a:gd name="T62" fmla="*/ 508 w 538"/>
                <a:gd name="T63" fmla="*/ 534 h 697"/>
                <a:gd name="T64" fmla="*/ 506 w 538"/>
                <a:gd name="T65" fmla="*/ 546 h 697"/>
                <a:gd name="T66" fmla="*/ 470 w 538"/>
                <a:gd name="T67" fmla="*/ 627 h 697"/>
                <a:gd name="T68" fmla="*/ 448 w 538"/>
                <a:gd name="T69" fmla="*/ 647 h 697"/>
                <a:gd name="T70" fmla="*/ 436 w 538"/>
                <a:gd name="T71" fmla="*/ 653 h 697"/>
                <a:gd name="T72" fmla="*/ 342 w 538"/>
                <a:gd name="T73" fmla="*/ 657 h 697"/>
                <a:gd name="T74" fmla="*/ 230 w 538"/>
                <a:gd name="T75" fmla="*/ 597 h 697"/>
                <a:gd name="T76" fmla="*/ 108 w 538"/>
                <a:gd name="T77" fmla="*/ 456 h 697"/>
                <a:gd name="T78" fmla="*/ 78 w 538"/>
                <a:gd name="T79" fmla="*/ 400 h 697"/>
                <a:gd name="T80" fmla="*/ 28 w 538"/>
                <a:gd name="T81" fmla="*/ 226 h 697"/>
                <a:gd name="T82" fmla="*/ 44 w 538"/>
                <a:gd name="T83" fmla="*/ 110 h 697"/>
                <a:gd name="T84" fmla="*/ 94 w 538"/>
                <a:gd name="T85" fmla="*/ 48 h 697"/>
                <a:gd name="T86" fmla="*/ 106 w 538"/>
                <a:gd name="T87" fmla="*/ 42 h 697"/>
                <a:gd name="T88" fmla="*/ 112 w 538"/>
                <a:gd name="T89" fmla="*/ 40 h 697"/>
                <a:gd name="T90" fmla="*/ 120 w 538"/>
                <a:gd name="T91" fmla="*/ 38 h 697"/>
                <a:gd name="T92" fmla="*/ 152 w 538"/>
                <a:gd name="T93" fmla="*/ 34 h 697"/>
                <a:gd name="T94" fmla="*/ 178 w 538"/>
                <a:gd name="T95" fmla="*/ 36 h 697"/>
                <a:gd name="T96" fmla="*/ 208 w 538"/>
                <a:gd name="T97" fmla="*/ 44 h 697"/>
                <a:gd name="T98" fmla="*/ 226 w 538"/>
                <a:gd name="T99" fmla="*/ 50 h 697"/>
                <a:gd name="T100" fmla="*/ 246 w 538"/>
                <a:gd name="T101" fmla="*/ 60 h 697"/>
                <a:gd name="T102" fmla="*/ 262 w 538"/>
                <a:gd name="T103" fmla="*/ 68 h 697"/>
                <a:gd name="T104" fmla="*/ 346 w 538"/>
                <a:gd name="T105" fmla="*/ 134 h 697"/>
                <a:gd name="T106" fmla="*/ 420 w 538"/>
                <a:gd name="T107" fmla="*/ 226 h 697"/>
                <a:gd name="T108" fmla="*/ 446 w 538"/>
                <a:gd name="T109" fmla="*/ 268 h 697"/>
                <a:gd name="T110" fmla="*/ 460 w 538"/>
                <a:gd name="T111" fmla="*/ 298 h 697"/>
                <a:gd name="T112" fmla="*/ 506 w 538"/>
                <a:gd name="T113" fmla="*/ 442 h 697"/>
                <a:gd name="T114" fmla="*/ 510 w 538"/>
                <a:gd name="T115" fmla="*/ 470 h 697"/>
                <a:gd name="T116" fmla="*/ 510 w 538"/>
                <a:gd name="T117" fmla="*/ 486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38" h="697">
                  <a:moveTo>
                    <a:pt x="538" y="498"/>
                  </a:moveTo>
                  <a:lnTo>
                    <a:pt x="538" y="498"/>
                  </a:lnTo>
                  <a:lnTo>
                    <a:pt x="538" y="498"/>
                  </a:lnTo>
                  <a:lnTo>
                    <a:pt x="538" y="498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84"/>
                  </a:lnTo>
                  <a:lnTo>
                    <a:pt x="536" y="472"/>
                  </a:lnTo>
                  <a:lnTo>
                    <a:pt x="536" y="472"/>
                  </a:lnTo>
                  <a:lnTo>
                    <a:pt x="534" y="464"/>
                  </a:lnTo>
                  <a:lnTo>
                    <a:pt x="534" y="464"/>
                  </a:lnTo>
                  <a:lnTo>
                    <a:pt x="534" y="454"/>
                  </a:lnTo>
                  <a:lnTo>
                    <a:pt x="532" y="452"/>
                  </a:lnTo>
                  <a:lnTo>
                    <a:pt x="532" y="452"/>
                  </a:lnTo>
                  <a:lnTo>
                    <a:pt x="526" y="414"/>
                  </a:lnTo>
                  <a:lnTo>
                    <a:pt x="514" y="372"/>
                  </a:lnTo>
                  <a:lnTo>
                    <a:pt x="500" y="332"/>
                  </a:lnTo>
                  <a:lnTo>
                    <a:pt x="482" y="292"/>
                  </a:lnTo>
                  <a:lnTo>
                    <a:pt x="480" y="288"/>
                  </a:lnTo>
                  <a:lnTo>
                    <a:pt x="480" y="288"/>
                  </a:lnTo>
                  <a:lnTo>
                    <a:pt x="474" y="276"/>
                  </a:lnTo>
                  <a:lnTo>
                    <a:pt x="474" y="276"/>
                  </a:lnTo>
                  <a:lnTo>
                    <a:pt x="472" y="272"/>
                  </a:lnTo>
                  <a:lnTo>
                    <a:pt x="472" y="272"/>
                  </a:lnTo>
                  <a:lnTo>
                    <a:pt x="466" y="258"/>
                  </a:lnTo>
                  <a:lnTo>
                    <a:pt x="466" y="258"/>
                  </a:lnTo>
                  <a:lnTo>
                    <a:pt x="456" y="244"/>
                  </a:lnTo>
                  <a:lnTo>
                    <a:pt x="456" y="244"/>
                  </a:lnTo>
                  <a:lnTo>
                    <a:pt x="448" y="228"/>
                  </a:lnTo>
                  <a:lnTo>
                    <a:pt x="448" y="228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38" y="212"/>
                  </a:lnTo>
                  <a:lnTo>
                    <a:pt x="418" y="184"/>
                  </a:lnTo>
                  <a:lnTo>
                    <a:pt x="398" y="158"/>
                  </a:lnTo>
                  <a:lnTo>
                    <a:pt x="376" y="134"/>
                  </a:lnTo>
                  <a:lnTo>
                    <a:pt x="354" y="110"/>
                  </a:lnTo>
                  <a:lnTo>
                    <a:pt x="332" y="88"/>
                  </a:lnTo>
                  <a:lnTo>
                    <a:pt x="308" y="70"/>
                  </a:lnTo>
                  <a:lnTo>
                    <a:pt x="284" y="52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60" y="36"/>
                  </a:lnTo>
                  <a:lnTo>
                    <a:pt x="248" y="30"/>
                  </a:lnTo>
                  <a:lnTo>
                    <a:pt x="248" y="30"/>
                  </a:lnTo>
                  <a:lnTo>
                    <a:pt x="246" y="28"/>
                  </a:lnTo>
                  <a:lnTo>
                    <a:pt x="246" y="28"/>
                  </a:lnTo>
                  <a:lnTo>
                    <a:pt x="244" y="28"/>
                  </a:lnTo>
                  <a:lnTo>
                    <a:pt x="244" y="28"/>
                  </a:lnTo>
                  <a:lnTo>
                    <a:pt x="238" y="24"/>
                  </a:lnTo>
                  <a:lnTo>
                    <a:pt x="238" y="24"/>
                  </a:lnTo>
                  <a:lnTo>
                    <a:pt x="236" y="24"/>
                  </a:lnTo>
                  <a:lnTo>
                    <a:pt x="236" y="24"/>
                  </a:lnTo>
                  <a:lnTo>
                    <a:pt x="222" y="16"/>
                  </a:lnTo>
                  <a:lnTo>
                    <a:pt x="222" y="16"/>
                  </a:lnTo>
                  <a:lnTo>
                    <a:pt x="212" y="14"/>
                  </a:lnTo>
                  <a:lnTo>
                    <a:pt x="212" y="14"/>
                  </a:lnTo>
                  <a:lnTo>
                    <a:pt x="208" y="12"/>
                  </a:lnTo>
                  <a:lnTo>
                    <a:pt x="208" y="12"/>
                  </a:lnTo>
                  <a:lnTo>
                    <a:pt x="202" y="10"/>
                  </a:lnTo>
                  <a:lnTo>
                    <a:pt x="202" y="10"/>
                  </a:lnTo>
                  <a:lnTo>
                    <a:pt x="192" y="8"/>
                  </a:lnTo>
                  <a:lnTo>
                    <a:pt x="192" y="8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68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6" y="0"/>
                  </a:lnTo>
                  <a:lnTo>
                    <a:pt x="146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4" y="2"/>
                  </a:lnTo>
                  <a:lnTo>
                    <a:pt x="114" y="2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4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94" y="6"/>
                  </a:lnTo>
                  <a:lnTo>
                    <a:pt x="94" y="6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92" y="8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84" y="10"/>
                  </a:lnTo>
                  <a:lnTo>
                    <a:pt x="76" y="16"/>
                  </a:lnTo>
                  <a:lnTo>
                    <a:pt x="76" y="16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52" y="32"/>
                  </a:lnTo>
                  <a:lnTo>
                    <a:pt x="40" y="46"/>
                  </a:lnTo>
                  <a:lnTo>
                    <a:pt x="28" y="64"/>
                  </a:lnTo>
                  <a:lnTo>
                    <a:pt x="18" y="84"/>
                  </a:lnTo>
                  <a:lnTo>
                    <a:pt x="10" y="104"/>
                  </a:lnTo>
                  <a:lnTo>
                    <a:pt x="6" y="128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0" y="182"/>
                  </a:lnTo>
                  <a:lnTo>
                    <a:pt x="2" y="212"/>
                  </a:lnTo>
                  <a:lnTo>
                    <a:pt x="6" y="244"/>
                  </a:lnTo>
                  <a:lnTo>
                    <a:pt x="10" y="274"/>
                  </a:lnTo>
                  <a:lnTo>
                    <a:pt x="20" y="308"/>
                  </a:lnTo>
                  <a:lnTo>
                    <a:pt x="30" y="340"/>
                  </a:lnTo>
                  <a:lnTo>
                    <a:pt x="42" y="372"/>
                  </a:lnTo>
                  <a:lnTo>
                    <a:pt x="56" y="406"/>
                  </a:lnTo>
                  <a:lnTo>
                    <a:pt x="72" y="438"/>
                  </a:lnTo>
                  <a:lnTo>
                    <a:pt x="72" y="438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90" y="468"/>
                  </a:lnTo>
                  <a:lnTo>
                    <a:pt x="90" y="468"/>
                  </a:lnTo>
                  <a:lnTo>
                    <a:pt x="110" y="498"/>
                  </a:lnTo>
                  <a:lnTo>
                    <a:pt x="132" y="528"/>
                  </a:lnTo>
                  <a:lnTo>
                    <a:pt x="154" y="554"/>
                  </a:lnTo>
                  <a:lnTo>
                    <a:pt x="178" y="581"/>
                  </a:lnTo>
                  <a:lnTo>
                    <a:pt x="202" y="605"/>
                  </a:lnTo>
                  <a:lnTo>
                    <a:pt x="226" y="625"/>
                  </a:lnTo>
                  <a:lnTo>
                    <a:pt x="252" y="645"/>
                  </a:lnTo>
                  <a:lnTo>
                    <a:pt x="278" y="661"/>
                  </a:lnTo>
                  <a:lnTo>
                    <a:pt x="278" y="661"/>
                  </a:lnTo>
                  <a:lnTo>
                    <a:pt x="302" y="673"/>
                  </a:lnTo>
                  <a:lnTo>
                    <a:pt x="326" y="683"/>
                  </a:lnTo>
                  <a:lnTo>
                    <a:pt x="350" y="691"/>
                  </a:lnTo>
                  <a:lnTo>
                    <a:pt x="374" y="697"/>
                  </a:lnTo>
                  <a:lnTo>
                    <a:pt x="396" y="697"/>
                  </a:lnTo>
                  <a:lnTo>
                    <a:pt x="416" y="697"/>
                  </a:lnTo>
                  <a:lnTo>
                    <a:pt x="436" y="693"/>
                  </a:lnTo>
                  <a:lnTo>
                    <a:pt x="454" y="687"/>
                  </a:lnTo>
                  <a:lnTo>
                    <a:pt x="454" y="687"/>
                  </a:lnTo>
                  <a:lnTo>
                    <a:pt x="462" y="681"/>
                  </a:lnTo>
                  <a:lnTo>
                    <a:pt x="462" y="681"/>
                  </a:lnTo>
                  <a:lnTo>
                    <a:pt x="466" y="681"/>
                  </a:lnTo>
                  <a:lnTo>
                    <a:pt x="466" y="681"/>
                  </a:lnTo>
                  <a:lnTo>
                    <a:pt x="466" y="679"/>
                  </a:lnTo>
                  <a:lnTo>
                    <a:pt x="466" y="679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70" y="677"/>
                  </a:lnTo>
                  <a:lnTo>
                    <a:pt x="482" y="669"/>
                  </a:lnTo>
                  <a:lnTo>
                    <a:pt x="492" y="659"/>
                  </a:lnTo>
                  <a:lnTo>
                    <a:pt x="502" y="647"/>
                  </a:lnTo>
                  <a:lnTo>
                    <a:pt x="510" y="633"/>
                  </a:lnTo>
                  <a:lnTo>
                    <a:pt x="518" y="619"/>
                  </a:lnTo>
                  <a:lnTo>
                    <a:pt x="524" y="603"/>
                  </a:lnTo>
                  <a:lnTo>
                    <a:pt x="530" y="587"/>
                  </a:lnTo>
                  <a:lnTo>
                    <a:pt x="534" y="569"/>
                  </a:lnTo>
                  <a:lnTo>
                    <a:pt x="534" y="569"/>
                  </a:lnTo>
                  <a:lnTo>
                    <a:pt x="534" y="567"/>
                  </a:lnTo>
                  <a:lnTo>
                    <a:pt x="534" y="567"/>
                  </a:lnTo>
                  <a:lnTo>
                    <a:pt x="534" y="556"/>
                  </a:lnTo>
                  <a:lnTo>
                    <a:pt x="534" y="556"/>
                  </a:lnTo>
                  <a:lnTo>
                    <a:pt x="536" y="554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5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42"/>
                  </a:lnTo>
                  <a:lnTo>
                    <a:pt x="536" y="536"/>
                  </a:lnTo>
                  <a:lnTo>
                    <a:pt x="536" y="536"/>
                  </a:lnTo>
                  <a:lnTo>
                    <a:pt x="538" y="530"/>
                  </a:lnTo>
                  <a:lnTo>
                    <a:pt x="538" y="528"/>
                  </a:lnTo>
                  <a:lnTo>
                    <a:pt x="538" y="528"/>
                  </a:lnTo>
                  <a:lnTo>
                    <a:pt x="538" y="514"/>
                  </a:lnTo>
                  <a:lnTo>
                    <a:pt x="538" y="514"/>
                  </a:lnTo>
                  <a:lnTo>
                    <a:pt x="538" y="500"/>
                  </a:lnTo>
                  <a:lnTo>
                    <a:pt x="538" y="498"/>
                  </a:lnTo>
                  <a:close/>
                  <a:moveTo>
                    <a:pt x="510" y="510"/>
                  </a:moveTo>
                  <a:lnTo>
                    <a:pt x="510" y="512"/>
                  </a:lnTo>
                  <a:lnTo>
                    <a:pt x="510" y="512"/>
                  </a:lnTo>
                  <a:lnTo>
                    <a:pt x="510" y="516"/>
                  </a:lnTo>
                  <a:lnTo>
                    <a:pt x="510" y="516"/>
                  </a:lnTo>
                  <a:lnTo>
                    <a:pt x="510" y="522"/>
                  </a:lnTo>
                  <a:lnTo>
                    <a:pt x="510" y="524"/>
                  </a:lnTo>
                  <a:lnTo>
                    <a:pt x="510" y="524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2"/>
                  </a:lnTo>
                  <a:lnTo>
                    <a:pt x="508" y="534"/>
                  </a:lnTo>
                  <a:lnTo>
                    <a:pt x="508" y="534"/>
                  </a:lnTo>
                  <a:lnTo>
                    <a:pt x="508" y="536"/>
                  </a:lnTo>
                  <a:lnTo>
                    <a:pt x="508" y="536"/>
                  </a:lnTo>
                  <a:lnTo>
                    <a:pt x="506" y="544"/>
                  </a:lnTo>
                  <a:lnTo>
                    <a:pt x="506" y="544"/>
                  </a:lnTo>
                  <a:lnTo>
                    <a:pt x="506" y="546"/>
                  </a:lnTo>
                  <a:lnTo>
                    <a:pt x="506" y="546"/>
                  </a:lnTo>
                  <a:lnTo>
                    <a:pt x="504" y="563"/>
                  </a:lnTo>
                  <a:lnTo>
                    <a:pt x="498" y="577"/>
                  </a:lnTo>
                  <a:lnTo>
                    <a:pt x="492" y="591"/>
                  </a:lnTo>
                  <a:lnTo>
                    <a:pt x="486" y="605"/>
                  </a:lnTo>
                  <a:lnTo>
                    <a:pt x="478" y="617"/>
                  </a:lnTo>
                  <a:lnTo>
                    <a:pt x="470" y="627"/>
                  </a:lnTo>
                  <a:lnTo>
                    <a:pt x="460" y="637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50" y="645"/>
                  </a:lnTo>
                  <a:lnTo>
                    <a:pt x="448" y="647"/>
                  </a:lnTo>
                  <a:lnTo>
                    <a:pt x="448" y="647"/>
                  </a:lnTo>
                  <a:lnTo>
                    <a:pt x="446" y="647"/>
                  </a:lnTo>
                  <a:lnTo>
                    <a:pt x="446" y="647"/>
                  </a:lnTo>
                  <a:lnTo>
                    <a:pt x="444" y="649"/>
                  </a:lnTo>
                  <a:lnTo>
                    <a:pt x="444" y="649"/>
                  </a:lnTo>
                  <a:lnTo>
                    <a:pt x="436" y="653"/>
                  </a:lnTo>
                  <a:lnTo>
                    <a:pt x="436" y="653"/>
                  </a:lnTo>
                  <a:lnTo>
                    <a:pt x="420" y="659"/>
                  </a:lnTo>
                  <a:lnTo>
                    <a:pt x="402" y="663"/>
                  </a:lnTo>
                  <a:lnTo>
                    <a:pt x="382" y="663"/>
                  </a:lnTo>
                  <a:lnTo>
                    <a:pt x="362" y="661"/>
                  </a:lnTo>
                  <a:lnTo>
                    <a:pt x="342" y="657"/>
                  </a:lnTo>
                  <a:lnTo>
                    <a:pt x="322" y="651"/>
                  </a:lnTo>
                  <a:lnTo>
                    <a:pt x="300" y="641"/>
                  </a:lnTo>
                  <a:lnTo>
                    <a:pt x="278" y="629"/>
                  </a:lnTo>
                  <a:lnTo>
                    <a:pt x="278" y="629"/>
                  </a:lnTo>
                  <a:lnTo>
                    <a:pt x="254" y="615"/>
                  </a:lnTo>
                  <a:lnTo>
                    <a:pt x="230" y="597"/>
                  </a:lnTo>
                  <a:lnTo>
                    <a:pt x="208" y="579"/>
                  </a:lnTo>
                  <a:lnTo>
                    <a:pt x="186" y="556"/>
                  </a:lnTo>
                  <a:lnTo>
                    <a:pt x="166" y="534"/>
                  </a:lnTo>
                  <a:lnTo>
                    <a:pt x="146" y="510"/>
                  </a:lnTo>
                  <a:lnTo>
                    <a:pt x="126" y="484"/>
                  </a:lnTo>
                  <a:lnTo>
                    <a:pt x="108" y="456"/>
                  </a:lnTo>
                  <a:lnTo>
                    <a:pt x="108" y="456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2" y="428"/>
                  </a:lnTo>
                  <a:lnTo>
                    <a:pt x="92" y="428"/>
                  </a:lnTo>
                  <a:lnTo>
                    <a:pt x="78" y="400"/>
                  </a:lnTo>
                  <a:lnTo>
                    <a:pt x="64" y="370"/>
                  </a:lnTo>
                  <a:lnTo>
                    <a:pt x="54" y="340"/>
                  </a:lnTo>
                  <a:lnTo>
                    <a:pt x="44" y="312"/>
                  </a:lnTo>
                  <a:lnTo>
                    <a:pt x="36" y="282"/>
                  </a:lnTo>
                  <a:lnTo>
                    <a:pt x="32" y="254"/>
                  </a:lnTo>
                  <a:lnTo>
                    <a:pt x="28" y="226"/>
                  </a:lnTo>
                  <a:lnTo>
                    <a:pt x="28" y="198"/>
                  </a:lnTo>
                  <a:lnTo>
                    <a:pt x="28" y="198"/>
                  </a:lnTo>
                  <a:lnTo>
                    <a:pt x="28" y="174"/>
                  </a:lnTo>
                  <a:lnTo>
                    <a:pt x="32" y="150"/>
                  </a:lnTo>
                  <a:lnTo>
                    <a:pt x="36" y="130"/>
                  </a:lnTo>
                  <a:lnTo>
                    <a:pt x="44" y="110"/>
                  </a:lnTo>
                  <a:lnTo>
                    <a:pt x="52" y="92"/>
                  </a:lnTo>
                  <a:lnTo>
                    <a:pt x="62" y="76"/>
                  </a:lnTo>
                  <a:lnTo>
                    <a:pt x="74" y="64"/>
                  </a:lnTo>
                  <a:lnTo>
                    <a:pt x="88" y="52"/>
                  </a:lnTo>
                  <a:lnTo>
                    <a:pt x="88" y="52"/>
                  </a:lnTo>
                  <a:lnTo>
                    <a:pt x="94" y="48"/>
                  </a:lnTo>
                  <a:lnTo>
                    <a:pt x="94" y="48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6" y="42"/>
                  </a:lnTo>
                  <a:lnTo>
                    <a:pt x="106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0" y="42"/>
                  </a:lnTo>
                  <a:lnTo>
                    <a:pt x="112" y="40"/>
                  </a:lnTo>
                  <a:lnTo>
                    <a:pt x="112" y="40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20" y="38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34" y="36"/>
                  </a:lnTo>
                  <a:lnTo>
                    <a:pt x="134" y="36"/>
                  </a:lnTo>
                  <a:lnTo>
                    <a:pt x="152" y="34"/>
                  </a:lnTo>
                  <a:lnTo>
                    <a:pt x="152" y="34"/>
                  </a:lnTo>
                  <a:lnTo>
                    <a:pt x="158" y="34"/>
                  </a:lnTo>
                  <a:lnTo>
                    <a:pt x="158" y="34"/>
                  </a:lnTo>
                  <a:lnTo>
                    <a:pt x="160" y="34"/>
                  </a:lnTo>
                  <a:lnTo>
                    <a:pt x="160" y="34"/>
                  </a:lnTo>
                  <a:lnTo>
                    <a:pt x="178" y="36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200" y="42"/>
                  </a:lnTo>
                  <a:lnTo>
                    <a:pt x="200" y="42"/>
                  </a:lnTo>
                  <a:lnTo>
                    <a:pt x="208" y="44"/>
                  </a:lnTo>
                  <a:lnTo>
                    <a:pt x="208" y="44"/>
                  </a:lnTo>
                  <a:lnTo>
                    <a:pt x="214" y="46"/>
                  </a:lnTo>
                  <a:lnTo>
                    <a:pt x="214" y="46"/>
                  </a:lnTo>
                  <a:lnTo>
                    <a:pt x="218" y="46"/>
                  </a:lnTo>
                  <a:lnTo>
                    <a:pt x="218" y="46"/>
                  </a:lnTo>
                  <a:lnTo>
                    <a:pt x="226" y="50"/>
                  </a:lnTo>
                  <a:lnTo>
                    <a:pt x="226" y="50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0" y="56"/>
                  </a:lnTo>
                  <a:lnTo>
                    <a:pt x="246" y="60"/>
                  </a:lnTo>
                  <a:lnTo>
                    <a:pt x="246" y="60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50" y="62"/>
                  </a:lnTo>
                  <a:lnTo>
                    <a:pt x="250" y="62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84" y="82"/>
                  </a:lnTo>
                  <a:lnTo>
                    <a:pt x="304" y="96"/>
                  </a:lnTo>
                  <a:lnTo>
                    <a:pt x="326" y="114"/>
                  </a:lnTo>
                  <a:lnTo>
                    <a:pt x="346" y="134"/>
                  </a:lnTo>
                  <a:lnTo>
                    <a:pt x="366" y="154"/>
                  </a:lnTo>
                  <a:lnTo>
                    <a:pt x="386" y="178"/>
                  </a:lnTo>
                  <a:lnTo>
                    <a:pt x="404" y="200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20" y="226"/>
                  </a:lnTo>
                  <a:lnTo>
                    <a:pt x="430" y="240"/>
                  </a:lnTo>
                  <a:lnTo>
                    <a:pt x="430" y="240"/>
                  </a:lnTo>
                  <a:lnTo>
                    <a:pt x="438" y="254"/>
                  </a:lnTo>
                  <a:lnTo>
                    <a:pt x="438" y="254"/>
                  </a:lnTo>
                  <a:lnTo>
                    <a:pt x="446" y="268"/>
                  </a:lnTo>
                  <a:lnTo>
                    <a:pt x="446" y="268"/>
                  </a:lnTo>
                  <a:lnTo>
                    <a:pt x="452" y="280"/>
                  </a:lnTo>
                  <a:lnTo>
                    <a:pt x="452" y="280"/>
                  </a:lnTo>
                  <a:lnTo>
                    <a:pt x="454" y="284"/>
                  </a:lnTo>
                  <a:lnTo>
                    <a:pt x="454" y="284"/>
                  </a:lnTo>
                  <a:lnTo>
                    <a:pt x="460" y="294"/>
                  </a:lnTo>
                  <a:lnTo>
                    <a:pt x="460" y="298"/>
                  </a:lnTo>
                  <a:lnTo>
                    <a:pt x="460" y="298"/>
                  </a:lnTo>
                  <a:lnTo>
                    <a:pt x="476" y="334"/>
                  </a:lnTo>
                  <a:lnTo>
                    <a:pt x="490" y="370"/>
                  </a:lnTo>
                  <a:lnTo>
                    <a:pt x="500" y="406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6" y="442"/>
                  </a:lnTo>
                  <a:lnTo>
                    <a:pt x="508" y="454"/>
                  </a:lnTo>
                  <a:lnTo>
                    <a:pt x="508" y="454"/>
                  </a:lnTo>
                  <a:lnTo>
                    <a:pt x="508" y="460"/>
                  </a:lnTo>
                  <a:lnTo>
                    <a:pt x="508" y="46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70"/>
                  </a:lnTo>
                  <a:lnTo>
                    <a:pt x="510" y="482"/>
                  </a:lnTo>
                  <a:lnTo>
                    <a:pt x="510" y="482"/>
                  </a:lnTo>
                  <a:lnTo>
                    <a:pt x="510" y="484"/>
                  </a:lnTo>
                  <a:lnTo>
                    <a:pt x="510" y="486"/>
                  </a:lnTo>
                  <a:lnTo>
                    <a:pt x="510" y="486"/>
                  </a:lnTo>
                  <a:lnTo>
                    <a:pt x="510" y="498"/>
                  </a:lnTo>
                  <a:lnTo>
                    <a:pt x="510" y="498"/>
                  </a:lnTo>
                  <a:lnTo>
                    <a:pt x="510" y="510"/>
                  </a:lnTo>
                  <a:lnTo>
                    <a:pt x="510" y="5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3" name="Freeform 62"/>
            <p:cNvSpPr>
              <a:spLocks noEditPoints="1"/>
            </p:cNvSpPr>
            <p:nvPr/>
          </p:nvSpPr>
          <p:spPr bwMode="auto">
            <a:xfrm>
              <a:off x="6941343" y="3520695"/>
              <a:ext cx="63969" cy="83278"/>
            </a:xfrm>
            <a:custGeom>
              <a:avLst/>
              <a:gdLst>
                <a:gd name="T0" fmla="*/ 434 w 434"/>
                <a:gd name="T1" fmla="*/ 392 h 565"/>
                <a:gd name="T2" fmla="*/ 430 w 434"/>
                <a:gd name="T3" fmla="*/ 368 h 565"/>
                <a:gd name="T4" fmla="*/ 390 w 434"/>
                <a:gd name="T5" fmla="*/ 236 h 565"/>
                <a:gd name="T6" fmla="*/ 382 w 434"/>
                <a:gd name="T7" fmla="*/ 220 h 565"/>
                <a:gd name="T8" fmla="*/ 362 w 434"/>
                <a:gd name="T9" fmla="*/ 184 h 565"/>
                <a:gd name="T10" fmla="*/ 304 w 434"/>
                <a:gd name="T11" fmla="*/ 108 h 565"/>
                <a:gd name="T12" fmla="*/ 210 w 434"/>
                <a:gd name="T13" fmla="*/ 30 h 565"/>
                <a:gd name="T14" fmla="*/ 198 w 434"/>
                <a:gd name="T15" fmla="*/ 24 h 565"/>
                <a:gd name="T16" fmla="*/ 190 w 434"/>
                <a:gd name="T17" fmla="*/ 20 h 565"/>
                <a:gd name="T18" fmla="*/ 166 w 434"/>
                <a:gd name="T19" fmla="*/ 10 h 565"/>
                <a:gd name="T20" fmla="*/ 152 w 434"/>
                <a:gd name="T21" fmla="*/ 4 h 565"/>
                <a:gd name="T22" fmla="*/ 112 w 434"/>
                <a:gd name="T23" fmla="*/ 0 h 565"/>
                <a:gd name="T24" fmla="*/ 84 w 434"/>
                <a:gd name="T25" fmla="*/ 4 h 565"/>
                <a:gd name="T26" fmla="*/ 76 w 434"/>
                <a:gd name="T27" fmla="*/ 6 h 565"/>
                <a:gd name="T28" fmla="*/ 70 w 434"/>
                <a:gd name="T29" fmla="*/ 8 h 565"/>
                <a:gd name="T30" fmla="*/ 60 w 434"/>
                <a:gd name="T31" fmla="*/ 12 h 565"/>
                <a:gd name="T32" fmla="*/ 22 w 434"/>
                <a:gd name="T33" fmla="*/ 52 h 565"/>
                <a:gd name="T34" fmla="*/ 0 w 434"/>
                <a:gd name="T35" fmla="*/ 148 h 565"/>
                <a:gd name="T36" fmla="*/ 32 w 434"/>
                <a:gd name="T37" fmla="*/ 302 h 565"/>
                <a:gd name="T38" fmla="*/ 72 w 434"/>
                <a:gd name="T39" fmla="*/ 380 h 565"/>
                <a:gd name="T40" fmla="*/ 162 w 434"/>
                <a:gd name="T41" fmla="*/ 488 h 565"/>
                <a:gd name="T42" fmla="*/ 264 w 434"/>
                <a:gd name="T43" fmla="*/ 555 h 565"/>
                <a:gd name="T44" fmla="*/ 368 w 434"/>
                <a:gd name="T45" fmla="*/ 557 h 565"/>
                <a:gd name="T46" fmla="*/ 378 w 434"/>
                <a:gd name="T47" fmla="*/ 551 h 565"/>
                <a:gd name="T48" fmla="*/ 390 w 434"/>
                <a:gd name="T49" fmla="*/ 541 h 565"/>
                <a:gd name="T50" fmla="*/ 430 w 434"/>
                <a:gd name="T51" fmla="*/ 460 h 565"/>
                <a:gd name="T52" fmla="*/ 432 w 434"/>
                <a:gd name="T53" fmla="*/ 448 h 565"/>
                <a:gd name="T54" fmla="*/ 434 w 434"/>
                <a:gd name="T55" fmla="*/ 438 h 565"/>
                <a:gd name="T56" fmla="*/ 434 w 434"/>
                <a:gd name="T57" fmla="*/ 428 h 565"/>
                <a:gd name="T58" fmla="*/ 412 w 434"/>
                <a:gd name="T59" fmla="*/ 414 h 565"/>
                <a:gd name="T60" fmla="*/ 412 w 434"/>
                <a:gd name="T61" fmla="*/ 424 h 565"/>
                <a:gd name="T62" fmla="*/ 410 w 434"/>
                <a:gd name="T63" fmla="*/ 434 h 565"/>
                <a:gd name="T64" fmla="*/ 402 w 434"/>
                <a:gd name="T65" fmla="*/ 468 h 565"/>
                <a:gd name="T66" fmla="*/ 364 w 434"/>
                <a:gd name="T67" fmla="*/ 523 h 565"/>
                <a:gd name="T68" fmla="*/ 360 w 434"/>
                <a:gd name="T69" fmla="*/ 525 h 565"/>
                <a:gd name="T70" fmla="*/ 324 w 434"/>
                <a:gd name="T71" fmla="*/ 537 h 565"/>
                <a:gd name="T72" fmla="*/ 224 w 434"/>
                <a:gd name="T73" fmla="*/ 511 h 565"/>
                <a:gd name="T74" fmla="*/ 134 w 434"/>
                <a:gd name="T75" fmla="*/ 432 h 565"/>
                <a:gd name="T76" fmla="*/ 80 w 434"/>
                <a:gd name="T77" fmla="*/ 358 h 565"/>
                <a:gd name="T78" fmla="*/ 34 w 434"/>
                <a:gd name="T79" fmla="*/ 252 h 565"/>
                <a:gd name="T80" fmla="*/ 22 w 434"/>
                <a:gd name="T81" fmla="*/ 140 h 565"/>
                <a:gd name="T82" fmla="*/ 60 w 434"/>
                <a:gd name="T83" fmla="*/ 52 h 565"/>
                <a:gd name="T84" fmla="*/ 82 w 434"/>
                <a:gd name="T85" fmla="*/ 36 h 565"/>
                <a:gd name="T86" fmla="*/ 88 w 434"/>
                <a:gd name="T87" fmla="*/ 34 h 565"/>
                <a:gd name="T88" fmla="*/ 94 w 434"/>
                <a:gd name="T89" fmla="*/ 32 h 565"/>
                <a:gd name="T90" fmla="*/ 104 w 434"/>
                <a:gd name="T91" fmla="*/ 30 h 565"/>
                <a:gd name="T92" fmla="*/ 126 w 434"/>
                <a:gd name="T93" fmla="*/ 28 h 565"/>
                <a:gd name="T94" fmla="*/ 162 w 434"/>
                <a:gd name="T95" fmla="*/ 34 h 565"/>
                <a:gd name="T96" fmla="*/ 176 w 434"/>
                <a:gd name="T97" fmla="*/ 38 h 565"/>
                <a:gd name="T98" fmla="*/ 194 w 434"/>
                <a:gd name="T99" fmla="*/ 46 h 565"/>
                <a:gd name="T100" fmla="*/ 202 w 434"/>
                <a:gd name="T101" fmla="*/ 50 h 565"/>
                <a:gd name="T102" fmla="*/ 228 w 434"/>
                <a:gd name="T103" fmla="*/ 66 h 565"/>
                <a:gd name="T104" fmla="*/ 326 w 434"/>
                <a:gd name="T105" fmla="*/ 162 h 565"/>
                <a:gd name="T106" fmla="*/ 354 w 434"/>
                <a:gd name="T107" fmla="*/ 206 h 565"/>
                <a:gd name="T108" fmla="*/ 368 w 434"/>
                <a:gd name="T109" fmla="*/ 230 h 565"/>
                <a:gd name="T110" fmla="*/ 396 w 434"/>
                <a:gd name="T111" fmla="*/ 300 h 565"/>
                <a:gd name="T112" fmla="*/ 410 w 434"/>
                <a:gd name="T113" fmla="*/ 368 h 565"/>
                <a:gd name="T114" fmla="*/ 412 w 434"/>
                <a:gd name="T115" fmla="*/ 392 h 565"/>
                <a:gd name="T116" fmla="*/ 412 w 434"/>
                <a:gd name="T117" fmla="*/ 404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4" h="565">
                  <a:moveTo>
                    <a:pt x="434" y="404"/>
                  </a:moveTo>
                  <a:lnTo>
                    <a:pt x="434" y="404"/>
                  </a:lnTo>
                  <a:lnTo>
                    <a:pt x="434" y="404"/>
                  </a:lnTo>
                  <a:lnTo>
                    <a:pt x="434" y="404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4" y="392"/>
                  </a:lnTo>
                  <a:lnTo>
                    <a:pt x="432" y="382"/>
                  </a:lnTo>
                  <a:lnTo>
                    <a:pt x="432" y="382"/>
                  </a:lnTo>
                  <a:lnTo>
                    <a:pt x="432" y="376"/>
                  </a:lnTo>
                  <a:lnTo>
                    <a:pt x="432" y="376"/>
                  </a:lnTo>
                  <a:lnTo>
                    <a:pt x="430" y="368"/>
                  </a:lnTo>
                  <a:lnTo>
                    <a:pt x="430" y="366"/>
                  </a:lnTo>
                  <a:lnTo>
                    <a:pt x="430" y="366"/>
                  </a:lnTo>
                  <a:lnTo>
                    <a:pt x="424" y="334"/>
                  </a:lnTo>
                  <a:lnTo>
                    <a:pt x="416" y="302"/>
                  </a:lnTo>
                  <a:lnTo>
                    <a:pt x="404" y="270"/>
                  </a:lnTo>
                  <a:lnTo>
                    <a:pt x="390" y="236"/>
                  </a:lnTo>
                  <a:lnTo>
                    <a:pt x="388" y="234"/>
                  </a:lnTo>
                  <a:lnTo>
                    <a:pt x="388" y="234"/>
                  </a:lnTo>
                  <a:lnTo>
                    <a:pt x="384" y="224"/>
                  </a:lnTo>
                  <a:lnTo>
                    <a:pt x="384" y="224"/>
                  </a:lnTo>
                  <a:lnTo>
                    <a:pt x="382" y="220"/>
                  </a:lnTo>
                  <a:lnTo>
                    <a:pt x="382" y="220"/>
                  </a:lnTo>
                  <a:lnTo>
                    <a:pt x="376" y="210"/>
                  </a:lnTo>
                  <a:lnTo>
                    <a:pt x="376" y="210"/>
                  </a:lnTo>
                  <a:lnTo>
                    <a:pt x="368" y="196"/>
                  </a:lnTo>
                  <a:lnTo>
                    <a:pt x="368" y="196"/>
                  </a:lnTo>
                  <a:lnTo>
                    <a:pt x="362" y="184"/>
                  </a:lnTo>
                  <a:lnTo>
                    <a:pt x="362" y="184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54" y="172"/>
                  </a:lnTo>
                  <a:lnTo>
                    <a:pt x="338" y="150"/>
                  </a:lnTo>
                  <a:lnTo>
                    <a:pt x="322" y="128"/>
                  </a:lnTo>
                  <a:lnTo>
                    <a:pt x="304" y="108"/>
                  </a:lnTo>
                  <a:lnTo>
                    <a:pt x="286" y="90"/>
                  </a:lnTo>
                  <a:lnTo>
                    <a:pt x="268" y="72"/>
                  </a:lnTo>
                  <a:lnTo>
                    <a:pt x="250" y="56"/>
                  </a:lnTo>
                  <a:lnTo>
                    <a:pt x="230" y="42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0" y="24"/>
                  </a:lnTo>
                  <a:lnTo>
                    <a:pt x="200" y="24"/>
                  </a:lnTo>
                  <a:lnTo>
                    <a:pt x="198" y="24"/>
                  </a:lnTo>
                  <a:lnTo>
                    <a:pt x="198" y="24"/>
                  </a:lnTo>
                  <a:lnTo>
                    <a:pt x="196" y="22"/>
                  </a:lnTo>
                  <a:lnTo>
                    <a:pt x="196" y="22"/>
                  </a:lnTo>
                  <a:lnTo>
                    <a:pt x="192" y="20"/>
                  </a:lnTo>
                  <a:lnTo>
                    <a:pt x="192" y="20"/>
                  </a:lnTo>
                  <a:lnTo>
                    <a:pt x="190" y="20"/>
                  </a:lnTo>
                  <a:lnTo>
                    <a:pt x="190" y="20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66" y="10"/>
                  </a:lnTo>
                  <a:lnTo>
                    <a:pt x="166" y="10"/>
                  </a:lnTo>
                  <a:lnTo>
                    <a:pt x="162" y="8"/>
                  </a:lnTo>
                  <a:lnTo>
                    <a:pt x="162" y="8"/>
                  </a:lnTo>
                  <a:lnTo>
                    <a:pt x="156" y="6"/>
                  </a:lnTo>
                  <a:lnTo>
                    <a:pt x="156" y="6"/>
                  </a:lnTo>
                  <a:lnTo>
                    <a:pt x="152" y="4"/>
                  </a:lnTo>
                  <a:lnTo>
                    <a:pt x="152" y="4"/>
                  </a:lnTo>
                  <a:lnTo>
                    <a:pt x="136" y="2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2" y="0"/>
                  </a:lnTo>
                  <a:lnTo>
                    <a:pt x="112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84" y="4"/>
                  </a:lnTo>
                  <a:lnTo>
                    <a:pt x="84" y="4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6"/>
                  </a:lnTo>
                  <a:lnTo>
                    <a:pt x="76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4" y="6"/>
                  </a:lnTo>
                  <a:lnTo>
                    <a:pt x="70" y="8"/>
                  </a:lnTo>
                  <a:lnTo>
                    <a:pt x="70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6" y="8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4" y="16"/>
                  </a:lnTo>
                  <a:lnTo>
                    <a:pt x="54" y="16"/>
                  </a:lnTo>
                  <a:lnTo>
                    <a:pt x="42" y="26"/>
                  </a:lnTo>
                  <a:lnTo>
                    <a:pt x="30" y="38"/>
                  </a:lnTo>
                  <a:lnTo>
                    <a:pt x="22" y="52"/>
                  </a:lnTo>
                  <a:lnTo>
                    <a:pt x="14" y="68"/>
                  </a:lnTo>
                  <a:lnTo>
                    <a:pt x="8" y="86"/>
                  </a:lnTo>
                  <a:lnTo>
                    <a:pt x="4" y="104"/>
                  </a:lnTo>
                  <a:lnTo>
                    <a:pt x="0" y="126"/>
                  </a:lnTo>
                  <a:lnTo>
                    <a:pt x="0" y="148"/>
                  </a:lnTo>
                  <a:lnTo>
                    <a:pt x="0" y="148"/>
                  </a:lnTo>
                  <a:lnTo>
                    <a:pt x="0" y="172"/>
                  </a:lnTo>
                  <a:lnTo>
                    <a:pt x="4" y="196"/>
                  </a:lnTo>
                  <a:lnTo>
                    <a:pt x="8" y="222"/>
                  </a:lnTo>
                  <a:lnTo>
                    <a:pt x="14" y="248"/>
                  </a:lnTo>
                  <a:lnTo>
                    <a:pt x="22" y="276"/>
                  </a:lnTo>
                  <a:lnTo>
                    <a:pt x="32" y="302"/>
                  </a:lnTo>
                  <a:lnTo>
                    <a:pt x="44" y="328"/>
                  </a:lnTo>
                  <a:lnTo>
                    <a:pt x="58" y="354"/>
                  </a:lnTo>
                  <a:lnTo>
                    <a:pt x="58" y="354"/>
                  </a:lnTo>
                  <a:lnTo>
                    <a:pt x="66" y="366"/>
                  </a:lnTo>
                  <a:lnTo>
                    <a:pt x="66" y="366"/>
                  </a:lnTo>
                  <a:lnTo>
                    <a:pt x="72" y="380"/>
                  </a:lnTo>
                  <a:lnTo>
                    <a:pt x="72" y="380"/>
                  </a:lnTo>
                  <a:lnTo>
                    <a:pt x="88" y="404"/>
                  </a:lnTo>
                  <a:lnTo>
                    <a:pt x="106" y="428"/>
                  </a:lnTo>
                  <a:lnTo>
                    <a:pt x="124" y="450"/>
                  </a:lnTo>
                  <a:lnTo>
                    <a:pt x="142" y="470"/>
                  </a:lnTo>
                  <a:lnTo>
                    <a:pt x="162" y="488"/>
                  </a:lnTo>
                  <a:lnTo>
                    <a:pt x="182" y="507"/>
                  </a:lnTo>
                  <a:lnTo>
                    <a:pt x="204" y="523"/>
                  </a:lnTo>
                  <a:lnTo>
                    <a:pt x="224" y="535"/>
                  </a:lnTo>
                  <a:lnTo>
                    <a:pt x="224" y="535"/>
                  </a:lnTo>
                  <a:lnTo>
                    <a:pt x="244" y="547"/>
                  </a:lnTo>
                  <a:lnTo>
                    <a:pt x="264" y="555"/>
                  </a:lnTo>
                  <a:lnTo>
                    <a:pt x="284" y="561"/>
                  </a:lnTo>
                  <a:lnTo>
                    <a:pt x="302" y="565"/>
                  </a:lnTo>
                  <a:lnTo>
                    <a:pt x="320" y="565"/>
                  </a:lnTo>
                  <a:lnTo>
                    <a:pt x="336" y="565"/>
                  </a:lnTo>
                  <a:lnTo>
                    <a:pt x="352" y="561"/>
                  </a:lnTo>
                  <a:lnTo>
                    <a:pt x="368" y="557"/>
                  </a:lnTo>
                  <a:lnTo>
                    <a:pt x="368" y="557"/>
                  </a:lnTo>
                  <a:lnTo>
                    <a:pt x="374" y="553"/>
                  </a:lnTo>
                  <a:lnTo>
                    <a:pt x="374" y="553"/>
                  </a:lnTo>
                  <a:lnTo>
                    <a:pt x="376" y="551"/>
                  </a:lnTo>
                  <a:lnTo>
                    <a:pt x="376" y="551"/>
                  </a:lnTo>
                  <a:lnTo>
                    <a:pt x="378" y="551"/>
                  </a:lnTo>
                  <a:lnTo>
                    <a:pt x="378" y="551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80" y="549"/>
                  </a:lnTo>
                  <a:lnTo>
                    <a:pt x="390" y="541"/>
                  </a:lnTo>
                  <a:lnTo>
                    <a:pt x="398" y="533"/>
                  </a:lnTo>
                  <a:lnTo>
                    <a:pt x="406" y="523"/>
                  </a:lnTo>
                  <a:lnTo>
                    <a:pt x="412" y="513"/>
                  </a:lnTo>
                  <a:lnTo>
                    <a:pt x="418" y="501"/>
                  </a:lnTo>
                  <a:lnTo>
                    <a:pt x="424" y="488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0" y="460"/>
                  </a:lnTo>
                  <a:lnTo>
                    <a:pt x="432" y="450"/>
                  </a:lnTo>
                  <a:lnTo>
                    <a:pt x="432" y="450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2" y="448"/>
                  </a:lnTo>
                  <a:lnTo>
                    <a:pt x="434" y="440"/>
                  </a:lnTo>
                  <a:lnTo>
                    <a:pt x="434" y="438"/>
                  </a:lnTo>
                  <a:lnTo>
                    <a:pt x="434" y="438"/>
                  </a:lnTo>
                  <a:lnTo>
                    <a:pt x="434" y="434"/>
                  </a:lnTo>
                  <a:lnTo>
                    <a:pt x="434" y="434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28"/>
                  </a:lnTo>
                  <a:lnTo>
                    <a:pt x="434" y="416"/>
                  </a:lnTo>
                  <a:lnTo>
                    <a:pt x="434" y="416"/>
                  </a:lnTo>
                  <a:lnTo>
                    <a:pt x="434" y="406"/>
                  </a:lnTo>
                  <a:lnTo>
                    <a:pt x="434" y="404"/>
                  </a:lnTo>
                  <a:close/>
                  <a:moveTo>
                    <a:pt x="412" y="412"/>
                  </a:moveTo>
                  <a:lnTo>
                    <a:pt x="412" y="414"/>
                  </a:lnTo>
                  <a:lnTo>
                    <a:pt x="412" y="414"/>
                  </a:lnTo>
                  <a:lnTo>
                    <a:pt x="412" y="418"/>
                  </a:lnTo>
                  <a:lnTo>
                    <a:pt x="412" y="418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24"/>
                  </a:lnTo>
                  <a:lnTo>
                    <a:pt x="412" y="430"/>
                  </a:lnTo>
                  <a:lnTo>
                    <a:pt x="412" y="430"/>
                  </a:lnTo>
                  <a:lnTo>
                    <a:pt x="412" y="432"/>
                  </a:lnTo>
                  <a:lnTo>
                    <a:pt x="410" y="432"/>
                  </a:lnTo>
                  <a:lnTo>
                    <a:pt x="410" y="432"/>
                  </a:lnTo>
                  <a:lnTo>
                    <a:pt x="410" y="434"/>
                  </a:lnTo>
                  <a:lnTo>
                    <a:pt x="410" y="434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10" y="442"/>
                  </a:lnTo>
                  <a:lnTo>
                    <a:pt x="402" y="468"/>
                  </a:lnTo>
                  <a:lnTo>
                    <a:pt x="394" y="490"/>
                  </a:lnTo>
                  <a:lnTo>
                    <a:pt x="386" y="499"/>
                  </a:lnTo>
                  <a:lnTo>
                    <a:pt x="380" y="509"/>
                  </a:lnTo>
                  <a:lnTo>
                    <a:pt x="372" y="515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4" y="523"/>
                  </a:lnTo>
                  <a:lnTo>
                    <a:pt x="362" y="523"/>
                  </a:lnTo>
                  <a:lnTo>
                    <a:pt x="362" y="523"/>
                  </a:lnTo>
                  <a:lnTo>
                    <a:pt x="360" y="525"/>
                  </a:lnTo>
                  <a:lnTo>
                    <a:pt x="360" y="525"/>
                  </a:lnTo>
                  <a:lnTo>
                    <a:pt x="358" y="525"/>
                  </a:lnTo>
                  <a:lnTo>
                    <a:pt x="358" y="525"/>
                  </a:lnTo>
                  <a:lnTo>
                    <a:pt x="352" y="529"/>
                  </a:lnTo>
                  <a:lnTo>
                    <a:pt x="352" y="529"/>
                  </a:lnTo>
                  <a:lnTo>
                    <a:pt x="338" y="533"/>
                  </a:lnTo>
                  <a:lnTo>
                    <a:pt x="324" y="537"/>
                  </a:lnTo>
                  <a:lnTo>
                    <a:pt x="310" y="537"/>
                  </a:lnTo>
                  <a:lnTo>
                    <a:pt x="294" y="535"/>
                  </a:lnTo>
                  <a:lnTo>
                    <a:pt x="276" y="533"/>
                  </a:lnTo>
                  <a:lnTo>
                    <a:pt x="260" y="527"/>
                  </a:lnTo>
                  <a:lnTo>
                    <a:pt x="242" y="519"/>
                  </a:lnTo>
                  <a:lnTo>
                    <a:pt x="224" y="511"/>
                  </a:lnTo>
                  <a:lnTo>
                    <a:pt x="224" y="511"/>
                  </a:lnTo>
                  <a:lnTo>
                    <a:pt x="204" y="499"/>
                  </a:lnTo>
                  <a:lnTo>
                    <a:pt x="186" y="484"/>
                  </a:lnTo>
                  <a:lnTo>
                    <a:pt x="168" y="468"/>
                  </a:lnTo>
                  <a:lnTo>
                    <a:pt x="150" y="452"/>
                  </a:lnTo>
                  <a:lnTo>
                    <a:pt x="134" y="432"/>
                  </a:lnTo>
                  <a:lnTo>
                    <a:pt x="116" y="412"/>
                  </a:lnTo>
                  <a:lnTo>
                    <a:pt x="102" y="392"/>
                  </a:lnTo>
                  <a:lnTo>
                    <a:pt x="86" y="370"/>
                  </a:lnTo>
                  <a:lnTo>
                    <a:pt x="86" y="370"/>
                  </a:lnTo>
                  <a:lnTo>
                    <a:pt x="80" y="358"/>
                  </a:lnTo>
                  <a:lnTo>
                    <a:pt x="80" y="358"/>
                  </a:lnTo>
                  <a:lnTo>
                    <a:pt x="74" y="348"/>
                  </a:lnTo>
                  <a:lnTo>
                    <a:pt x="74" y="348"/>
                  </a:lnTo>
                  <a:lnTo>
                    <a:pt x="62" y="324"/>
                  </a:lnTo>
                  <a:lnTo>
                    <a:pt x="52" y="300"/>
                  </a:lnTo>
                  <a:lnTo>
                    <a:pt x="42" y="276"/>
                  </a:lnTo>
                  <a:lnTo>
                    <a:pt x="34" y="252"/>
                  </a:lnTo>
                  <a:lnTo>
                    <a:pt x="28" y="228"/>
                  </a:lnTo>
                  <a:lnTo>
                    <a:pt x="24" y="206"/>
                  </a:lnTo>
                  <a:lnTo>
                    <a:pt x="22" y="182"/>
                  </a:lnTo>
                  <a:lnTo>
                    <a:pt x="22" y="160"/>
                  </a:lnTo>
                  <a:lnTo>
                    <a:pt x="22" y="160"/>
                  </a:lnTo>
                  <a:lnTo>
                    <a:pt x="22" y="140"/>
                  </a:lnTo>
                  <a:lnTo>
                    <a:pt x="24" y="122"/>
                  </a:lnTo>
                  <a:lnTo>
                    <a:pt x="28" y="104"/>
                  </a:lnTo>
                  <a:lnTo>
                    <a:pt x="34" y="88"/>
                  </a:lnTo>
                  <a:lnTo>
                    <a:pt x="42" y="74"/>
                  </a:lnTo>
                  <a:lnTo>
                    <a:pt x="50" y="62"/>
                  </a:lnTo>
                  <a:lnTo>
                    <a:pt x="60" y="52"/>
                  </a:lnTo>
                  <a:lnTo>
                    <a:pt x="70" y="42"/>
                  </a:lnTo>
                  <a:lnTo>
                    <a:pt x="70" y="42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2" y="36"/>
                  </a:lnTo>
                  <a:lnTo>
                    <a:pt x="86" y="34"/>
                  </a:lnTo>
                  <a:lnTo>
                    <a:pt x="86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88" y="34"/>
                  </a:lnTo>
                  <a:lnTo>
                    <a:pt x="90" y="34"/>
                  </a:lnTo>
                  <a:lnTo>
                    <a:pt x="90" y="34"/>
                  </a:lnTo>
                  <a:lnTo>
                    <a:pt x="94" y="32"/>
                  </a:lnTo>
                  <a:lnTo>
                    <a:pt x="94" y="32"/>
                  </a:lnTo>
                  <a:lnTo>
                    <a:pt x="96" y="32"/>
                  </a:lnTo>
                  <a:lnTo>
                    <a:pt x="96" y="32"/>
                  </a:lnTo>
                  <a:lnTo>
                    <a:pt x="96" y="30"/>
                  </a:lnTo>
                  <a:lnTo>
                    <a:pt x="96" y="30"/>
                  </a:lnTo>
                  <a:lnTo>
                    <a:pt x="104" y="30"/>
                  </a:lnTo>
                  <a:lnTo>
                    <a:pt x="104" y="30"/>
                  </a:lnTo>
                  <a:lnTo>
                    <a:pt x="108" y="28"/>
                  </a:lnTo>
                  <a:lnTo>
                    <a:pt x="108" y="28"/>
                  </a:lnTo>
                  <a:lnTo>
                    <a:pt x="122" y="28"/>
                  </a:lnTo>
                  <a:lnTo>
                    <a:pt x="122" y="28"/>
                  </a:lnTo>
                  <a:lnTo>
                    <a:pt x="126" y="28"/>
                  </a:lnTo>
                  <a:lnTo>
                    <a:pt x="126" y="28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44" y="30"/>
                  </a:lnTo>
                  <a:lnTo>
                    <a:pt x="158" y="32"/>
                  </a:lnTo>
                  <a:lnTo>
                    <a:pt x="158" y="32"/>
                  </a:lnTo>
                  <a:lnTo>
                    <a:pt x="162" y="34"/>
                  </a:lnTo>
                  <a:lnTo>
                    <a:pt x="162" y="34"/>
                  </a:lnTo>
                  <a:lnTo>
                    <a:pt x="168" y="36"/>
                  </a:lnTo>
                  <a:lnTo>
                    <a:pt x="168" y="36"/>
                  </a:lnTo>
                  <a:lnTo>
                    <a:pt x="172" y="36"/>
                  </a:lnTo>
                  <a:lnTo>
                    <a:pt x="172" y="36"/>
                  </a:lnTo>
                  <a:lnTo>
                    <a:pt x="176" y="38"/>
                  </a:lnTo>
                  <a:lnTo>
                    <a:pt x="176" y="38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194" y="46"/>
                  </a:lnTo>
                  <a:lnTo>
                    <a:pt x="194" y="46"/>
                  </a:lnTo>
                  <a:lnTo>
                    <a:pt x="198" y="48"/>
                  </a:lnTo>
                  <a:lnTo>
                    <a:pt x="198" y="48"/>
                  </a:lnTo>
                  <a:lnTo>
                    <a:pt x="200" y="48"/>
                  </a:lnTo>
                  <a:lnTo>
                    <a:pt x="200" y="48"/>
                  </a:lnTo>
                  <a:lnTo>
                    <a:pt x="202" y="50"/>
                  </a:lnTo>
                  <a:lnTo>
                    <a:pt x="202" y="50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10" y="54"/>
                  </a:lnTo>
                  <a:lnTo>
                    <a:pt x="228" y="66"/>
                  </a:lnTo>
                  <a:lnTo>
                    <a:pt x="246" y="78"/>
                  </a:lnTo>
                  <a:lnTo>
                    <a:pt x="262" y="92"/>
                  </a:lnTo>
                  <a:lnTo>
                    <a:pt x="280" y="108"/>
                  </a:lnTo>
                  <a:lnTo>
                    <a:pt x="296" y="126"/>
                  </a:lnTo>
                  <a:lnTo>
                    <a:pt x="312" y="144"/>
                  </a:lnTo>
                  <a:lnTo>
                    <a:pt x="326" y="162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0" y="18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54" y="206"/>
                  </a:lnTo>
                  <a:lnTo>
                    <a:pt x="354" y="206"/>
                  </a:lnTo>
                  <a:lnTo>
                    <a:pt x="360" y="216"/>
                  </a:lnTo>
                  <a:lnTo>
                    <a:pt x="360" y="216"/>
                  </a:lnTo>
                  <a:lnTo>
                    <a:pt x="366" y="226"/>
                  </a:lnTo>
                  <a:lnTo>
                    <a:pt x="366" y="226"/>
                  </a:lnTo>
                  <a:lnTo>
                    <a:pt x="368" y="230"/>
                  </a:lnTo>
                  <a:lnTo>
                    <a:pt x="368" y="230"/>
                  </a:lnTo>
                  <a:lnTo>
                    <a:pt x="372" y="238"/>
                  </a:lnTo>
                  <a:lnTo>
                    <a:pt x="372" y="240"/>
                  </a:lnTo>
                  <a:lnTo>
                    <a:pt x="372" y="240"/>
                  </a:lnTo>
                  <a:lnTo>
                    <a:pt x="386" y="270"/>
                  </a:lnTo>
                  <a:lnTo>
                    <a:pt x="396" y="300"/>
                  </a:lnTo>
                  <a:lnTo>
                    <a:pt x="404" y="330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58"/>
                  </a:lnTo>
                  <a:lnTo>
                    <a:pt x="410" y="368"/>
                  </a:lnTo>
                  <a:lnTo>
                    <a:pt x="410" y="368"/>
                  </a:lnTo>
                  <a:lnTo>
                    <a:pt x="412" y="372"/>
                  </a:lnTo>
                  <a:lnTo>
                    <a:pt x="412" y="372"/>
                  </a:lnTo>
                  <a:lnTo>
                    <a:pt x="412" y="380"/>
                  </a:lnTo>
                  <a:lnTo>
                    <a:pt x="412" y="382"/>
                  </a:lnTo>
                  <a:lnTo>
                    <a:pt x="412" y="38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2" y="394"/>
                  </a:lnTo>
                  <a:lnTo>
                    <a:pt x="412" y="394"/>
                  </a:lnTo>
                  <a:lnTo>
                    <a:pt x="412" y="404"/>
                  </a:lnTo>
                  <a:lnTo>
                    <a:pt x="412" y="404"/>
                  </a:lnTo>
                  <a:lnTo>
                    <a:pt x="412" y="412"/>
                  </a:lnTo>
                  <a:lnTo>
                    <a:pt x="412" y="4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4" name="Freeform 63"/>
            <p:cNvSpPr>
              <a:spLocks noEditPoints="1"/>
            </p:cNvSpPr>
            <p:nvPr/>
          </p:nvSpPr>
          <p:spPr bwMode="auto">
            <a:xfrm>
              <a:off x="6947238" y="3528654"/>
              <a:ext cx="52177" cy="67359"/>
            </a:xfrm>
            <a:custGeom>
              <a:avLst/>
              <a:gdLst>
                <a:gd name="T0" fmla="*/ 352 w 354"/>
                <a:gd name="T1" fmla="*/ 316 h 457"/>
                <a:gd name="T2" fmla="*/ 350 w 354"/>
                <a:gd name="T3" fmla="*/ 298 h 457"/>
                <a:gd name="T4" fmla="*/ 316 w 354"/>
                <a:gd name="T5" fmla="*/ 192 h 457"/>
                <a:gd name="T6" fmla="*/ 310 w 354"/>
                <a:gd name="T7" fmla="*/ 178 h 457"/>
                <a:gd name="T8" fmla="*/ 294 w 354"/>
                <a:gd name="T9" fmla="*/ 150 h 457"/>
                <a:gd name="T10" fmla="*/ 218 w 354"/>
                <a:gd name="T11" fmla="*/ 58 h 457"/>
                <a:gd name="T12" fmla="*/ 172 w 354"/>
                <a:gd name="T13" fmla="*/ 24 h 457"/>
                <a:gd name="T14" fmla="*/ 160 w 354"/>
                <a:gd name="T15" fmla="*/ 18 h 457"/>
                <a:gd name="T16" fmla="*/ 146 w 354"/>
                <a:gd name="T17" fmla="*/ 10 h 457"/>
                <a:gd name="T18" fmla="*/ 132 w 354"/>
                <a:gd name="T19" fmla="*/ 6 h 457"/>
                <a:gd name="T20" fmla="*/ 98 w 354"/>
                <a:gd name="T21" fmla="*/ 0 h 457"/>
                <a:gd name="T22" fmla="*/ 78 w 354"/>
                <a:gd name="T23" fmla="*/ 0 h 457"/>
                <a:gd name="T24" fmla="*/ 68 w 354"/>
                <a:gd name="T25" fmla="*/ 2 h 457"/>
                <a:gd name="T26" fmla="*/ 60 w 354"/>
                <a:gd name="T27" fmla="*/ 4 h 457"/>
                <a:gd name="T28" fmla="*/ 56 w 354"/>
                <a:gd name="T29" fmla="*/ 6 h 457"/>
                <a:gd name="T30" fmla="*/ 46 w 354"/>
                <a:gd name="T31" fmla="*/ 12 h 457"/>
                <a:gd name="T32" fmla="*/ 8 w 354"/>
                <a:gd name="T33" fmla="*/ 68 h 457"/>
                <a:gd name="T34" fmla="*/ 4 w 354"/>
                <a:gd name="T35" fmla="*/ 160 h 457"/>
                <a:gd name="T36" fmla="*/ 48 w 354"/>
                <a:gd name="T37" fmla="*/ 286 h 457"/>
                <a:gd name="T38" fmla="*/ 74 w 354"/>
                <a:gd name="T39" fmla="*/ 326 h 457"/>
                <a:gd name="T40" fmla="*/ 166 w 354"/>
                <a:gd name="T41" fmla="*/ 422 h 457"/>
                <a:gd name="T42" fmla="*/ 246 w 354"/>
                <a:gd name="T43" fmla="*/ 457 h 457"/>
                <a:gd name="T44" fmla="*/ 304 w 354"/>
                <a:gd name="T45" fmla="*/ 447 h 457"/>
                <a:gd name="T46" fmla="*/ 308 w 354"/>
                <a:gd name="T47" fmla="*/ 445 h 457"/>
                <a:gd name="T48" fmla="*/ 344 w 354"/>
                <a:gd name="T49" fmla="*/ 394 h 457"/>
                <a:gd name="T50" fmla="*/ 352 w 354"/>
                <a:gd name="T51" fmla="*/ 364 h 457"/>
                <a:gd name="T52" fmla="*/ 352 w 354"/>
                <a:gd name="T53" fmla="*/ 356 h 457"/>
                <a:gd name="T54" fmla="*/ 354 w 354"/>
                <a:gd name="T55" fmla="*/ 346 h 457"/>
                <a:gd name="T56" fmla="*/ 336 w 354"/>
                <a:gd name="T57" fmla="*/ 334 h 457"/>
                <a:gd name="T58" fmla="*/ 334 w 354"/>
                <a:gd name="T59" fmla="*/ 342 h 457"/>
                <a:gd name="T60" fmla="*/ 334 w 354"/>
                <a:gd name="T61" fmla="*/ 350 h 457"/>
                <a:gd name="T62" fmla="*/ 332 w 354"/>
                <a:gd name="T63" fmla="*/ 358 h 457"/>
                <a:gd name="T64" fmla="*/ 296 w 354"/>
                <a:gd name="T65" fmla="*/ 422 h 457"/>
                <a:gd name="T66" fmla="*/ 292 w 354"/>
                <a:gd name="T67" fmla="*/ 424 h 457"/>
                <a:gd name="T68" fmla="*/ 252 w 354"/>
                <a:gd name="T69" fmla="*/ 434 h 457"/>
                <a:gd name="T70" fmla="*/ 182 w 354"/>
                <a:gd name="T71" fmla="*/ 412 h 457"/>
                <a:gd name="T72" fmla="*/ 72 w 354"/>
                <a:gd name="T73" fmla="*/ 298 h 457"/>
                <a:gd name="T74" fmla="*/ 42 w 354"/>
                <a:gd name="T75" fmla="*/ 242 h 457"/>
                <a:gd name="T76" fmla="*/ 18 w 354"/>
                <a:gd name="T77" fmla="*/ 130 h 457"/>
                <a:gd name="T78" fmla="*/ 42 w 354"/>
                <a:gd name="T79" fmla="*/ 50 h 457"/>
                <a:gd name="T80" fmla="*/ 68 w 354"/>
                <a:gd name="T81" fmla="*/ 28 h 457"/>
                <a:gd name="T82" fmla="*/ 72 w 354"/>
                <a:gd name="T83" fmla="*/ 28 h 457"/>
                <a:gd name="T84" fmla="*/ 78 w 354"/>
                <a:gd name="T85" fmla="*/ 26 h 457"/>
                <a:gd name="T86" fmla="*/ 86 w 354"/>
                <a:gd name="T87" fmla="*/ 24 h 457"/>
                <a:gd name="T88" fmla="*/ 104 w 354"/>
                <a:gd name="T89" fmla="*/ 22 h 457"/>
                <a:gd name="T90" fmla="*/ 130 w 354"/>
                <a:gd name="T91" fmla="*/ 26 h 457"/>
                <a:gd name="T92" fmla="*/ 140 w 354"/>
                <a:gd name="T93" fmla="*/ 30 h 457"/>
                <a:gd name="T94" fmla="*/ 158 w 354"/>
                <a:gd name="T95" fmla="*/ 36 h 457"/>
                <a:gd name="T96" fmla="*/ 164 w 354"/>
                <a:gd name="T97" fmla="*/ 40 h 457"/>
                <a:gd name="T98" fmla="*/ 172 w 354"/>
                <a:gd name="T99" fmla="*/ 44 h 457"/>
                <a:gd name="T100" fmla="*/ 276 w 354"/>
                <a:gd name="T101" fmla="*/ 148 h 457"/>
                <a:gd name="T102" fmla="*/ 292 w 354"/>
                <a:gd name="T103" fmla="*/ 176 h 457"/>
                <a:gd name="T104" fmla="*/ 302 w 354"/>
                <a:gd name="T105" fmla="*/ 194 h 457"/>
                <a:gd name="T106" fmla="*/ 332 w 354"/>
                <a:gd name="T107" fmla="*/ 290 h 457"/>
                <a:gd name="T108" fmla="*/ 334 w 354"/>
                <a:gd name="T109" fmla="*/ 308 h 457"/>
                <a:gd name="T110" fmla="*/ 336 w 354"/>
                <a:gd name="T111" fmla="*/ 3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4" h="457">
                  <a:moveTo>
                    <a:pt x="354" y="326"/>
                  </a:moveTo>
                  <a:lnTo>
                    <a:pt x="354" y="326"/>
                  </a:lnTo>
                  <a:lnTo>
                    <a:pt x="354" y="326"/>
                  </a:lnTo>
                  <a:lnTo>
                    <a:pt x="354" y="326"/>
                  </a:lnTo>
                  <a:lnTo>
                    <a:pt x="352" y="318"/>
                  </a:lnTo>
                  <a:lnTo>
                    <a:pt x="352" y="316"/>
                  </a:lnTo>
                  <a:lnTo>
                    <a:pt x="352" y="316"/>
                  </a:lnTo>
                  <a:lnTo>
                    <a:pt x="352" y="310"/>
                  </a:lnTo>
                  <a:lnTo>
                    <a:pt x="352" y="310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50" y="298"/>
                  </a:lnTo>
                  <a:lnTo>
                    <a:pt x="350" y="296"/>
                  </a:lnTo>
                  <a:lnTo>
                    <a:pt x="350" y="296"/>
                  </a:lnTo>
                  <a:lnTo>
                    <a:pt x="346" y="270"/>
                  </a:lnTo>
                  <a:lnTo>
                    <a:pt x="338" y="244"/>
                  </a:lnTo>
                  <a:lnTo>
                    <a:pt x="328" y="218"/>
                  </a:lnTo>
                  <a:lnTo>
                    <a:pt x="316" y="192"/>
                  </a:lnTo>
                  <a:lnTo>
                    <a:pt x="316" y="188"/>
                  </a:lnTo>
                  <a:lnTo>
                    <a:pt x="316" y="188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78"/>
                  </a:lnTo>
                  <a:lnTo>
                    <a:pt x="310" y="178"/>
                  </a:lnTo>
                  <a:lnTo>
                    <a:pt x="306" y="170"/>
                  </a:lnTo>
                  <a:lnTo>
                    <a:pt x="306" y="170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4" y="150"/>
                  </a:lnTo>
                  <a:lnTo>
                    <a:pt x="294" y="15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88" y="140"/>
                  </a:lnTo>
                  <a:lnTo>
                    <a:pt x="262" y="104"/>
                  </a:lnTo>
                  <a:lnTo>
                    <a:pt x="234" y="72"/>
                  </a:lnTo>
                  <a:lnTo>
                    <a:pt x="218" y="58"/>
                  </a:lnTo>
                  <a:lnTo>
                    <a:pt x="202" y="44"/>
                  </a:lnTo>
                  <a:lnTo>
                    <a:pt x="188" y="3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72" y="24"/>
                  </a:lnTo>
                  <a:lnTo>
                    <a:pt x="164" y="20"/>
                  </a:lnTo>
                  <a:lnTo>
                    <a:pt x="164" y="20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60" y="18"/>
                  </a:lnTo>
                  <a:lnTo>
                    <a:pt x="160" y="18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56" y="16"/>
                  </a:lnTo>
                  <a:lnTo>
                    <a:pt x="146" y="10"/>
                  </a:lnTo>
                  <a:lnTo>
                    <a:pt x="146" y="10"/>
                  </a:lnTo>
                  <a:lnTo>
                    <a:pt x="140" y="8"/>
                  </a:lnTo>
                  <a:lnTo>
                    <a:pt x="140" y="8"/>
                  </a:lnTo>
                  <a:lnTo>
                    <a:pt x="136" y="8"/>
                  </a:lnTo>
                  <a:lnTo>
                    <a:pt x="136" y="8"/>
                  </a:lnTo>
                  <a:lnTo>
                    <a:pt x="132" y="6"/>
                  </a:lnTo>
                  <a:lnTo>
                    <a:pt x="132" y="6"/>
                  </a:lnTo>
                  <a:lnTo>
                    <a:pt x="128" y="4"/>
                  </a:lnTo>
                  <a:lnTo>
                    <a:pt x="128" y="4"/>
                  </a:lnTo>
                  <a:lnTo>
                    <a:pt x="124" y="4"/>
                  </a:lnTo>
                  <a:lnTo>
                    <a:pt x="124" y="4"/>
                  </a:lnTo>
                  <a:lnTo>
                    <a:pt x="110" y="0"/>
                  </a:lnTo>
                  <a:lnTo>
                    <a:pt x="98" y="0"/>
                  </a:lnTo>
                  <a:lnTo>
                    <a:pt x="98" y="0"/>
                  </a:lnTo>
                  <a:lnTo>
                    <a:pt x="96" y="0"/>
                  </a:lnTo>
                  <a:lnTo>
                    <a:pt x="96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8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12"/>
                  </a:lnTo>
                  <a:lnTo>
                    <a:pt x="46" y="12"/>
                  </a:lnTo>
                  <a:lnTo>
                    <a:pt x="36" y="20"/>
                  </a:lnTo>
                  <a:lnTo>
                    <a:pt x="26" y="30"/>
                  </a:lnTo>
                  <a:lnTo>
                    <a:pt x="18" y="42"/>
                  </a:lnTo>
                  <a:lnTo>
                    <a:pt x="12" y="54"/>
                  </a:lnTo>
                  <a:lnTo>
                    <a:pt x="8" y="68"/>
                  </a:lnTo>
                  <a:lnTo>
                    <a:pt x="4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18"/>
                  </a:lnTo>
                  <a:lnTo>
                    <a:pt x="2" y="138"/>
                  </a:lnTo>
                  <a:lnTo>
                    <a:pt x="4" y="160"/>
                  </a:lnTo>
                  <a:lnTo>
                    <a:pt x="8" y="180"/>
                  </a:lnTo>
                  <a:lnTo>
                    <a:pt x="14" y="202"/>
                  </a:lnTo>
                  <a:lnTo>
                    <a:pt x="20" y="222"/>
                  </a:lnTo>
                  <a:lnTo>
                    <a:pt x="28" y="244"/>
                  </a:lnTo>
                  <a:lnTo>
                    <a:pt x="38" y="266"/>
                  </a:lnTo>
                  <a:lnTo>
                    <a:pt x="48" y="286"/>
                  </a:lnTo>
                  <a:lnTo>
                    <a:pt x="48" y="286"/>
                  </a:lnTo>
                  <a:lnTo>
                    <a:pt x="54" y="296"/>
                  </a:lnTo>
                  <a:lnTo>
                    <a:pt x="54" y="296"/>
                  </a:lnTo>
                  <a:lnTo>
                    <a:pt x="60" y="306"/>
                  </a:lnTo>
                  <a:lnTo>
                    <a:pt x="60" y="306"/>
                  </a:lnTo>
                  <a:lnTo>
                    <a:pt x="74" y="326"/>
                  </a:lnTo>
                  <a:lnTo>
                    <a:pt x="86" y="346"/>
                  </a:lnTo>
                  <a:lnTo>
                    <a:pt x="102" y="364"/>
                  </a:lnTo>
                  <a:lnTo>
                    <a:pt x="116" y="380"/>
                  </a:lnTo>
                  <a:lnTo>
                    <a:pt x="132" y="396"/>
                  </a:lnTo>
                  <a:lnTo>
                    <a:pt x="150" y="410"/>
                  </a:lnTo>
                  <a:lnTo>
                    <a:pt x="166" y="422"/>
                  </a:lnTo>
                  <a:lnTo>
                    <a:pt x="182" y="432"/>
                  </a:lnTo>
                  <a:lnTo>
                    <a:pt x="182" y="432"/>
                  </a:lnTo>
                  <a:lnTo>
                    <a:pt x="200" y="443"/>
                  </a:lnTo>
                  <a:lnTo>
                    <a:pt x="216" y="449"/>
                  </a:lnTo>
                  <a:lnTo>
                    <a:pt x="230" y="453"/>
                  </a:lnTo>
                  <a:lnTo>
                    <a:pt x="246" y="457"/>
                  </a:lnTo>
                  <a:lnTo>
                    <a:pt x="260" y="457"/>
                  </a:lnTo>
                  <a:lnTo>
                    <a:pt x="274" y="457"/>
                  </a:lnTo>
                  <a:lnTo>
                    <a:pt x="286" y="455"/>
                  </a:lnTo>
                  <a:lnTo>
                    <a:pt x="298" y="451"/>
                  </a:lnTo>
                  <a:lnTo>
                    <a:pt x="298" y="451"/>
                  </a:lnTo>
                  <a:lnTo>
                    <a:pt x="304" y="447"/>
                  </a:lnTo>
                  <a:lnTo>
                    <a:pt x="304" y="447"/>
                  </a:lnTo>
                  <a:lnTo>
                    <a:pt x="306" y="447"/>
                  </a:lnTo>
                  <a:lnTo>
                    <a:pt x="306" y="447"/>
                  </a:lnTo>
                  <a:lnTo>
                    <a:pt x="306" y="445"/>
                  </a:lnTo>
                  <a:lnTo>
                    <a:pt x="306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08" y="445"/>
                  </a:lnTo>
                  <a:lnTo>
                    <a:pt x="324" y="430"/>
                  </a:lnTo>
                  <a:lnTo>
                    <a:pt x="336" y="414"/>
                  </a:lnTo>
                  <a:lnTo>
                    <a:pt x="344" y="394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0" y="372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4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62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6"/>
                  </a:lnTo>
                  <a:lnTo>
                    <a:pt x="352" y="352"/>
                  </a:lnTo>
                  <a:lnTo>
                    <a:pt x="352" y="352"/>
                  </a:lnTo>
                  <a:lnTo>
                    <a:pt x="352" y="346"/>
                  </a:lnTo>
                  <a:lnTo>
                    <a:pt x="354" y="346"/>
                  </a:lnTo>
                  <a:lnTo>
                    <a:pt x="354" y="346"/>
                  </a:lnTo>
                  <a:lnTo>
                    <a:pt x="354" y="338"/>
                  </a:lnTo>
                  <a:lnTo>
                    <a:pt x="354" y="338"/>
                  </a:lnTo>
                  <a:lnTo>
                    <a:pt x="354" y="328"/>
                  </a:lnTo>
                  <a:lnTo>
                    <a:pt x="354" y="326"/>
                  </a:lnTo>
                  <a:close/>
                  <a:moveTo>
                    <a:pt x="336" y="334"/>
                  </a:moveTo>
                  <a:lnTo>
                    <a:pt x="336" y="336"/>
                  </a:lnTo>
                  <a:lnTo>
                    <a:pt x="336" y="336"/>
                  </a:lnTo>
                  <a:lnTo>
                    <a:pt x="336" y="338"/>
                  </a:lnTo>
                  <a:lnTo>
                    <a:pt x="336" y="338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2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48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32" y="358"/>
                  </a:lnTo>
                  <a:lnTo>
                    <a:pt x="328" y="378"/>
                  </a:lnTo>
                  <a:lnTo>
                    <a:pt x="320" y="396"/>
                  </a:lnTo>
                  <a:lnTo>
                    <a:pt x="308" y="410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6" y="422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4" y="424"/>
                  </a:lnTo>
                  <a:lnTo>
                    <a:pt x="292" y="424"/>
                  </a:lnTo>
                  <a:lnTo>
                    <a:pt x="292" y="424"/>
                  </a:lnTo>
                  <a:lnTo>
                    <a:pt x="286" y="428"/>
                  </a:lnTo>
                  <a:lnTo>
                    <a:pt x="286" y="428"/>
                  </a:lnTo>
                  <a:lnTo>
                    <a:pt x="276" y="432"/>
                  </a:lnTo>
                  <a:lnTo>
                    <a:pt x="264" y="434"/>
                  </a:lnTo>
                  <a:lnTo>
                    <a:pt x="252" y="434"/>
                  </a:lnTo>
                  <a:lnTo>
                    <a:pt x="238" y="432"/>
                  </a:lnTo>
                  <a:lnTo>
                    <a:pt x="226" y="430"/>
                  </a:lnTo>
                  <a:lnTo>
                    <a:pt x="212" y="426"/>
                  </a:lnTo>
                  <a:lnTo>
                    <a:pt x="196" y="420"/>
                  </a:lnTo>
                  <a:lnTo>
                    <a:pt x="182" y="412"/>
                  </a:lnTo>
                  <a:lnTo>
                    <a:pt x="182" y="412"/>
                  </a:lnTo>
                  <a:lnTo>
                    <a:pt x="166" y="402"/>
                  </a:lnTo>
                  <a:lnTo>
                    <a:pt x="152" y="392"/>
                  </a:lnTo>
                  <a:lnTo>
                    <a:pt x="138" y="378"/>
                  </a:lnTo>
                  <a:lnTo>
                    <a:pt x="122" y="366"/>
                  </a:lnTo>
                  <a:lnTo>
                    <a:pt x="96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66" y="290"/>
                  </a:lnTo>
                  <a:lnTo>
                    <a:pt x="66" y="290"/>
                  </a:lnTo>
                  <a:lnTo>
                    <a:pt x="62" y="280"/>
                  </a:lnTo>
                  <a:lnTo>
                    <a:pt x="62" y="280"/>
                  </a:lnTo>
                  <a:lnTo>
                    <a:pt x="42" y="242"/>
                  </a:lnTo>
                  <a:lnTo>
                    <a:pt x="30" y="204"/>
                  </a:lnTo>
                  <a:lnTo>
                    <a:pt x="24" y="184"/>
                  </a:lnTo>
                  <a:lnTo>
                    <a:pt x="22" y="166"/>
                  </a:lnTo>
                  <a:lnTo>
                    <a:pt x="20" y="148"/>
                  </a:lnTo>
                  <a:lnTo>
                    <a:pt x="18" y="130"/>
                  </a:lnTo>
                  <a:lnTo>
                    <a:pt x="18" y="130"/>
                  </a:lnTo>
                  <a:lnTo>
                    <a:pt x="20" y="114"/>
                  </a:lnTo>
                  <a:lnTo>
                    <a:pt x="22" y="98"/>
                  </a:lnTo>
                  <a:lnTo>
                    <a:pt x="24" y="84"/>
                  </a:lnTo>
                  <a:lnTo>
                    <a:pt x="28" y="72"/>
                  </a:lnTo>
                  <a:lnTo>
                    <a:pt x="34" y="60"/>
                  </a:lnTo>
                  <a:lnTo>
                    <a:pt x="42" y="50"/>
                  </a:lnTo>
                  <a:lnTo>
                    <a:pt x="50" y="42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62" y="32"/>
                  </a:lnTo>
                  <a:lnTo>
                    <a:pt x="62" y="32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68" y="28"/>
                  </a:lnTo>
                  <a:lnTo>
                    <a:pt x="70" y="28"/>
                  </a:lnTo>
                  <a:lnTo>
                    <a:pt x="70" y="28"/>
                  </a:lnTo>
                  <a:lnTo>
                    <a:pt x="72" y="28"/>
                  </a:lnTo>
                  <a:lnTo>
                    <a:pt x="72" y="28"/>
                  </a:lnTo>
                  <a:lnTo>
                    <a:pt x="72" y="26"/>
                  </a:lnTo>
                  <a:lnTo>
                    <a:pt x="72" y="26"/>
                  </a:lnTo>
                  <a:lnTo>
                    <a:pt x="74" y="26"/>
                  </a:lnTo>
                  <a:lnTo>
                    <a:pt x="74" y="26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100" y="22"/>
                  </a:lnTo>
                  <a:lnTo>
                    <a:pt x="100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8" y="24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8" y="28"/>
                  </a:lnTo>
                  <a:lnTo>
                    <a:pt x="138" y="28"/>
                  </a:lnTo>
                  <a:lnTo>
                    <a:pt x="140" y="30"/>
                  </a:lnTo>
                  <a:lnTo>
                    <a:pt x="140" y="30"/>
                  </a:lnTo>
                  <a:lnTo>
                    <a:pt x="144" y="30"/>
                  </a:lnTo>
                  <a:lnTo>
                    <a:pt x="144" y="30"/>
                  </a:lnTo>
                  <a:lnTo>
                    <a:pt x="148" y="32"/>
                  </a:lnTo>
                  <a:lnTo>
                    <a:pt x="148" y="32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58" y="36"/>
                  </a:lnTo>
                  <a:lnTo>
                    <a:pt x="162" y="38"/>
                  </a:lnTo>
                  <a:lnTo>
                    <a:pt x="162" y="38"/>
                  </a:lnTo>
                  <a:lnTo>
                    <a:pt x="164" y="40"/>
                  </a:lnTo>
                  <a:lnTo>
                    <a:pt x="164" y="40"/>
                  </a:lnTo>
                  <a:lnTo>
                    <a:pt x="166" y="40"/>
                  </a:lnTo>
                  <a:lnTo>
                    <a:pt x="166" y="40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172" y="44"/>
                  </a:lnTo>
                  <a:lnTo>
                    <a:pt x="200" y="64"/>
                  </a:lnTo>
                  <a:lnTo>
                    <a:pt x="228" y="88"/>
                  </a:lnTo>
                  <a:lnTo>
                    <a:pt x="254" y="116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76" y="148"/>
                  </a:lnTo>
                  <a:lnTo>
                    <a:pt x="282" y="158"/>
                  </a:lnTo>
                  <a:lnTo>
                    <a:pt x="282" y="158"/>
                  </a:lnTo>
                  <a:lnTo>
                    <a:pt x="288" y="166"/>
                  </a:lnTo>
                  <a:lnTo>
                    <a:pt x="288" y="166"/>
                  </a:lnTo>
                  <a:lnTo>
                    <a:pt x="292" y="176"/>
                  </a:lnTo>
                  <a:lnTo>
                    <a:pt x="292" y="176"/>
                  </a:lnTo>
                  <a:lnTo>
                    <a:pt x="296" y="182"/>
                  </a:lnTo>
                  <a:lnTo>
                    <a:pt x="296" y="182"/>
                  </a:lnTo>
                  <a:lnTo>
                    <a:pt x="298" y="186"/>
                  </a:lnTo>
                  <a:lnTo>
                    <a:pt x="298" y="186"/>
                  </a:lnTo>
                  <a:lnTo>
                    <a:pt x="302" y="192"/>
                  </a:lnTo>
                  <a:lnTo>
                    <a:pt x="302" y="194"/>
                  </a:lnTo>
                  <a:lnTo>
                    <a:pt x="302" y="194"/>
                  </a:lnTo>
                  <a:lnTo>
                    <a:pt x="314" y="218"/>
                  </a:lnTo>
                  <a:lnTo>
                    <a:pt x="322" y="242"/>
                  </a:lnTo>
                  <a:lnTo>
                    <a:pt x="328" y="266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2" y="290"/>
                  </a:lnTo>
                  <a:lnTo>
                    <a:pt x="334" y="296"/>
                  </a:lnTo>
                  <a:lnTo>
                    <a:pt x="334" y="296"/>
                  </a:lnTo>
                  <a:lnTo>
                    <a:pt x="334" y="302"/>
                  </a:lnTo>
                  <a:lnTo>
                    <a:pt x="334" y="302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4" y="308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6"/>
                  </a:lnTo>
                  <a:lnTo>
                    <a:pt x="336" y="318"/>
                  </a:lnTo>
                  <a:lnTo>
                    <a:pt x="336" y="318"/>
                  </a:lnTo>
                  <a:lnTo>
                    <a:pt x="336" y="326"/>
                  </a:lnTo>
                  <a:lnTo>
                    <a:pt x="336" y="326"/>
                  </a:lnTo>
                  <a:lnTo>
                    <a:pt x="336" y="334"/>
                  </a:lnTo>
                  <a:lnTo>
                    <a:pt x="336" y="33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5" name="Freeform 64"/>
            <p:cNvSpPr>
              <a:spLocks noEditPoints="1"/>
            </p:cNvSpPr>
            <p:nvPr/>
          </p:nvSpPr>
          <p:spPr bwMode="auto">
            <a:xfrm>
              <a:off x="6952250" y="3534845"/>
              <a:ext cx="42155" cy="54831"/>
            </a:xfrm>
            <a:custGeom>
              <a:avLst/>
              <a:gdLst>
                <a:gd name="T0" fmla="*/ 286 w 286"/>
                <a:gd name="T1" fmla="*/ 258 h 372"/>
                <a:gd name="T2" fmla="*/ 284 w 286"/>
                <a:gd name="T3" fmla="*/ 242 h 372"/>
                <a:gd name="T4" fmla="*/ 256 w 286"/>
                <a:gd name="T5" fmla="*/ 156 h 372"/>
                <a:gd name="T6" fmla="*/ 250 w 286"/>
                <a:gd name="T7" fmla="*/ 146 h 372"/>
                <a:gd name="T8" fmla="*/ 238 w 286"/>
                <a:gd name="T9" fmla="*/ 122 h 372"/>
                <a:gd name="T10" fmla="*/ 164 w 286"/>
                <a:gd name="T11" fmla="*/ 38 h 372"/>
                <a:gd name="T12" fmla="*/ 132 w 286"/>
                <a:gd name="T13" fmla="*/ 18 h 372"/>
                <a:gd name="T14" fmla="*/ 126 w 286"/>
                <a:gd name="T15" fmla="*/ 14 h 372"/>
                <a:gd name="T16" fmla="*/ 112 w 286"/>
                <a:gd name="T17" fmla="*/ 8 h 372"/>
                <a:gd name="T18" fmla="*/ 102 w 286"/>
                <a:gd name="T19" fmla="*/ 4 h 372"/>
                <a:gd name="T20" fmla="*/ 78 w 286"/>
                <a:gd name="T21" fmla="*/ 0 h 372"/>
                <a:gd name="T22" fmla="*/ 60 w 286"/>
                <a:gd name="T23" fmla="*/ 2 h 372"/>
                <a:gd name="T24" fmla="*/ 54 w 286"/>
                <a:gd name="T25" fmla="*/ 4 h 372"/>
                <a:gd name="T26" fmla="*/ 48 w 286"/>
                <a:gd name="T27" fmla="*/ 6 h 372"/>
                <a:gd name="T28" fmla="*/ 44 w 286"/>
                <a:gd name="T29" fmla="*/ 6 h 372"/>
                <a:gd name="T30" fmla="*/ 20 w 286"/>
                <a:gd name="T31" fmla="*/ 26 h 372"/>
                <a:gd name="T32" fmla="*/ 0 w 286"/>
                <a:gd name="T33" fmla="*/ 98 h 372"/>
                <a:gd name="T34" fmla="*/ 38 w 286"/>
                <a:gd name="T35" fmla="*/ 234 h 372"/>
                <a:gd name="T36" fmla="*/ 70 w 286"/>
                <a:gd name="T37" fmla="*/ 282 h 372"/>
                <a:gd name="T38" fmla="*/ 160 w 286"/>
                <a:gd name="T39" fmla="*/ 358 h 372"/>
                <a:gd name="T40" fmla="*/ 232 w 286"/>
                <a:gd name="T41" fmla="*/ 368 h 372"/>
                <a:gd name="T42" fmla="*/ 248 w 286"/>
                <a:gd name="T43" fmla="*/ 362 h 372"/>
                <a:gd name="T44" fmla="*/ 250 w 286"/>
                <a:gd name="T45" fmla="*/ 360 h 372"/>
                <a:gd name="T46" fmla="*/ 284 w 286"/>
                <a:gd name="T47" fmla="*/ 302 h 372"/>
                <a:gd name="T48" fmla="*/ 284 w 286"/>
                <a:gd name="T49" fmla="*/ 294 h 372"/>
                <a:gd name="T50" fmla="*/ 286 w 286"/>
                <a:gd name="T51" fmla="*/ 286 h 372"/>
                <a:gd name="T52" fmla="*/ 286 w 286"/>
                <a:gd name="T53" fmla="*/ 274 h 372"/>
                <a:gd name="T54" fmla="*/ 272 w 286"/>
                <a:gd name="T55" fmla="*/ 276 h 372"/>
                <a:gd name="T56" fmla="*/ 270 w 286"/>
                <a:gd name="T57" fmla="*/ 284 h 372"/>
                <a:gd name="T58" fmla="*/ 270 w 286"/>
                <a:gd name="T59" fmla="*/ 290 h 372"/>
                <a:gd name="T60" fmla="*/ 250 w 286"/>
                <a:gd name="T61" fmla="*/ 334 h 372"/>
                <a:gd name="T62" fmla="*/ 238 w 286"/>
                <a:gd name="T63" fmla="*/ 344 h 372"/>
                <a:gd name="T64" fmla="*/ 232 w 286"/>
                <a:gd name="T65" fmla="*/ 348 h 372"/>
                <a:gd name="T66" fmla="*/ 170 w 286"/>
                <a:gd name="T67" fmla="*/ 346 h 372"/>
                <a:gd name="T68" fmla="*/ 58 w 286"/>
                <a:gd name="T69" fmla="*/ 244 h 372"/>
                <a:gd name="T70" fmla="*/ 34 w 286"/>
                <a:gd name="T71" fmla="*/ 198 h 372"/>
                <a:gd name="T72" fmla="*/ 20 w 286"/>
                <a:gd name="T73" fmla="*/ 70 h 372"/>
                <a:gd name="T74" fmla="*/ 46 w 286"/>
                <a:gd name="T75" fmla="*/ 30 h 372"/>
                <a:gd name="T76" fmla="*/ 54 w 286"/>
                <a:gd name="T77" fmla="*/ 24 h 372"/>
                <a:gd name="T78" fmla="*/ 58 w 286"/>
                <a:gd name="T79" fmla="*/ 24 h 372"/>
                <a:gd name="T80" fmla="*/ 64 w 286"/>
                <a:gd name="T81" fmla="*/ 22 h 372"/>
                <a:gd name="T82" fmla="*/ 72 w 286"/>
                <a:gd name="T83" fmla="*/ 20 h 372"/>
                <a:gd name="T84" fmla="*/ 86 w 286"/>
                <a:gd name="T85" fmla="*/ 20 h 372"/>
                <a:gd name="T86" fmla="*/ 110 w 286"/>
                <a:gd name="T87" fmla="*/ 24 h 372"/>
                <a:gd name="T88" fmla="*/ 120 w 286"/>
                <a:gd name="T89" fmla="*/ 28 h 372"/>
                <a:gd name="T90" fmla="*/ 130 w 286"/>
                <a:gd name="T91" fmla="*/ 32 h 372"/>
                <a:gd name="T92" fmla="*/ 138 w 286"/>
                <a:gd name="T93" fmla="*/ 36 h 372"/>
                <a:gd name="T94" fmla="*/ 224 w 286"/>
                <a:gd name="T95" fmla="*/ 122 h 372"/>
                <a:gd name="T96" fmla="*/ 232 w 286"/>
                <a:gd name="T97" fmla="*/ 136 h 372"/>
                <a:gd name="T98" fmla="*/ 242 w 286"/>
                <a:gd name="T99" fmla="*/ 152 h 372"/>
                <a:gd name="T100" fmla="*/ 266 w 286"/>
                <a:gd name="T101" fmla="*/ 218 h 372"/>
                <a:gd name="T102" fmla="*/ 270 w 286"/>
                <a:gd name="T103" fmla="*/ 246 h 372"/>
                <a:gd name="T104" fmla="*/ 272 w 286"/>
                <a:gd name="T105" fmla="*/ 258 h 372"/>
                <a:gd name="T106" fmla="*/ 272 w 286"/>
                <a:gd name="T107" fmla="*/ 2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6" h="372">
                  <a:moveTo>
                    <a:pt x="286" y="266"/>
                  </a:moveTo>
                  <a:lnTo>
                    <a:pt x="286" y="266"/>
                  </a:lnTo>
                  <a:lnTo>
                    <a:pt x="286" y="266"/>
                  </a:lnTo>
                  <a:lnTo>
                    <a:pt x="286" y="266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6" y="258"/>
                  </a:lnTo>
                  <a:lnTo>
                    <a:pt x="284" y="252"/>
                  </a:lnTo>
                  <a:lnTo>
                    <a:pt x="284" y="252"/>
                  </a:lnTo>
                  <a:lnTo>
                    <a:pt x="284" y="248"/>
                  </a:lnTo>
                  <a:lnTo>
                    <a:pt x="284" y="248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4" y="242"/>
                  </a:lnTo>
                  <a:lnTo>
                    <a:pt x="280" y="220"/>
                  </a:lnTo>
                  <a:lnTo>
                    <a:pt x="274" y="200"/>
                  </a:lnTo>
                  <a:lnTo>
                    <a:pt x="266" y="178"/>
                  </a:lnTo>
                  <a:lnTo>
                    <a:pt x="256" y="156"/>
                  </a:lnTo>
                  <a:lnTo>
                    <a:pt x="256" y="154"/>
                  </a:lnTo>
                  <a:lnTo>
                    <a:pt x="256" y="154"/>
                  </a:lnTo>
                  <a:lnTo>
                    <a:pt x="252" y="148"/>
                  </a:lnTo>
                  <a:lnTo>
                    <a:pt x="252" y="148"/>
                  </a:lnTo>
                  <a:lnTo>
                    <a:pt x="250" y="146"/>
                  </a:lnTo>
                  <a:lnTo>
                    <a:pt x="250" y="146"/>
                  </a:lnTo>
                  <a:lnTo>
                    <a:pt x="248" y="138"/>
                  </a:lnTo>
                  <a:lnTo>
                    <a:pt x="248" y="138"/>
                  </a:lnTo>
                  <a:lnTo>
                    <a:pt x="242" y="130"/>
                  </a:lnTo>
                  <a:lnTo>
                    <a:pt x="242" y="130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32" y="114"/>
                  </a:lnTo>
                  <a:lnTo>
                    <a:pt x="212" y="86"/>
                  </a:lnTo>
                  <a:lnTo>
                    <a:pt x="188" y="60"/>
                  </a:lnTo>
                  <a:lnTo>
                    <a:pt x="164" y="38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2" y="18"/>
                  </a:lnTo>
                  <a:lnTo>
                    <a:pt x="132" y="18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30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18" y="10"/>
                  </a:lnTo>
                  <a:lnTo>
                    <a:pt x="118" y="10"/>
                  </a:lnTo>
                  <a:lnTo>
                    <a:pt x="112" y="8"/>
                  </a:lnTo>
                  <a:lnTo>
                    <a:pt x="112" y="8"/>
                  </a:lnTo>
                  <a:lnTo>
                    <a:pt x="110" y="8"/>
                  </a:lnTo>
                  <a:lnTo>
                    <a:pt x="110" y="8"/>
                  </a:lnTo>
                  <a:lnTo>
                    <a:pt x="108" y="6"/>
                  </a:lnTo>
                  <a:lnTo>
                    <a:pt x="108" y="6"/>
                  </a:lnTo>
                  <a:lnTo>
                    <a:pt x="102" y="4"/>
                  </a:lnTo>
                  <a:lnTo>
                    <a:pt x="102" y="4"/>
                  </a:lnTo>
                  <a:lnTo>
                    <a:pt x="100" y="4"/>
                  </a:lnTo>
                  <a:lnTo>
                    <a:pt x="100" y="4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50" y="4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36" y="12"/>
                  </a:lnTo>
                  <a:lnTo>
                    <a:pt x="36" y="12"/>
                  </a:lnTo>
                  <a:lnTo>
                    <a:pt x="28" y="18"/>
                  </a:lnTo>
                  <a:lnTo>
                    <a:pt x="20" y="26"/>
                  </a:lnTo>
                  <a:lnTo>
                    <a:pt x="14" y="34"/>
                  </a:lnTo>
                  <a:lnTo>
                    <a:pt x="10" y="46"/>
                  </a:lnTo>
                  <a:lnTo>
                    <a:pt x="6" y="56"/>
                  </a:lnTo>
                  <a:lnTo>
                    <a:pt x="2" y="70"/>
                  </a:lnTo>
                  <a:lnTo>
                    <a:pt x="0" y="84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4"/>
                  </a:lnTo>
                  <a:lnTo>
                    <a:pt x="2" y="130"/>
                  </a:lnTo>
                  <a:lnTo>
                    <a:pt x="10" y="164"/>
                  </a:lnTo>
                  <a:lnTo>
                    <a:pt x="22" y="200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4" y="242"/>
                  </a:lnTo>
                  <a:lnTo>
                    <a:pt x="44" y="242"/>
                  </a:lnTo>
                  <a:lnTo>
                    <a:pt x="48" y="250"/>
                  </a:lnTo>
                  <a:lnTo>
                    <a:pt x="48" y="250"/>
                  </a:lnTo>
                  <a:lnTo>
                    <a:pt x="70" y="282"/>
                  </a:lnTo>
                  <a:lnTo>
                    <a:pt x="94" y="310"/>
                  </a:lnTo>
                  <a:lnTo>
                    <a:pt x="120" y="332"/>
                  </a:lnTo>
                  <a:lnTo>
                    <a:pt x="134" y="342"/>
                  </a:lnTo>
                  <a:lnTo>
                    <a:pt x="148" y="352"/>
                  </a:lnTo>
                  <a:lnTo>
                    <a:pt x="148" y="352"/>
                  </a:lnTo>
                  <a:lnTo>
                    <a:pt x="160" y="358"/>
                  </a:lnTo>
                  <a:lnTo>
                    <a:pt x="174" y="364"/>
                  </a:lnTo>
                  <a:lnTo>
                    <a:pt x="186" y="368"/>
                  </a:lnTo>
                  <a:lnTo>
                    <a:pt x="198" y="370"/>
                  </a:lnTo>
                  <a:lnTo>
                    <a:pt x="210" y="372"/>
                  </a:lnTo>
                  <a:lnTo>
                    <a:pt x="222" y="370"/>
                  </a:lnTo>
                  <a:lnTo>
                    <a:pt x="232" y="368"/>
                  </a:lnTo>
                  <a:lnTo>
                    <a:pt x="242" y="366"/>
                  </a:lnTo>
                  <a:lnTo>
                    <a:pt x="242" y="366"/>
                  </a:lnTo>
                  <a:lnTo>
                    <a:pt x="246" y="362"/>
                  </a:lnTo>
                  <a:lnTo>
                    <a:pt x="246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48" y="362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50" y="360"/>
                  </a:lnTo>
                  <a:lnTo>
                    <a:pt x="262" y="350"/>
                  </a:lnTo>
                  <a:lnTo>
                    <a:pt x="272" y="338"/>
                  </a:lnTo>
                  <a:lnTo>
                    <a:pt x="278" y="32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302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90"/>
                  </a:lnTo>
                  <a:lnTo>
                    <a:pt x="286" y="286"/>
                  </a:lnTo>
                  <a:lnTo>
                    <a:pt x="286" y="286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82"/>
                  </a:lnTo>
                  <a:lnTo>
                    <a:pt x="286" y="274"/>
                  </a:lnTo>
                  <a:lnTo>
                    <a:pt x="286" y="274"/>
                  </a:lnTo>
                  <a:lnTo>
                    <a:pt x="286" y="268"/>
                  </a:lnTo>
                  <a:lnTo>
                    <a:pt x="286" y="266"/>
                  </a:lnTo>
                  <a:close/>
                  <a:moveTo>
                    <a:pt x="272" y="272"/>
                  </a:moveTo>
                  <a:lnTo>
                    <a:pt x="272" y="272"/>
                  </a:lnTo>
                  <a:lnTo>
                    <a:pt x="272" y="272"/>
                  </a:lnTo>
                  <a:lnTo>
                    <a:pt x="272" y="276"/>
                  </a:lnTo>
                  <a:lnTo>
                    <a:pt x="272" y="276"/>
                  </a:lnTo>
                  <a:lnTo>
                    <a:pt x="270" y="278"/>
                  </a:lnTo>
                  <a:lnTo>
                    <a:pt x="270" y="280"/>
                  </a:lnTo>
                  <a:lnTo>
                    <a:pt x="270" y="280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4"/>
                  </a:lnTo>
                  <a:lnTo>
                    <a:pt x="270" y="286"/>
                  </a:lnTo>
                  <a:lnTo>
                    <a:pt x="270" y="286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0" y="292"/>
                  </a:lnTo>
                  <a:lnTo>
                    <a:pt x="270" y="292"/>
                  </a:lnTo>
                  <a:lnTo>
                    <a:pt x="264" y="308"/>
                  </a:lnTo>
                  <a:lnTo>
                    <a:pt x="258" y="322"/>
                  </a:lnTo>
                  <a:lnTo>
                    <a:pt x="250" y="33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40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8" y="344"/>
                  </a:lnTo>
                  <a:lnTo>
                    <a:pt x="236" y="346"/>
                  </a:lnTo>
                  <a:lnTo>
                    <a:pt x="236" y="346"/>
                  </a:lnTo>
                  <a:lnTo>
                    <a:pt x="232" y="348"/>
                  </a:lnTo>
                  <a:lnTo>
                    <a:pt x="232" y="348"/>
                  </a:lnTo>
                  <a:lnTo>
                    <a:pt x="222" y="350"/>
                  </a:lnTo>
                  <a:lnTo>
                    <a:pt x="214" y="352"/>
                  </a:lnTo>
                  <a:lnTo>
                    <a:pt x="204" y="352"/>
                  </a:lnTo>
                  <a:lnTo>
                    <a:pt x="192" y="352"/>
                  </a:lnTo>
                  <a:lnTo>
                    <a:pt x="182" y="350"/>
                  </a:lnTo>
                  <a:lnTo>
                    <a:pt x="170" y="346"/>
                  </a:lnTo>
                  <a:lnTo>
                    <a:pt x="148" y="336"/>
                  </a:lnTo>
                  <a:lnTo>
                    <a:pt x="148" y="336"/>
                  </a:lnTo>
                  <a:lnTo>
                    <a:pt x="122" y="318"/>
                  </a:lnTo>
                  <a:lnTo>
                    <a:pt x="100" y="298"/>
                  </a:lnTo>
                  <a:lnTo>
                    <a:pt x="78" y="272"/>
                  </a:lnTo>
                  <a:lnTo>
                    <a:pt x="58" y="244"/>
                  </a:lnTo>
                  <a:lnTo>
                    <a:pt x="58" y="244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50" y="228"/>
                  </a:lnTo>
                  <a:lnTo>
                    <a:pt x="50" y="228"/>
                  </a:lnTo>
                  <a:lnTo>
                    <a:pt x="34" y="198"/>
                  </a:lnTo>
                  <a:lnTo>
                    <a:pt x="24" y="166"/>
                  </a:lnTo>
                  <a:lnTo>
                    <a:pt x="16" y="136"/>
                  </a:lnTo>
                  <a:lnTo>
                    <a:pt x="14" y="106"/>
                  </a:lnTo>
                  <a:lnTo>
                    <a:pt x="14" y="106"/>
                  </a:lnTo>
                  <a:lnTo>
                    <a:pt x="16" y="82"/>
                  </a:lnTo>
                  <a:lnTo>
                    <a:pt x="20" y="70"/>
                  </a:lnTo>
                  <a:lnTo>
                    <a:pt x="22" y="60"/>
                  </a:lnTo>
                  <a:lnTo>
                    <a:pt x="28" y="50"/>
                  </a:lnTo>
                  <a:lnTo>
                    <a:pt x="34" y="42"/>
                  </a:lnTo>
                  <a:lnTo>
                    <a:pt x="40" y="34"/>
                  </a:lnTo>
                  <a:lnTo>
                    <a:pt x="46" y="30"/>
                  </a:lnTo>
                  <a:lnTo>
                    <a:pt x="46" y="30"/>
                  </a:lnTo>
                  <a:lnTo>
                    <a:pt x="50" y="26"/>
                  </a:lnTo>
                  <a:lnTo>
                    <a:pt x="50" y="26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58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8" y="20"/>
                  </a:lnTo>
                  <a:lnTo>
                    <a:pt x="68" y="20"/>
                  </a:lnTo>
                  <a:lnTo>
                    <a:pt x="72" y="20"/>
                  </a:lnTo>
                  <a:lnTo>
                    <a:pt x="72" y="20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6" y="20"/>
                  </a:lnTo>
                  <a:lnTo>
                    <a:pt x="86" y="20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0" y="24"/>
                  </a:lnTo>
                  <a:lnTo>
                    <a:pt x="110" y="24"/>
                  </a:lnTo>
                  <a:lnTo>
                    <a:pt x="114" y="26"/>
                  </a:lnTo>
                  <a:lnTo>
                    <a:pt x="114" y="26"/>
                  </a:lnTo>
                  <a:lnTo>
                    <a:pt x="116" y="26"/>
                  </a:lnTo>
                  <a:lnTo>
                    <a:pt x="116" y="26"/>
                  </a:lnTo>
                  <a:lnTo>
                    <a:pt x="120" y="28"/>
                  </a:lnTo>
                  <a:lnTo>
                    <a:pt x="120" y="28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8" y="32"/>
                  </a:lnTo>
                  <a:lnTo>
                    <a:pt x="128" y="32"/>
                  </a:lnTo>
                  <a:lnTo>
                    <a:pt x="130" y="32"/>
                  </a:lnTo>
                  <a:lnTo>
                    <a:pt x="130" y="32"/>
                  </a:lnTo>
                  <a:lnTo>
                    <a:pt x="132" y="34"/>
                  </a:lnTo>
                  <a:lnTo>
                    <a:pt x="132" y="34"/>
                  </a:lnTo>
                  <a:lnTo>
                    <a:pt x="134" y="34"/>
                  </a:lnTo>
                  <a:lnTo>
                    <a:pt x="134" y="34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38" y="36"/>
                  </a:lnTo>
                  <a:lnTo>
                    <a:pt x="162" y="52"/>
                  </a:lnTo>
                  <a:lnTo>
                    <a:pt x="184" y="72"/>
                  </a:lnTo>
                  <a:lnTo>
                    <a:pt x="204" y="96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4" y="122"/>
                  </a:lnTo>
                  <a:lnTo>
                    <a:pt x="228" y="128"/>
                  </a:lnTo>
                  <a:lnTo>
                    <a:pt x="228" y="128"/>
                  </a:lnTo>
                  <a:lnTo>
                    <a:pt x="232" y="136"/>
                  </a:lnTo>
                  <a:lnTo>
                    <a:pt x="232" y="136"/>
                  </a:lnTo>
                  <a:lnTo>
                    <a:pt x="236" y="144"/>
                  </a:lnTo>
                  <a:lnTo>
                    <a:pt x="236" y="144"/>
                  </a:lnTo>
                  <a:lnTo>
                    <a:pt x="240" y="150"/>
                  </a:lnTo>
                  <a:lnTo>
                    <a:pt x="240" y="150"/>
                  </a:lnTo>
                  <a:lnTo>
                    <a:pt x="242" y="152"/>
                  </a:lnTo>
                  <a:lnTo>
                    <a:pt x="242" y="152"/>
                  </a:lnTo>
                  <a:lnTo>
                    <a:pt x="244" y="158"/>
                  </a:lnTo>
                  <a:lnTo>
                    <a:pt x="244" y="160"/>
                  </a:lnTo>
                  <a:lnTo>
                    <a:pt x="244" y="160"/>
                  </a:lnTo>
                  <a:lnTo>
                    <a:pt x="254" y="178"/>
                  </a:lnTo>
                  <a:lnTo>
                    <a:pt x="260" y="198"/>
                  </a:lnTo>
                  <a:lnTo>
                    <a:pt x="266" y="218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0" y="242"/>
                  </a:lnTo>
                  <a:lnTo>
                    <a:pt x="270" y="242"/>
                  </a:lnTo>
                  <a:lnTo>
                    <a:pt x="270" y="246"/>
                  </a:lnTo>
                  <a:lnTo>
                    <a:pt x="270" y="246"/>
                  </a:lnTo>
                  <a:lnTo>
                    <a:pt x="270" y="250"/>
                  </a:lnTo>
                  <a:lnTo>
                    <a:pt x="270" y="252"/>
                  </a:lnTo>
                  <a:lnTo>
                    <a:pt x="270" y="252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58"/>
                  </a:lnTo>
                  <a:lnTo>
                    <a:pt x="272" y="260"/>
                  </a:lnTo>
                  <a:lnTo>
                    <a:pt x="272" y="260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272" y="272"/>
                  </a:lnTo>
                  <a:lnTo>
                    <a:pt x="272" y="2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6" name="Freeform 65"/>
            <p:cNvSpPr>
              <a:spLocks noEditPoints="1"/>
            </p:cNvSpPr>
            <p:nvPr/>
          </p:nvSpPr>
          <p:spPr bwMode="auto">
            <a:xfrm>
              <a:off x="6880911" y="3333357"/>
              <a:ext cx="379687" cy="346376"/>
            </a:xfrm>
            <a:custGeom>
              <a:avLst/>
              <a:gdLst>
                <a:gd name="T0" fmla="*/ 2568 w 2576"/>
                <a:gd name="T1" fmla="*/ 1019 h 2350"/>
                <a:gd name="T2" fmla="*/ 2552 w 2576"/>
                <a:gd name="T3" fmla="*/ 929 h 2350"/>
                <a:gd name="T4" fmla="*/ 2536 w 2576"/>
                <a:gd name="T5" fmla="*/ 863 h 2350"/>
                <a:gd name="T6" fmla="*/ 2500 w 2576"/>
                <a:gd name="T7" fmla="*/ 751 h 2350"/>
                <a:gd name="T8" fmla="*/ 2438 w 2576"/>
                <a:gd name="T9" fmla="*/ 613 h 2350"/>
                <a:gd name="T10" fmla="*/ 2298 w 2576"/>
                <a:gd name="T11" fmla="*/ 452 h 2350"/>
                <a:gd name="T12" fmla="*/ 1924 w 2576"/>
                <a:gd name="T13" fmla="*/ 64 h 2350"/>
                <a:gd name="T14" fmla="*/ 1880 w 2576"/>
                <a:gd name="T15" fmla="*/ 44 h 2350"/>
                <a:gd name="T16" fmla="*/ 1810 w 2576"/>
                <a:gd name="T17" fmla="*/ 18 h 2350"/>
                <a:gd name="T18" fmla="*/ 1736 w 2576"/>
                <a:gd name="T19" fmla="*/ 4 h 2350"/>
                <a:gd name="T20" fmla="*/ 1692 w 2576"/>
                <a:gd name="T21" fmla="*/ 0 h 2350"/>
                <a:gd name="T22" fmla="*/ 1610 w 2576"/>
                <a:gd name="T23" fmla="*/ 8 h 2350"/>
                <a:gd name="T24" fmla="*/ 1534 w 2576"/>
                <a:gd name="T25" fmla="*/ 32 h 2350"/>
                <a:gd name="T26" fmla="*/ 68 w 2576"/>
                <a:gd name="T27" fmla="*/ 927 h 2350"/>
                <a:gd name="T28" fmla="*/ 4 w 2576"/>
                <a:gd name="T29" fmla="*/ 1315 h 2350"/>
                <a:gd name="T30" fmla="*/ 286 w 2576"/>
                <a:gd name="T31" fmla="*/ 1972 h 2350"/>
                <a:gd name="T32" fmla="*/ 790 w 2576"/>
                <a:gd name="T33" fmla="*/ 2336 h 2350"/>
                <a:gd name="T34" fmla="*/ 2384 w 2576"/>
                <a:gd name="T35" fmla="*/ 1543 h 2350"/>
                <a:gd name="T36" fmla="*/ 2416 w 2576"/>
                <a:gd name="T37" fmla="*/ 1521 h 2350"/>
                <a:gd name="T38" fmla="*/ 2452 w 2576"/>
                <a:gd name="T39" fmla="*/ 1491 h 2350"/>
                <a:gd name="T40" fmla="*/ 2568 w 2576"/>
                <a:gd name="T41" fmla="*/ 1239 h 2350"/>
                <a:gd name="T42" fmla="*/ 2574 w 2576"/>
                <a:gd name="T43" fmla="*/ 1169 h 2350"/>
                <a:gd name="T44" fmla="*/ 886 w 2576"/>
                <a:gd name="T45" fmla="*/ 2268 h 2350"/>
                <a:gd name="T46" fmla="*/ 490 w 2576"/>
                <a:gd name="T47" fmla="*/ 2078 h 2350"/>
                <a:gd name="T48" fmla="*/ 118 w 2576"/>
                <a:gd name="T49" fmla="*/ 1471 h 2350"/>
                <a:gd name="T50" fmla="*/ 124 w 2576"/>
                <a:gd name="T51" fmla="*/ 993 h 2350"/>
                <a:gd name="T52" fmla="*/ 250 w 2576"/>
                <a:gd name="T53" fmla="*/ 865 h 2350"/>
                <a:gd name="T54" fmla="*/ 290 w 2576"/>
                <a:gd name="T55" fmla="*/ 851 h 2350"/>
                <a:gd name="T56" fmla="*/ 464 w 2576"/>
                <a:gd name="T57" fmla="*/ 855 h 2350"/>
                <a:gd name="T58" fmla="*/ 564 w 2576"/>
                <a:gd name="T59" fmla="*/ 893 h 2350"/>
                <a:gd name="T60" fmla="*/ 804 w 2576"/>
                <a:gd name="T61" fmla="*/ 1067 h 2350"/>
                <a:gd name="T62" fmla="*/ 1044 w 2576"/>
                <a:gd name="T63" fmla="*/ 1399 h 2350"/>
                <a:gd name="T64" fmla="*/ 1168 w 2576"/>
                <a:gd name="T65" fmla="*/ 1772 h 2350"/>
                <a:gd name="T66" fmla="*/ 1178 w 2576"/>
                <a:gd name="T67" fmla="*/ 1896 h 2350"/>
                <a:gd name="T68" fmla="*/ 1172 w 2576"/>
                <a:gd name="T69" fmla="*/ 1976 h 2350"/>
                <a:gd name="T70" fmla="*/ 1040 w 2576"/>
                <a:gd name="T71" fmla="*/ 2226 h 2350"/>
                <a:gd name="T72" fmla="*/ 2494 w 2576"/>
                <a:gd name="T73" fmla="*/ 1167 h 2350"/>
                <a:gd name="T74" fmla="*/ 2418 w 2576"/>
                <a:gd name="T75" fmla="*/ 1409 h 2350"/>
                <a:gd name="T76" fmla="*/ 1240 w 2576"/>
                <a:gd name="T77" fmla="*/ 2052 h 2350"/>
                <a:gd name="T78" fmla="*/ 1254 w 2576"/>
                <a:gd name="T79" fmla="*/ 1964 h 2350"/>
                <a:gd name="T80" fmla="*/ 1256 w 2576"/>
                <a:gd name="T81" fmla="*/ 1866 h 2350"/>
                <a:gd name="T82" fmla="*/ 1250 w 2576"/>
                <a:gd name="T83" fmla="*/ 1784 h 2350"/>
                <a:gd name="T84" fmla="*/ 1212 w 2576"/>
                <a:gd name="T85" fmla="*/ 1599 h 2350"/>
                <a:gd name="T86" fmla="*/ 1136 w 2576"/>
                <a:gd name="T87" fmla="*/ 1407 h 2350"/>
                <a:gd name="T88" fmla="*/ 1114 w 2576"/>
                <a:gd name="T89" fmla="*/ 1361 h 2350"/>
                <a:gd name="T90" fmla="*/ 1040 w 2576"/>
                <a:gd name="T91" fmla="*/ 1233 h 2350"/>
                <a:gd name="T92" fmla="*/ 898 w 2576"/>
                <a:gd name="T93" fmla="*/ 1051 h 2350"/>
                <a:gd name="T94" fmla="*/ 764 w 2576"/>
                <a:gd name="T95" fmla="*/ 927 h 2350"/>
                <a:gd name="T96" fmla="*/ 620 w 2576"/>
                <a:gd name="T97" fmla="*/ 831 h 2350"/>
                <a:gd name="T98" fmla="*/ 506 w 2576"/>
                <a:gd name="T99" fmla="*/ 783 h 2350"/>
                <a:gd name="T100" fmla="*/ 1566 w 2576"/>
                <a:gd name="T101" fmla="*/ 104 h 2350"/>
                <a:gd name="T102" fmla="*/ 1662 w 2576"/>
                <a:gd name="T103" fmla="*/ 80 h 2350"/>
                <a:gd name="T104" fmla="*/ 1712 w 2576"/>
                <a:gd name="T105" fmla="*/ 82 h 2350"/>
                <a:gd name="T106" fmla="*/ 1796 w 2576"/>
                <a:gd name="T107" fmla="*/ 98 h 2350"/>
                <a:gd name="T108" fmla="*/ 1858 w 2576"/>
                <a:gd name="T109" fmla="*/ 120 h 2350"/>
                <a:gd name="T110" fmla="*/ 2234 w 2576"/>
                <a:gd name="T111" fmla="*/ 436 h 2350"/>
                <a:gd name="T112" fmla="*/ 2366 w 2576"/>
                <a:gd name="T113" fmla="*/ 649 h 2350"/>
                <a:gd name="T114" fmla="*/ 2470 w 2576"/>
                <a:gd name="T115" fmla="*/ 927 h 2350"/>
                <a:gd name="T116" fmla="*/ 2486 w 2576"/>
                <a:gd name="T117" fmla="*/ 1019 h 2350"/>
                <a:gd name="T118" fmla="*/ 2492 w 2576"/>
                <a:gd name="T119" fmla="*/ 1075 h 2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576" h="2350">
                  <a:moveTo>
                    <a:pt x="2574" y="1105"/>
                  </a:moveTo>
                  <a:lnTo>
                    <a:pt x="2574" y="1099"/>
                  </a:lnTo>
                  <a:lnTo>
                    <a:pt x="2574" y="1099"/>
                  </a:lnTo>
                  <a:lnTo>
                    <a:pt x="2572" y="1069"/>
                  </a:lnTo>
                  <a:lnTo>
                    <a:pt x="2572" y="1061"/>
                  </a:lnTo>
                  <a:lnTo>
                    <a:pt x="2572" y="1061"/>
                  </a:lnTo>
                  <a:lnTo>
                    <a:pt x="2572" y="1049"/>
                  </a:lnTo>
                  <a:lnTo>
                    <a:pt x="2572" y="1049"/>
                  </a:lnTo>
                  <a:lnTo>
                    <a:pt x="2570" y="1045"/>
                  </a:lnTo>
                  <a:lnTo>
                    <a:pt x="2570" y="1041"/>
                  </a:lnTo>
                  <a:lnTo>
                    <a:pt x="2570" y="1041"/>
                  </a:lnTo>
                  <a:lnTo>
                    <a:pt x="2568" y="1023"/>
                  </a:lnTo>
                  <a:lnTo>
                    <a:pt x="2568" y="1019"/>
                  </a:lnTo>
                  <a:lnTo>
                    <a:pt x="2568" y="1019"/>
                  </a:lnTo>
                  <a:lnTo>
                    <a:pt x="2566" y="1013"/>
                  </a:lnTo>
                  <a:lnTo>
                    <a:pt x="2566" y="1013"/>
                  </a:lnTo>
                  <a:lnTo>
                    <a:pt x="2566" y="1007"/>
                  </a:lnTo>
                  <a:lnTo>
                    <a:pt x="2566" y="1003"/>
                  </a:lnTo>
                  <a:lnTo>
                    <a:pt x="2566" y="1003"/>
                  </a:lnTo>
                  <a:lnTo>
                    <a:pt x="2564" y="995"/>
                  </a:lnTo>
                  <a:lnTo>
                    <a:pt x="2564" y="989"/>
                  </a:lnTo>
                  <a:lnTo>
                    <a:pt x="2564" y="989"/>
                  </a:lnTo>
                  <a:lnTo>
                    <a:pt x="2560" y="969"/>
                  </a:lnTo>
                  <a:lnTo>
                    <a:pt x="2558" y="955"/>
                  </a:lnTo>
                  <a:lnTo>
                    <a:pt x="2558" y="955"/>
                  </a:lnTo>
                  <a:lnTo>
                    <a:pt x="2554" y="941"/>
                  </a:lnTo>
                  <a:lnTo>
                    <a:pt x="2554" y="941"/>
                  </a:lnTo>
                  <a:lnTo>
                    <a:pt x="2552" y="929"/>
                  </a:lnTo>
                  <a:lnTo>
                    <a:pt x="2550" y="919"/>
                  </a:lnTo>
                  <a:lnTo>
                    <a:pt x="2550" y="919"/>
                  </a:lnTo>
                  <a:lnTo>
                    <a:pt x="2548" y="909"/>
                  </a:lnTo>
                  <a:lnTo>
                    <a:pt x="2544" y="893"/>
                  </a:lnTo>
                  <a:lnTo>
                    <a:pt x="2544" y="891"/>
                  </a:lnTo>
                  <a:lnTo>
                    <a:pt x="2544" y="891"/>
                  </a:lnTo>
                  <a:lnTo>
                    <a:pt x="2542" y="887"/>
                  </a:lnTo>
                  <a:lnTo>
                    <a:pt x="2540" y="877"/>
                  </a:lnTo>
                  <a:lnTo>
                    <a:pt x="2536" y="879"/>
                  </a:lnTo>
                  <a:lnTo>
                    <a:pt x="2540" y="877"/>
                  </a:lnTo>
                  <a:lnTo>
                    <a:pt x="2538" y="869"/>
                  </a:lnTo>
                  <a:lnTo>
                    <a:pt x="2536" y="871"/>
                  </a:lnTo>
                  <a:lnTo>
                    <a:pt x="2538" y="869"/>
                  </a:lnTo>
                  <a:lnTo>
                    <a:pt x="2536" y="863"/>
                  </a:lnTo>
                  <a:lnTo>
                    <a:pt x="2522" y="867"/>
                  </a:lnTo>
                  <a:lnTo>
                    <a:pt x="2522" y="867"/>
                  </a:lnTo>
                  <a:lnTo>
                    <a:pt x="2536" y="863"/>
                  </a:lnTo>
                  <a:lnTo>
                    <a:pt x="2534" y="855"/>
                  </a:lnTo>
                  <a:lnTo>
                    <a:pt x="2518" y="861"/>
                  </a:lnTo>
                  <a:lnTo>
                    <a:pt x="2534" y="855"/>
                  </a:lnTo>
                  <a:lnTo>
                    <a:pt x="2534" y="853"/>
                  </a:lnTo>
                  <a:lnTo>
                    <a:pt x="2534" y="853"/>
                  </a:lnTo>
                  <a:lnTo>
                    <a:pt x="2524" y="821"/>
                  </a:lnTo>
                  <a:lnTo>
                    <a:pt x="2520" y="809"/>
                  </a:lnTo>
                  <a:lnTo>
                    <a:pt x="2484" y="821"/>
                  </a:lnTo>
                  <a:lnTo>
                    <a:pt x="2520" y="809"/>
                  </a:lnTo>
                  <a:lnTo>
                    <a:pt x="2520" y="809"/>
                  </a:lnTo>
                  <a:lnTo>
                    <a:pt x="2500" y="751"/>
                  </a:lnTo>
                  <a:lnTo>
                    <a:pt x="2492" y="733"/>
                  </a:lnTo>
                  <a:lnTo>
                    <a:pt x="2470" y="679"/>
                  </a:lnTo>
                  <a:lnTo>
                    <a:pt x="2434" y="695"/>
                  </a:lnTo>
                  <a:lnTo>
                    <a:pt x="2470" y="679"/>
                  </a:lnTo>
                  <a:lnTo>
                    <a:pt x="2462" y="663"/>
                  </a:lnTo>
                  <a:lnTo>
                    <a:pt x="2462" y="663"/>
                  </a:lnTo>
                  <a:lnTo>
                    <a:pt x="2456" y="649"/>
                  </a:lnTo>
                  <a:lnTo>
                    <a:pt x="2454" y="647"/>
                  </a:lnTo>
                  <a:lnTo>
                    <a:pt x="2454" y="647"/>
                  </a:lnTo>
                  <a:lnTo>
                    <a:pt x="2452" y="639"/>
                  </a:lnTo>
                  <a:lnTo>
                    <a:pt x="2450" y="637"/>
                  </a:lnTo>
                  <a:lnTo>
                    <a:pt x="2450" y="637"/>
                  </a:lnTo>
                  <a:lnTo>
                    <a:pt x="2438" y="613"/>
                  </a:lnTo>
                  <a:lnTo>
                    <a:pt x="2438" y="613"/>
                  </a:lnTo>
                  <a:lnTo>
                    <a:pt x="2432" y="601"/>
                  </a:lnTo>
                  <a:lnTo>
                    <a:pt x="2430" y="597"/>
                  </a:lnTo>
                  <a:lnTo>
                    <a:pt x="2430" y="597"/>
                  </a:lnTo>
                  <a:lnTo>
                    <a:pt x="2426" y="591"/>
                  </a:lnTo>
                  <a:lnTo>
                    <a:pt x="2426" y="591"/>
                  </a:lnTo>
                  <a:lnTo>
                    <a:pt x="2418" y="574"/>
                  </a:lnTo>
                  <a:lnTo>
                    <a:pt x="2386" y="520"/>
                  </a:lnTo>
                  <a:lnTo>
                    <a:pt x="2336" y="440"/>
                  </a:lnTo>
                  <a:lnTo>
                    <a:pt x="2336" y="440"/>
                  </a:lnTo>
                  <a:lnTo>
                    <a:pt x="2334" y="436"/>
                  </a:lnTo>
                  <a:lnTo>
                    <a:pt x="2332" y="434"/>
                  </a:lnTo>
                  <a:lnTo>
                    <a:pt x="2328" y="430"/>
                  </a:lnTo>
                  <a:lnTo>
                    <a:pt x="2298" y="452"/>
                  </a:lnTo>
                  <a:lnTo>
                    <a:pt x="2298" y="452"/>
                  </a:lnTo>
                  <a:lnTo>
                    <a:pt x="2328" y="430"/>
                  </a:lnTo>
                  <a:lnTo>
                    <a:pt x="2328" y="430"/>
                  </a:lnTo>
                  <a:lnTo>
                    <a:pt x="2298" y="388"/>
                  </a:lnTo>
                  <a:lnTo>
                    <a:pt x="2266" y="348"/>
                  </a:lnTo>
                  <a:lnTo>
                    <a:pt x="2234" y="310"/>
                  </a:lnTo>
                  <a:lnTo>
                    <a:pt x="2200" y="274"/>
                  </a:lnTo>
                  <a:lnTo>
                    <a:pt x="2166" y="240"/>
                  </a:lnTo>
                  <a:lnTo>
                    <a:pt x="2130" y="206"/>
                  </a:lnTo>
                  <a:lnTo>
                    <a:pt x="2096" y="176"/>
                  </a:lnTo>
                  <a:lnTo>
                    <a:pt x="2058" y="148"/>
                  </a:lnTo>
                  <a:lnTo>
                    <a:pt x="2028" y="126"/>
                  </a:lnTo>
                  <a:lnTo>
                    <a:pt x="1974" y="90"/>
                  </a:lnTo>
                  <a:lnTo>
                    <a:pt x="1924" y="64"/>
                  </a:lnTo>
                  <a:lnTo>
                    <a:pt x="1924" y="64"/>
                  </a:lnTo>
                  <a:lnTo>
                    <a:pt x="1918" y="60"/>
                  </a:lnTo>
                  <a:lnTo>
                    <a:pt x="1918" y="60"/>
                  </a:lnTo>
                  <a:lnTo>
                    <a:pt x="1910" y="56"/>
                  </a:lnTo>
                  <a:lnTo>
                    <a:pt x="1894" y="92"/>
                  </a:lnTo>
                  <a:lnTo>
                    <a:pt x="1910" y="56"/>
                  </a:lnTo>
                  <a:lnTo>
                    <a:pt x="1904" y="54"/>
                  </a:lnTo>
                  <a:lnTo>
                    <a:pt x="1904" y="54"/>
                  </a:lnTo>
                  <a:lnTo>
                    <a:pt x="1896" y="50"/>
                  </a:lnTo>
                  <a:lnTo>
                    <a:pt x="1896" y="50"/>
                  </a:lnTo>
                  <a:lnTo>
                    <a:pt x="1890" y="48"/>
                  </a:lnTo>
                  <a:lnTo>
                    <a:pt x="1890" y="48"/>
                  </a:lnTo>
                  <a:lnTo>
                    <a:pt x="1882" y="44"/>
                  </a:lnTo>
                  <a:lnTo>
                    <a:pt x="1880" y="44"/>
                  </a:lnTo>
                  <a:lnTo>
                    <a:pt x="1880" y="44"/>
                  </a:lnTo>
                  <a:lnTo>
                    <a:pt x="1874" y="40"/>
                  </a:lnTo>
                  <a:lnTo>
                    <a:pt x="1874" y="40"/>
                  </a:lnTo>
                  <a:lnTo>
                    <a:pt x="1866" y="38"/>
                  </a:lnTo>
                  <a:lnTo>
                    <a:pt x="1866" y="38"/>
                  </a:lnTo>
                  <a:lnTo>
                    <a:pt x="1856" y="34"/>
                  </a:lnTo>
                  <a:lnTo>
                    <a:pt x="1848" y="30"/>
                  </a:lnTo>
                  <a:lnTo>
                    <a:pt x="1848" y="30"/>
                  </a:lnTo>
                  <a:lnTo>
                    <a:pt x="1838" y="28"/>
                  </a:lnTo>
                  <a:lnTo>
                    <a:pt x="1838" y="28"/>
                  </a:lnTo>
                  <a:lnTo>
                    <a:pt x="1830" y="24"/>
                  </a:lnTo>
                  <a:lnTo>
                    <a:pt x="1820" y="22"/>
                  </a:lnTo>
                  <a:lnTo>
                    <a:pt x="1820" y="22"/>
                  </a:lnTo>
                  <a:lnTo>
                    <a:pt x="1810" y="18"/>
                  </a:lnTo>
                  <a:lnTo>
                    <a:pt x="1810" y="18"/>
                  </a:lnTo>
                  <a:lnTo>
                    <a:pt x="1798" y="16"/>
                  </a:lnTo>
                  <a:lnTo>
                    <a:pt x="1792" y="14"/>
                  </a:lnTo>
                  <a:lnTo>
                    <a:pt x="1792" y="14"/>
                  </a:lnTo>
                  <a:lnTo>
                    <a:pt x="1788" y="12"/>
                  </a:lnTo>
                  <a:lnTo>
                    <a:pt x="1788" y="12"/>
                  </a:lnTo>
                  <a:lnTo>
                    <a:pt x="1776" y="10"/>
                  </a:lnTo>
                  <a:lnTo>
                    <a:pt x="1776" y="10"/>
                  </a:lnTo>
                  <a:lnTo>
                    <a:pt x="1770" y="10"/>
                  </a:lnTo>
                  <a:lnTo>
                    <a:pt x="1764" y="8"/>
                  </a:lnTo>
                  <a:lnTo>
                    <a:pt x="1764" y="8"/>
                  </a:lnTo>
                  <a:lnTo>
                    <a:pt x="1750" y="6"/>
                  </a:lnTo>
                  <a:lnTo>
                    <a:pt x="1750" y="6"/>
                  </a:lnTo>
                  <a:lnTo>
                    <a:pt x="1744" y="4"/>
                  </a:lnTo>
                  <a:lnTo>
                    <a:pt x="1736" y="4"/>
                  </a:lnTo>
                  <a:lnTo>
                    <a:pt x="1736" y="4"/>
                  </a:lnTo>
                  <a:lnTo>
                    <a:pt x="1720" y="2"/>
                  </a:lnTo>
                  <a:lnTo>
                    <a:pt x="1720" y="2"/>
                  </a:lnTo>
                  <a:lnTo>
                    <a:pt x="1716" y="2"/>
                  </a:lnTo>
                  <a:lnTo>
                    <a:pt x="1714" y="2"/>
                  </a:lnTo>
                  <a:lnTo>
                    <a:pt x="1714" y="2"/>
                  </a:lnTo>
                  <a:lnTo>
                    <a:pt x="1710" y="2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700" y="0"/>
                  </a:lnTo>
                  <a:lnTo>
                    <a:pt x="1700" y="0"/>
                  </a:lnTo>
                  <a:lnTo>
                    <a:pt x="1694" y="0"/>
                  </a:lnTo>
                  <a:lnTo>
                    <a:pt x="1692" y="0"/>
                  </a:lnTo>
                  <a:lnTo>
                    <a:pt x="1692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80" y="0"/>
                  </a:lnTo>
                  <a:lnTo>
                    <a:pt x="1676" y="0"/>
                  </a:lnTo>
                  <a:lnTo>
                    <a:pt x="1676" y="0"/>
                  </a:lnTo>
                  <a:lnTo>
                    <a:pt x="1660" y="0"/>
                  </a:lnTo>
                  <a:lnTo>
                    <a:pt x="1658" y="0"/>
                  </a:lnTo>
                  <a:lnTo>
                    <a:pt x="1658" y="0"/>
                  </a:lnTo>
                  <a:lnTo>
                    <a:pt x="1634" y="4"/>
                  </a:lnTo>
                  <a:lnTo>
                    <a:pt x="1634" y="4"/>
                  </a:lnTo>
                  <a:lnTo>
                    <a:pt x="1630" y="4"/>
                  </a:lnTo>
                  <a:lnTo>
                    <a:pt x="1628" y="4"/>
                  </a:lnTo>
                  <a:lnTo>
                    <a:pt x="1628" y="4"/>
                  </a:lnTo>
                  <a:lnTo>
                    <a:pt x="1610" y="8"/>
                  </a:lnTo>
                  <a:lnTo>
                    <a:pt x="1608" y="8"/>
                  </a:lnTo>
                  <a:lnTo>
                    <a:pt x="1608" y="8"/>
                  </a:lnTo>
                  <a:lnTo>
                    <a:pt x="1604" y="8"/>
                  </a:lnTo>
                  <a:lnTo>
                    <a:pt x="1604" y="8"/>
                  </a:lnTo>
                  <a:lnTo>
                    <a:pt x="1582" y="14"/>
                  </a:lnTo>
                  <a:lnTo>
                    <a:pt x="1582" y="14"/>
                  </a:lnTo>
                  <a:lnTo>
                    <a:pt x="1580" y="14"/>
                  </a:lnTo>
                  <a:lnTo>
                    <a:pt x="1578" y="14"/>
                  </a:lnTo>
                  <a:lnTo>
                    <a:pt x="1578" y="14"/>
                  </a:lnTo>
                  <a:lnTo>
                    <a:pt x="1560" y="20"/>
                  </a:lnTo>
                  <a:lnTo>
                    <a:pt x="1560" y="20"/>
                  </a:lnTo>
                  <a:lnTo>
                    <a:pt x="1554" y="24"/>
                  </a:lnTo>
                  <a:lnTo>
                    <a:pt x="1554" y="24"/>
                  </a:lnTo>
                  <a:lnTo>
                    <a:pt x="1534" y="32"/>
                  </a:lnTo>
                  <a:lnTo>
                    <a:pt x="1534" y="32"/>
                  </a:lnTo>
                  <a:lnTo>
                    <a:pt x="1512" y="44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90" y="807"/>
                  </a:lnTo>
                  <a:lnTo>
                    <a:pt x="172" y="817"/>
                  </a:lnTo>
                  <a:lnTo>
                    <a:pt x="172" y="817"/>
                  </a:lnTo>
                  <a:lnTo>
                    <a:pt x="152" y="831"/>
                  </a:lnTo>
                  <a:lnTo>
                    <a:pt x="134" y="847"/>
                  </a:lnTo>
                  <a:lnTo>
                    <a:pt x="116" y="865"/>
                  </a:lnTo>
                  <a:lnTo>
                    <a:pt x="98" y="885"/>
                  </a:lnTo>
                  <a:lnTo>
                    <a:pt x="84" y="905"/>
                  </a:lnTo>
                  <a:lnTo>
                    <a:pt x="68" y="927"/>
                  </a:lnTo>
                  <a:lnTo>
                    <a:pt x="56" y="951"/>
                  </a:lnTo>
                  <a:lnTo>
                    <a:pt x="44" y="975"/>
                  </a:lnTo>
                  <a:lnTo>
                    <a:pt x="34" y="1001"/>
                  </a:lnTo>
                  <a:lnTo>
                    <a:pt x="24" y="1029"/>
                  </a:lnTo>
                  <a:lnTo>
                    <a:pt x="18" y="1057"/>
                  </a:lnTo>
                  <a:lnTo>
                    <a:pt x="10" y="1085"/>
                  </a:lnTo>
                  <a:lnTo>
                    <a:pt x="6" y="1117"/>
                  </a:lnTo>
                  <a:lnTo>
                    <a:pt x="2" y="1149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15"/>
                  </a:lnTo>
                  <a:lnTo>
                    <a:pt x="0" y="1247"/>
                  </a:lnTo>
                  <a:lnTo>
                    <a:pt x="2" y="1281"/>
                  </a:lnTo>
                  <a:lnTo>
                    <a:pt x="4" y="1315"/>
                  </a:lnTo>
                  <a:lnTo>
                    <a:pt x="10" y="1349"/>
                  </a:lnTo>
                  <a:lnTo>
                    <a:pt x="22" y="1419"/>
                  </a:lnTo>
                  <a:lnTo>
                    <a:pt x="40" y="1491"/>
                  </a:lnTo>
                  <a:lnTo>
                    <a:pt x="62" y="1563"/>
                  </a:lnTo>
                  <a:lnTo>
                    <a:pt x="90" y="1635"/>
                  </a:lnTo>
                  <a:lnTo>
                    <a:pt x="120" y="1705"/>
                  </a:lnTo>
                  <a:lnTo>
                    <a:pt x="158" y="1778"/>
                  </a:lnTo>
                  <a:lnTo>
                    <a:pt x="158" y="1778"/>
                  </a:lnTo>
                  <a:lnTo>
                    <a:pt x="176" y="1810"/>
                  </a:lnTo>
                  <a:lnTo>
                    <a:pt x="176" y="1810"/>
                  </a:lnTo>
                  <a:lnTo>
                    <a:pt x="196" y="1844"/>
                  </a:lnTo>
                  <a:lnTo>
                    <a:pt x="196" y="1844"/>
                  </a:lnTo>
                  <a:lnTo>
                    <a:pt x="238" y="1910"/>
                  </a:lnTo>
                  <a:lnTo>
                    <a:pt x="286" y="1972"/>
                  </a:lnTo>
                  <a:lnTo>
                    <a:pt x="334" y="2032"/>
                  </a:lnTo>
                  <a:lnTo>
                    <a:pt x="386" y="2088"/>
                  </a:lnTo>
                  <a:lnTo>
                    <a:pt x="438" y="2138"/>
                  </a:lnTo>
                  <a:lnTo>
                    <a:pt x="494" y="2184"/>
                  </a:lnTo>
                  <a:lnTo>
                    <a:pt x="522" y="2206"/>
                  </a:lnTo>
                  <a:lnTo>
                    <a:pt x="550" y="2226"/>
                  </a:lnTo>
                  <a:lnTo>
                    <a:pt x="578" y="2244"/>
                  </a:lnTo>
                  <a:lnTo>
                    <a:pt x="606" y="2262"/>
                  </a:lnTo>
                  <a:lnTo>
                    <a:pt x="606" y="2262"/>
                  </a:lnTo>
                  <a:lnTo>
                    <a:pt x="644" y="2282"/>
                  </a:lnTo>
                  <a:lnTo>
                    <a:pt x="680" y="2300"/>
                  </a:lnTo>
                  <a:lnTo>
                    <a:pt x="718" y="2316"/>
                  </a:lnTo>
                  <a:lnTo>
                    <a:pt x="754" y="2328"/>
                  </a:lnTo>
                  <a:lnTo>
                    <a:pt x="790" y="2336"/>
                  </a:lnTo>
                  <a:lnTo>
                    <a:pt x="824" y="2344"/>
                  </a:lnTo>
                  <a:lnTo>
                    <a:pt x="858" y="2348"/>
                  </a:lnTo>
                  <a:lnTo>
                    <a:pt x="892" y="2350"/>
                  </a:lnTo>
                  <a:lnTo>
                    <a:pt x="892" y="2350"/>
                  </a:lnTo>
                  <a:lnTo>
                    <a:pt x="932" y="2348"/>
                  </a:lnTo>
                  <a:lnTo>
                    <a:pt x="970" y="2342"/>
                  </a:lnTo>
                  <a:lnTo>
                    <a:pt x="1006" y="2332"/>
                  </a:lnTo>
                  <a:lnTo>
                    <a:pt x="1042" y="2318"/>
                  </a:lnTo>
                  <a:lnTo>
                    <a:pt x="1042" y="2318"/>
                  </a:lnTo>
                  <a:lnTo>
                    <a:pt x="1064" y="2306"/>
                  </a:lnTo>
                  <a:lnTo>
                    <a:pt x="1064" y="2306"/>
                  </a:lnTo>
                  <a:lnTo>
                    <a:pt x="1068" y="2304"/>
                  </a:lnTo>
                  <a:lnTo>
                    <a:pt x="1068" y="2304"/>
                  </a:lnTo>
                  <a:lnTo>
                    <a:pt x="2384" y="1543"/>
                  </a:lnTo>
                  <a:lnTo>
                    <a:pt x="2388" y="1541"/>
                  </a:lnTo>
                  <a:lnTo>
                    <a:pt x="2388" y="1541"/>
                  </a:lnTo>
                  <a:lnTo>
                    <a:pt x="2392" y="1539"/>
                  </a:lnTo>
                  <a:lnTo>
                    <a:pt x="2392" y="1539"/>
                  </a:lnTo>
                  <a:lnTo>
                    <a:pt x="2396" y="1535"/>
                  </a:lnTo>
                  <a:lnTo>
                    <a:pt x="2396" y="1535"/>
                  </a:lnTo>
                  <a:lnTo>
                    <a:pt x="2400" y="1533"/>
                  </a:lnTo>
                  <a:lnTo>
                    <a:pt x="2378" y="1499"/>
                  </a:lnTo>
                  <a:lnTo>
                    <a:pt x="2402" y="1533"/>
                  </a:lnTo>
                  <a:lnTo>
                    <a:pt x="2406" y="1529"/>
                  </a:lnTo>
                  <a:lnTo>
                    <a:pt x="2406" y="1529"/>
                  </a:lnTo>
                  <a:lnTo>
                    <a:pt x="2412" y="1525"/>
                  </a:lnTo>
                  <a:lnTo>
                    <a:pt x="2412" y="1525"/>
                  </a:lnTo>
                  <a:lnTo>
                    <a:pt x="2416" y="1521"/>
                  </a:lnTo>
                  <a:lnTo>
                    <a:pt x="2416" y="1521"/>
                  </a:lnTo>
                  <a:lnTo>
                    <a:pt x="2420" y="1519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2" y="1517"/>
                  </a:lnTo>
                  <a:lnTo>
                    <a:pt x="2424" y="1515"/>
                  </a:lnTo>
                  <a:lnTo>
                    <a:pt x="2424" y="1515"/>
                  </a:lnTo>
                  <a:lnTo>
                    <a:pt x="2430" y="1511"/>
                  </a:lnTo>
                  <a:lnTo>
                    <a:pt x="2430" y="1511"/>
                  </a:lnTo>
                  <a:lnTo>
                    <a:pt x="2434" y="1509"/>
                  </a:lnTo>
                  <a:lnTo>
                    <a:pt x="2434" y="1509"/>
                  </a:lnTo>
                  <a:lnTo>
                    <a:pt x="2436" y="1505"/>
                  </a:lnTo>
                  <a:lnTo>
                    <a:pt x="2452" y="1491"/>
                  </a:lnTo>
                  <a:lnTo>
                    <a:pt x="2452" y="1491"/>
                  </a:lnTo>
                  <a:lnTo>
                    <a:pt x="2454" y="1489"/>
                  </a:lnTo>
                  <a:lnTo>
                    <a:pt x="2474" y="1467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492" y="1441"/>
                  </a:lnTo>
                  <a:lnTo>
                    <a:pt x="2510" y="1413"/>
                  </a:lnTo>
                  <a:lnTo>
                    <a:pt x="2530" y="1375"/>
                  </a:lnTo>
                  <a:lnTo>
                    <a:pt x="2542" y="1345"/>
                  </a:lnTo>
                  <a:lnTo>
                    <a:pt x="2504" y="1331"/>
                  </a:lnTo>
                  <a:lnTo>
                    <a:pt x="2542" y="1345"/>
                  </a:lnTo>
                  <a:lnTo>
                    <a:pt x="2542" y="1345"/>
                  </a:lnTo>
                  <a:lnTo>
                    <a:pt x="2544" y="1339"/>
                  </a:lnTo>
                  <a:lnTo>
                    <a:pt x="2558" y="1291"/>
                  </a:lnTo>
                  <a:lnTo>
                    <a:pt x="2568" y="1239"/>
                  </a:lnTo>
                  <a:lnTo>
                    <a:pt x="2568" y="1239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68" y="1235"/>
                  </a:lnTo>
                  <a:lnTo>
                    <a:pt x="2570" y="1225"/>
                  </a:lnTo>
                  <a:lnTo>
                    <a:pt x="2570" y="1219"/>
                  </a:lnTo>
                  <a:lnTo>
                    <a:pt x="2570" y="1219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0" y="1213"/>
                  </a:lnTo>
                  <a:lnTo>
                    <a:pt x="2572" y="1205"/>
                  </a:lnTo>
                  <a:lnTo>
                    <a:pt x="2572" y="1197"/>
                  </a:lnTo>
                  <a:lnTo>
                    <a:pt x="2572" y="1197"/>
                  </a:lnTo>
                  <a:lnTo>
                    <a:pt x="2574" y="1169"/>
                  </a:lnTo>
                  <a:lnTo>
                    <a:pt x="2574" y="1165"/>
                  </a:lnTo>
                  <a:lnTo>
                    <a:pt x="2574" y="1165"/>
                  </a:lnTo>
                  <a:lnTo>
                    <a:pt x="2576" y="1135"/>
                  </a:lnTo>
                  <a:lnTo>
                    <a:pt x="2576" y="1135"/>
                  </a:lnTo>
                  <a:lnTo>
                    <a:pt x="2574" y="1105"/>
                  </a:lnTo>
                  <a:lnTo>
                    <a:pt x="2574" y="1105"/>
                  </a:lnTo>
                  <a:close/>
                  <a:moveTo>
                    <a:pt x="1008" y="2244"/>
                  </a:moveTo>
                  <a:lnTo>
                    <a:pt x="1008" y="2244"/>
                  </a:lnTo>
                  <a:lnTo>
                    <a:pt x="988" y="2252"/>
                  </a:lnTo>
                  <a:lnTo>
                    <a:pt x="970" y="2258"/>
                  </a:lnTo>
                  <a:lnTo>
                    <a:pt x="950" y="2264"/>
                  </a:lnTo>
                  <a:lnTo>
                    <a:pt x="930" y="2266"/>
                  </a:lnTo>
                  <a:lnTo>
                    <a:pt x="908" y="2268"/>
                  </a:lnTo>
                  <a:lnTo>
                    <a:pt x="886" y="2268"/>
                  </a:lnTo>
                  <a:lnTo>
                    <a:pt x="864" y="2268"/>
                  </a:lnTo>
                  <a:lnTo>
                    <a:pt x="842" y="2266"/>
                  </a:lnTo>
                  <a:lnTo>
                    <a:pt x="818" y="2262"/>
                  </a:lnTo>
                  <a:lnTo>
                    <a:pt x="794" y="2256"/>
                  </a:lnTo>
                  <a:lnTo>
                    <a:pt x="770" y="2248"/>
                  </a:lnTo>
                  <a:lnTo>
                    <a:pt x="746" y="2240"/>
                  </a:lnTo>
                  <a:lnTo>
                    <a:pt x="722" y="2230"/>
                  </a:lnTo>
                  <a:lnTo>
                    <a:pt x="698" y="2220"/>
                  </a:lnTo>
                  <a:lnTo>
                    <a:pt x="646" y="2192"/>
                  </a:lnTo>
                  <a:lnTo>
                    <a:pt x="646" y="2192"/>
                  </a:lnTo>
                  <a:lnTo>
                    <a:pt x="620" y="2176"/>
                  </a:lnTo>
                  <a:lnTo>
                    <a:pt x="594" y="2160"/>
                  </a:lnTo>
                  <a:lnTo>
                    <a:pt x="542" y="2122"/>
                  </a:lnTo>
                  <a:lnTo>
                    <a:pt x="490" y="2078"/>
                  </a:lnTo>
                  <a:lnTo>
                    <a:pt x="440" y="2030"/>
                  </a:lnTo>
                  <a:lnTo>
                    <a:pt x="394" y="1978"/>
                  </a:lnTo>
                  <a:lnTo>
                    <a:pt x="348" y="1922"/>
                  </a:lnTo>
                  <a:lnTo>
                    <a:pt x="304" y="1864"/>
                  </a:lnTo>
                  <a:lnTo>
                    <a:pt x="264" y="1802"/>
                  </a:lnTo>
                  <a:lnTo>
                    <a:pt x="264" y="1802"/>
                  </a:lnTo>
                  <a:lnTo>
                    <a:pt x="244" y="1770"/>
                  </a:lnTo>
                  <a:lnTo>
                    <a:pt x="244" y="1770"/>
                  </a:lnTo>
                  <a:lnTo>
                    <a:pt x="228" y="1737"/>
                  </a:lnTo>
                  <a:lnTo>
                    <a:pt x="228" y="1737"/>
                  </a:lnTo>
                  <a:lnTo>
                    <a:pt x="194" y="1671"/>
                  </a:lnTo>
                  <a:lnTo>
                    <a:pt x="164" y="1605"/>
                  </a:lnTo>
                  <a:lnTo>
                    <a:pt x="138" y="1537"/>
                  </a:lnTo>
                  <a:lnTo>
                    <a:pt x="118" y="1471"/>
                  </a:lnTo>
                  <a:lnTo>
                    <a:pt x="100" y="1405"/>
                  </a:lnTo>
                  <a:lnTo>
                    <a:pt x="88" y="1341"/>
                  </a:lnTo>
                  <a:lnTo>
                    <a:pt x="82" y="1277"/>
                  </a:lnTo>
                  <a:lnTo>
                    <a:pt x="80" y="1245"/>
                  </a:lnTo>
                  <a:lnTo>
                    <a:pt x="80" y="1215"/>
                  </a:lnTo>
                  <a:lnTo>
                    <a:pt x="80" y="1215"/>
                  </a:lnTo>
                  <a:lnTo>
                    <a:pt x="82" y="1159"/>
                  </a:lnTo>
                  <a:lnTo>
                    <a:pt x="84" y="1131"/>
                  </a:lnTo>
                  <a:lnTo>
                    <a:pt x="88" y="1105"/>
                  </a:lnTo>
                  <a:lnTo>
                    <a:pt x="94" y="1081"/>
                  </a:lnTo>
                  <a:lnTo>
                    <a:pt x="100" y="1057"/>
                  </a:lnTo>
                  <a:lnTo>
                    <a:pt x="106" y="1035"/>
                  </a:lnTo>
                  <a:lnTo>
                    <a:pt x="116" y="1013"/>
                  </a:lnTo>
                  <a:lnTo>
                    <a:pt x="124" y="993"/>
                  </a:lnTo>
                  <a:lnTo>
                    <a:pt x="134" y="973"/>
                  </a:lnTo>
                  <a:lnTo>
                    <a:pt x="146" y="955"/>
                  </a:lnTo>
                  <a:lnTo>
                    <a:pt x="158" y="939"/>
                  </a:lnTo>
                  <a:lnTo>
                    <a:pt x="172" y="923"/>
                  </a:lnTo>
                  <a:lnTo>
                    <a:pt x="186" y="909"/>
                  </a:lnTo>
                  <a:lnTo>
                    <a:pt x="200" y="895"/>
                  </a:lnTo>
                  <a:lnTo>
                    <a:pt x="216" y="883"/>
                  </a:lnTo>
                  <a:lnTo>
                    <a:pt x="216" y="883"/>
                  </a:lnTo>
                  <a:lnTo>
                    <a:pt x="232" y="873"/>
                  </a:lnTo>
                  <a:lnTo>
                    <a:pt x="232" y="873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0" y="865"/>
                  </a:lnTo>
                  <a:lnTo>
                    <a:pt x="258" y="861"/>
                  </a:lnTo>
                  <a:lnTo>
                    <a:pt x="258" y="861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66" y="859"/>
                  </a:lnTo>
                  <a:lnTo>
                    <a:pt x="270" y="857"/>
                  </a:lnTo>
                  <a:lnTo>
                    <a:pt x="270" y="857"/>
                  </a:lnTo>
                  <a:lnTo>
                    <a:pt x="282" y="853"/>
                  </a:lnTo>
                  <a:lnTo>
                    <a:pt x="282" y="853"/>
                  </a:lnTo>
                  <a:lnTo>
                    <a:pt x="288" y="851"/>
                  </a:lnTo>
                  <a:lnTo>
                    <a:pt x="288" y="851"/>
                  </a:lnTo>
                  <a:lnTo>
                    <a:pt x="290" y="851"/>
                  </a:lnTo>
                  <a:lnTo>
                    <a:pt x="290" y="851"/>
                  </a:lnTo>
                  <a:lnTo>
                    <a:pt x="312" y="845"/>
                  </a:lnTo>
                  <a:lnTo>
                    <a:pt x="312" y="845"/>
                  </a:lnTo>
                  <a:lnTo>
                    <a:pt x="320" y="845"/>
                  </a:lnTo>
                  <a:lnTo>
                    <a:pt x="320" y="845"/>
                  </a:lnTo>
                  <a:lnTo>
                    <a:pt x="342" y="843"/>
                  </a:lnTo>
                  <a:lnTo>
                    <a:pt x="364" y="841"/>
                  </a:lnTo>
                  <a:lnTo>
                    <a:pt x="364" y="841"/>
                  </a:lnTo>
                  <a:lnTo>
                    <a:pt x="376" y="841"/>
                  </a:lnTo>
                  <a:lnTo>
                    <a:pt x="376" y="841"/>
                  </a:lnTo>
                  <a:lnTo>
                    <a:pt x="380" y="841"/>
                  </a:lnTo>
                  <a:lnTo>
                    <a:pt x="380" y="841"/>
                  </a:lnTo>
                  <a:lnTo>
                    <a:pt x="422" y="847"/>
                  </a:lnTo>
                  <a:lnTo>
                    <a:pt x="464" y="855"/>
                  </a:lnTo>
                  <a:lnTo>
                    <a:pt x="464" y="855"/>
                  </a:lnTo>
                  <a:lnTo>
                    <a:pt x="472" y="857"/>
                  </a:lnTo>
                  <a:lnTo>
                    <a:pt x="472" y="857"/>
                  </a:lnTo>
                  <a:lnTo>
                    <a:pt x="490" y="863"/>
                  </a:lnTo>
                  <a:lnTo>
                    <a:pt x="490" y="863"/>
                  </a:lnTo>
                  <a:lnTo>
                    <a:pt x="502" y="867"/>
                  </a:lnTo>
                  <a:lnTo>
                    <a:pt x="502" y="867"/>
                  </a:lnTo>
                  <a:lnTo>
                    <a:pt x="512" y="871"/>
                  </a:lnTo>
                  <a:lnTo>
                    <a:pt x="512" y="871"/>
                  </a:lnTo>
                  <a:lnTo>
                    <a:pt x="530" y="877"/>
                  </a:lnTo>
                  <a:lnTo>
                    <a:pt x="530" y="877"/>
                  </a:lnTo>
                  <a:lnTo>
                    <a:pt x="560" y="891"/>
                  </a:lnTo>
                  <a:lnTo>
                    <a:pt x="560" y="891"/>
                  </a:lnTo>
                  <a:lnTo>
                    <a:pt x="564" y="893"/>
                  </a:lnTo>
                  <a:lnTo>
                    <a:pt x="564" y="893"/>
                  </a:lnTo>
                  <a:lnTo>
                    <a:pt x="576" y="899"/>
                  </a:lnTo>
                  <a:lnTo>
                    <a:pt x="576" y="899"/>
                  </a:lnTo>
                  <a:lnTo>
                    <a:pt x="580" y="901"/>
                  </a:lnTo>
                  <a:lnTo>
                    <a:pt x="580" y="901"/>
                  </a:lnTo>
                  <a:lnTo>
                    <a:pt x="586" y="905"/>
                  </a:lnTo>
                  <a:lnTo>
                    <a:pt x="586" y="905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10" y="917"/>
                  </a:lnTo>
                  <a:lnTo>
                    <a:pt x="660" y="949"/>
                  </a:lnTo>
                  <a:lnTo>
                    <a:pt x="708" y="985"/>
                  </a:lnTo>
                  <a:lnTo>
                    <a:pt x="756" y="1025"/>
                  </a:lnTo>
                  <a:lnTo>
                    <a:pt x="804" y="1067"/>
                  </a:lnTo>
                  <a:lnTo>
                    <a:pt x="848" y="1115"/>
                  </a:lnTo>
                  <a:lnTo>
                    <a:pt x="892" y="1167"/>
                  </a:lnTo>
                  <a:lnTo>
                    <a:pt x="934" y="1221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74" y="1277"/>
                  </a:lnTo>
                  <a:lnTo>
                    <a:pt x="994" y="1309"/>
                  </a:lnTo>
                  <a:lnTo>
                    <a:pt x="994" y="1309"/>
                  </a:lnTo>
                  <a:lnTo>
                    <a:pt x="1012" y="1341"/>
                  </a:lnTo>
                  <a:lnTo>
                    <a:pt x="1012" y="1341"/>
                  </a:lnTo>
                  <a:lnTo>
                    <a:pt x="1030" y="1371"/>
                  </a:lnTo>
                  <a:lnTo>
                    <a:pt x="1030" y="1371"/>
                  </a:lnTo>
                  <a:lnTo>
                    <a:pt x="1044" y="1399"/>
                  </a:lnTo>
                  <a:lnTo>
                    <a:pt x="1044" y="1399"/>
                  </a:lnTo>
                  <a:lnTo>
                    <a:pt x="1050" y="1409"/>
                  </a:lnTo>
                  <a:lnTo>
                    <a:pt x="1050" y="1409"/>
                  </a:lnTo>
                  <a:lnTo>
                    <a:pt x="1060" y="1433"/>
                  </a:lnTo>
                  <a:lnTo>
                    <a:pt x="1064" y="1439"/>
                  </a:lnTo>
                  <a:lnTo>
                    <a:pt x="1064" y="1439"/>
                  </a:lnTo>
                  <a:lnTo>
                    <a:pt x="1082" y="1481"/>
                  </a:lnTo>
                  <a:lnTo>
                    <a:pt x="1100" y="1523"/>
                  </a:lnTo>
                  <a:lnTo>
                    <a:pt x="1116" y="1565"/>
                  </a:lnTo>
                  <a:lnTo>
                    <a:pt x="1130" y="1605"/>
                  </a:lnTo>
                  <a:lnTo>
                    <a:pt x="1142" y="1647"/>
                  </a:lnTo>
                  <a:lnTo>
                    <a:pt x="1152" y="1687"/>
                  </a:lnTo>
                  <a:lnTo>
                    <a:pt x="1160" y="1729"/>
                  </a:lnTo>
                  <a:lnTo>
                    <a:pt x="1168" y="1770"/>
                  </a:lnTo>
                  <a:lnTo>
                    <a:pt x="1168" y="1772"/>
                  </a:lnTo>
                  <a:lnTo>
                    <a:pt x="1168" y="1772"/>
                  </a:lnTo>
                  <a:lnTo>
                    <a:pt x="1172" y="1794"/>
                  </a:lnTo>
                  <a:lnTo>
                    <a:pt x="1172" y="1794"/>
                  </a:lnTo>
                  <a:lnTo>
                    <a:pt x="1172" y="1810"/>
                  </a:lnTo>
                  <a:lnTo>
                    <a:pt x="1172" y="1810"/>
                  </a:lnTo>
                  <a:lnTo>
                    <a:pt x="1174" y="1832"/>
                  </a:lnTo>
                  <a:lnTo>
                    <a:pt x="1176" y="1834"/>
                  </a:lnTo>
                  <a:lnTo>
                    <a:pt x="1176" y="1834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2"/>
                  </a:lnTo>
                  <a:lnTo>
                    <a:pt x="1176" y="1868"/>
                  </a:lnTo>
                  <a:lnTo>
                    <a:pt x="1176" y="1868"/>
                  </a:lnTo>
                  <a:lnTo>
                    <a:pt x="1178" y="1896"/>
                  </a:lnTo>
                  <a:lnTo>
                    <a:pt x="1178" y="1896"/>
                  </a:lnTo>
                  <a:lnTo>
                    <a:pt x="1176" y="1922"/>
                  </a:lnTo>
                  <a:lnTo>
                    <a:pt x="1176" y="1926"/>
                  </a:lnTo>
                  <a:lnTo>
                    <a:pt x="1176" y="1926"/>
                  </a:lnTo>
                  <a:lnTo>
                    <a:pt x="1176" y="1940"/>
                  </a:lnTo>
                  <a:lnTo>
                    <a:pt x="1176" y="1940"/>
                  </a:lnTo>
                  <a:lnTo>
                    <a:pt x="1174" y="1952"/>
                  </a:lnTo>
                  <a:lnTo>
                    <a:pt x="1174" y="1954"/>
                  </a:lnTo>
                  <a:lnTo>
                    <a:pt x="1174" y="195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4"/>
                  </a:lnTo>
                  <a:lnTo>
                    <a:pt x="1172" y="1976"/>
                  </a:lnTo>
                  <a:lnTo>
                    <a:pt x="1172" y="1976"/>
                  </a:lnTo>
                  <a:lnTo>
                    <a:pt x="1172" y="1982"/>
                  </a:lnTo>
                  <a:lnTo>
                    <a:pt x="1172" y="1982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8" y="2004"/>
                  </a:lnTo>
                  <a:lnTo>
                    <a:pt x="1160" y="2042"/>
                  </a:lnTo>
                  <a:lnTo>
                    <a:pt x="1150" y="2076"/>
                  </a:lnTo>
                  <a:lnTo>
                    <a:pt x="1136" y="2108"/>
                  </a:lnTo>
                  <a:lnTo>
                    <a:pt x="1122" y="2138"/>
                  </a:lnTo>
                  <a:lnTo>
                    <a:pt x="1104" y="2164"/>
                  </a:lnTo>
                  <a:lnTo>
                    <a:pt x="1084" y="2188"/>
                  </a:lnTo>
                  <a:lnTo>
                    <a:pt x="1064" y="2208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40" y="2226"/>
                  </a:lnTo>
                  <a:lnTo>
                    <a:pt x="1032" y="2232"/>
                  </a:lnTo>
                  <a:lnTo>
                    <a:pt x="1032" y="2232"/>
                  </a:lnTo>
                  <a:lnTo>
                    <a:pt x="1030" y="2232"/>
                  </a:lnTo>
                  <a:lnTo>
                    <a:pt x="1030" y="2232"/>
                  </a:lnTo>
                  <a:lnTo>
                    <a:pt x="1024" y="2236"/>
                  </a:lnTo>
                  <a:lnTo>
                    <a:pt x="1024" y="2236"/>
                  </a:lnTo>
                  <a:lnTo>
                    <a:pt x="1008" y="2244"/>
                  </a:lnTo>
                  <a:lnTo>
                    <a:pt x="1008" y="2244"/>
                  </a:lnTo>
                  <a:close/>
                  <a:moveTo>
                    <a:pt x="2494" y="1161"/>
                  </a:moveTo>
                  <a:lnTo>
                    <a:pt x="2494" y="1167"/>
                  </a:lnTo>
                  <a:lnTo>
                    <a:pt x="2494" y="1167"/>
                  </a:lnTo>
                  <a:lnTo>
                    <a:pt x="2492" y="1191"/>
                  </a:lnTo>
                  <a:lnTo>
                    <a:pt x="2492" y="1199"/>
                  </a:lnTo>
                  <a:lnTo>
                    <a:pt x="2492" y="1199"/>
                  </a:lnTo>
                  <a:lnTo>
                    <a:pt x="2492" y="1203"/>
                  </a:lnTo>
                  <a:lnTo>
                    <a:pt x="2492" y="1203"/>
                  </a:lnTo>
                  <a:lnTo>
                    <a:pt x="2490" y="1209"/>
                  </a:lnTo>
                  <a:lnTo>
                    <a:pt x="2490" y="1215"/>
                  </a:lnTo>
                  <a:lnTo>
                    <a:pt x="2490" y="1215"/>
                  </a:lnTo>
                  <a:lnTo>
                    <a:pt x="2488" y="1223"/>
                  </a:lnTo>
                  <a:lnTo>
                    <a:pt x="2486" y="1245"/>
                  </a:lnTo>
                  <a:lnTo>
                    <a:pt x="2474" y="1291"/>
                  </a:lnTo>
                  <a:lnTo>
                    <a:pt x="2460" y="1337"/>
                  </a:lnTo>
                  <a:lnTo>
                    <a:pt x="2440" y="1377"/>
                  </a:lnTo>
                  <a:lnTo>
                    <a:pt x="2418" y="1409"/>
                  </a:lnTo>
                  <a:lnTo>
                    <a:pt x="2398" y="1433"/>
                  </a:lnTo>
                  <a:lnTo>
                    <a:pt x="2374" y="1453"/>
                  </a:lnTo>
                  <a:lnTo>
                    <a:pt x="2350" y="1471"/>
                  </a:lnTo>
                  <a:lnTo>
                    <a:pt x="2350" y="1471"/>
                  </a:lnTo>
                  <a:lnTo>
                    <a:pt x="2346" y="1473"/>
                  </a:lnTo>
                  <a:lnTo>
                    <a:pt x="1216" y="2126"/>
                  </a:lnTo>
                  <a:lnTo>
                    <a:pt x="1216" y="2126"/>
                  </a:lnTo>
                  <a:lnTo>
                    <a:pt x="1224" y="2106"/>
                  </a:lnTo>
                  <a:lnTo>
                    <a:pt x="1224" y="2106"/>
                  </a:lnTo>
                  <a:lnTo>
                    <a:pt x="1232" y="2082"/>
                  </a:lnTo>
                  <a:lnTo>
                    <a:pt x="1234" y="2078"/>
                  </a:lnTo>
                  <a:lnTo>
                    <a:pt x="1234" y="2074"/>
                  </a:lnTo>
                  <a:lnTo>
                    <a:pt x="1234" y="2074"/>
                  </a:lnTo>
                  <a:lnTo>
                    <a:pt x="1240" y="2052"/>
                  </a:lnTo>
                  <a:lnTo>
                    <a:pt x="1240" y="205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46" y="2022"/>
                  </a:lnTo>
                  <a:lnTo>
                    <a:pt x="1250" y="1996"/>
                  </a:lnTo>
                  <a:lnTo>
                    <a:pt x="1250" y="1996"/>
                  </a:lnTo>
                  <a:lnTo>
                    <a:pt x="1250" y="1994"/>
                  </a:lnTo>
                  <a:lnTo>
                    <a:pt x="1250" y="1994"/>
                  </a:lnTo>
                  <a:lnTo>
                    <a:pt x="1250" y="1992"/>
                  </a:lnTo>
                  <a:lnTo>
                    <a:pt x="1250" y="1992"/>
                  </a:lnTo>
                  <a:lnTo>
                    <a:pt x="1252" y="1986"/>
                  </a:lnTo>
                  <a:lnTo>
                    <a:pt x="1252" y="1984"/>
                  </a:lnTo>
                  <a:lnTo>
                    <a:pt x="1252" y="198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4"/>
                  </a:lnTo>
                  <a:lnTo>
                    <a:pt x="1254" y="1962"/>
                  </a:lnTo>
                  <a:lnTo>
                    <a:pt x="1254" y="1958"/>
                  </a:lnTo>
                  <a:lnTo>
                    <a:pt x="1254" y="1958"/>
                  </a:lnTo>
                  <a:lnTo>
                    <a:pt x="1256" y="1932"/>
                  </a:lnTo>
                  <a:lnTo>
                    <a:pt x="1256" y="1932"/>
                  </a:lnTo>
                  <a:lnTo>
                    <a:pt x="1256" y="1928"/>
                  </a:lnTo>
                  <a:lnTo>
                    <a:pt x="1256" y="1926"/>
                  </a:lnTo>
                  <a:lnTo>
                    <a:pt x="1256" y="1926"/>
                  </a:lnTo>
                  <a:lnTo>
                    <a:pt x="1258" y="1896"/>
                  </a:lnTo>
                  <a:lnTo>
                    <a:pt x="1258" y="189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6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6" y="1860"/>
                  </a:lnTo>
                  <a:lnTo>
                    <a:pt x="1254" y="1830"/>
                  </a:lnTo>
                  <a:lnTo>
                    <a:pt x="1254" y="1824"/>
                  </a:lnTo>
                  <a:lnTo>
                    <a:pt x="1254" y="1824"/>
                  </a:lnTo>
                  <a:lnTo>
                    <a:pt x="1252" y="1802"/>
                  </a:lnTo>
                  <a:lnTo>
                    <a:pt x="1252" y="1802"/>
                  </a:lnTo>
                  <a:lnTo>
                    <a:pt x="1252" y="1800"/>
                  </a:lnTo>
                  <a:lnTo>
                    <a:pt x="1252" y="1800"/>
                  </a:lnTo>
                  <a:lnTo>
                    <a:pt x="1250" y="1788"/>
                  </a:lnTo>
                  <a:lnTo>
                    <a:pt x="1250" y="1788"/>
                  </a:lnTo>
                  <a:lnTo>
                    <a:pt x="1250" y="1784"/>
                  </a:lnTo>
                  <a:lnTo>
                    <a:pt x="1250" y="1784"/>
                  </a:lnTo>
                  <a:lnTo>
                    <a:pt x="1248" y="1764"/>
                  </a:lnTo>
                  <a:lnTo>
                    <a:pt x="1246" y="1755"/>
                  </a:lnTo>
                  <a:lnTo>
                    <a:pt x="1246" y="1755"/>
                  </a:lnTo>
                  <a:lnTo>
                    <a:pt x="1242" y="1725"/>
                  </a:lnTo>
                  <a:lnTo>
                    <a:pt x="1242" y="1721"/>
                  </a:lnTo>
                  <a:lnTo>
                    <a:pt x="1242" y="1721"/>
                  </a:lnTo>
                  <a:lnTo>
                    <a:pt x="1234" y="1689"/>
                  </a:lnTo>
                  <a:lnTo>
                    <a:pt x="1234" y="1687"/>
                  </a:lnTo>
                  <a:lnTo>
                    <a:pt x="1234" y="1687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26" y="1653"/>
                  </a:lnTo>
                  <a:lnTo>
                    <a:pt x="1212" y="1599"/>
                  </a:lnTo>
                  <a:lnTo>
                    <a:pt x="1194" y="1547"/>
                  </a:lnTo>
                  <a:lnTo>
                    <a:pt x="1194" y="1545"/>
                  </a:lnTo>
                  <a:lnTo>
                    <a:pt x="1194" y="1545"/>
                  </a:lnTo>
                  <a:lnTo>
                    <a:pt x="1182" y="1511"/>
                  </a:lnTo>
                  <a:lnTo>
                    <a:pt x="1182" y="1509"/>
                  </a:lnTo>
                  <a:lnTo>
                    <a:pt x="1182" y="1509"/>
                  </a:lnTo>
                  <a:lnTo>
                    <a:pt x="1168" y="1475"/>
                  </a:lnTo>
                  <a:lnTo>
                    <a:pt x="1166" y="1473"/>
                  </a:lnTo>
                  <a:lnTo>
                    <a:pt x="1166" y="1473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52" y="1439"/>
                  </a:lnTo>
                  <a:lnTo>
                    <a:pt x="1136" y="1407"/>
                  </a:lnTo>
                  <a:lnTo>
                    <a:pt x="1136" y="1407"/>
                  </a:lnTo>
                  <a:lnTo>
                    <a:pt x="1136" y="1405"/>
                  </a:lnTo>
                  <a:lnTo>
                    <a:pt x="1136" y="1405"/>
                  </a:lnTo>
                  <a:lnTo>
                    <a:pt x="1134" y="1401"/>
                  </a:lnTo>
                  <a:lnTo>
                    <a:pt x="1134" y="1401"/>
                  </a:lnTo>
                  <a:lnTo>
                    <a:pt x="1134" y="1399"/>
                  </a:lnTo>
                  <a:lnTo>
                    <a:pt x="1132" y="1397"/>
                  </a:lnTo>
                  <a:lnTo>
                    <a:pt x="1132" y="1397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20" y="1373"/>
                  </a:lnTo>
                  <a:lnTo>
                    <a:pt x="1114" y="1363"/>
                  </a:lnTo>
                  <a:lnTo>
                    <a:pt x="1114" y="1363"/>
                  </a:lnTo>
                  <a:lnTo>
                    <a:pt x="1114" y="1361"/>
                  </a:lnTo>
                  <a:lnTo>
                    <a:pt x="1114" y="1361"/>
                  </a:lnTo>
                  <a:lnTo>
                    <a:pt x="1102" y="1337"/>
                  </a:lnTo>
                  <a:lnTo>
                    <a:pt x="1102" y="1337"/>
                  </a:lnTo>
                  <a:lnTo>
                    <a:pt x="1100" y="1333"/>
                  </a:lnTo>
                  <a:lnTo>
                    <a:pt x="1100" y="1333"/>
                  </a:lnTo>
                  <a:lnTo>
                    <a:pt x="1080" y="1299"/>
                  </a:lnTo>
                  <a:lnTo>
                    <a:pt x="1080" y="1299"/>
                  </a:lnTo>
                  <a:lnTo>
                    <a:pt x="1062" y="1267"/>
                  </a:lnTo>
                  <a:lnTo>
                    <a:pt x="1062" y="1267"/>
                  </a:lnTo>
                  <a:lnTo>
                    <a:pt x="1060" y="1265"/>
                  </a:lnTo>
                  <a:lnTo>
                    <a:pt x="1060" y="1265"/>
                  </a:lnTo>
                  <a:lnTo>
                    <a:pt x="1040" y="1235"/>
                  </a:lnTo>
                  <a:lnTo>
                    <a:pt x="1040" y="1233"/>
                  </a:lnTo>
                  <a:lnTo>
                    <a:pt x="1040" y="1233"/>
                  </a:lnTo>
                  <a:lnTo>
                    <a:pt x="1018" y="1201"/>
                  </a:lnTo>
                  <a:lnTo>
                    <a:pt x="1018" y="1201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96" y="1169"/>
                  </a:lnTo>
                  <a:lnTo>
                    <a:pt x="972" y="1137"/>
                  </a:lnTo>
                  <a:lnTo>
                    <a:pt x="972" y="1137"/>
                  </a:lnTo>
                  <a:lnTo>
                    <a:pt x="948" y="1109"/>
                  </a:lnTo>
                  <a:lnTo>
                    <a:pt x="948" y="1107"/>
                  </a:lnTo>
                  <a:lnTo>
                    <a:pt x="948" y="1107"/>
                  </a:lnTo>
                  <a:lnTo>
                    <a:pt x="924" y="1079"/>
                  </a:lnTo>
                  <a:lnTo>
                    <a:pt x="922" y="1077"/>
                  </a:lnTo>
                  <a:lnTo>
                    <a:pt x="922" y="1077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98" y="1051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72" y="1023"/>
                  </a:lnTo>
                  <a:lnTo>
                    <a:pt x="846" y="997"/>
                  </a:lnTo>
                  <a:lnTo>
                    <a:pt x="846" y="997"/>
                  </a:lnTo>
                  <a:lnTo>
                    <a:pt x="820" y="973"/>
                  </a:lnTo>
                  <a:lnTo>
                    <a:pt x="820" y="973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92" y="949"/>
                  </a:lnTo>
                  <a:lnTo>
                    <a:pt x="764" y="927"/>
                  </a:lnTo>
                  <a:lnTo>
                    <a:pt x="764" y="927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36" y="905"/>
                  </a:lnTo>
                  <a:lnTo>
                    <a:pt x="708" y="885"/>
                  </a:lnTo>
                  <a:lnTo>
                    <a:pt x="708" y="885"/>
                  </a:lnTo>
                  <a:lnTo>
                    <a:pt x="680" y="865"/>
                  </a:lnTo>
                  <a:lnTo>
                    <a:pt x="680" y="865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9"/>
                  </a:lnTo>
                  <a:lnTo>
                    <a:pt x="650" y="847"/>
                  </a:lnTo>
                  <a:lnTo>
                    <a:pt x="650" y="847"/>
                  </a:lnTo>
                  <a:lnTo>
                    <a:pt x="620" y="831"/>
                  </a:lnTo>
                  <a:lnTo>
                    <a:pt x="620" y="831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92" y="817"/>
                  </a:lnTo>
                  <a:lnTo>
                    <a:pt x="562" y="805"/>
                  </a:lnTo>
                  <a:lnTo>
                    <a:pt x="562" y="805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6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34" y="793"/>
                  </a:lnTo>
                  <a:lnTo>
                    <a:pt x="506" y="785"/>
                  </a:lnTo>
                  <a:lnTo>
                    <a:pt x="506" y="783"/>
                  </a:lnTo>
                  <a:lnTo>
                    <a:pt x="506" y="783"/>
                  </a:lnTo>
                  <a:lnTo>
                    <a:pt x="478" y="777"/>
                  </a:lnTo>
                  <a:lnTo>
                    <a:pt x="476" y="775"/>
                  </a:lnTo>
                  <a:lnTo>
                    <a:pt x="476" y="775"/>
                  </a:lnTo>
                  <a:lnTo>
                    <a:pt x="450" y="769"/>
                  </a:lnTo>
                  <a:lnTo>
                    <a:pt x="448" y="769"/>
                  </a:lnTo>
                  <a:lnTo>
                    <a:pt x="448" y="769"/>
                  </a:lnTo>
                  <a:lnTo>
                    <a:pt x="424" y="765"/>
                  </a:lnTo>
                  <a:lnTo>
                    <a:pt x="422" y="765"/>
                  </a:lnTo>
                  <a:lnTo>
                    <a:pt x="1546" y="114"/>
                  </a:lnTo>
                  <a:lnTo>
                    <a:pt x="1550" y="112"/>
                  </a:lnTo>
                  <a:lnTo>
                    <a:pt x="1550" y="112"/>
                  </a:lnTo>
                  <a:lnTo>
                    <a:pt x="1566" y="104"/>
                  </a:lnTo>
                  <a:lnTo>
                    <a:pt x="1566" y="104"/>
                  </a:lnTo>
                  <a:lnTo>
                    <a:pt x="1582" y="98"/>
                  </a:lnTo>
                  <a:lnTo>
                    <a:pt x="1582" y="98"/>
                  </a:lnTo>
                  <a:lnTo>
                    <a:pt x="1588" y="96"/>
                  </a:lnTo>
                  <a:lnTo>
                    <a:pt x="1588" y="96"/>
                  </a:lnTo>
                  <a:lnTo>
                    <a:pt x="1600" y="92"/>
                  </a:lnTo>
                  <a:lnTo>
                    <a:pt x="1604" y="90"/>
                  </a:lnTo>
                  <a:lnTo>
                    <a:pt x="1604" y="90"/>
                  </a:lnTo>
                  <a:lnTo>
                    <a:pt x="1622" y="86"/>
                  </a:lnTo>
                  <a:lnTo>
                    <a:pt x="1626" y="86"/>
                  </a:lnTo>
                  <a:lnTo>
                    <a:pt x="1626" y="86"/>
                  </a:lnTo>
                  <a:lnTo>
                    <a:pt x="1640" y="84"/>
                  </a:lnTo>
                  <a:lnTo>
                    <a:pt x="1644" y="82"/>
                  </a:lnTo>
                  <a:lnTo>
                    <a:pt x="1644" y="82"/>
                  </a:lnTo>
                  <a:lnTo>
                    <a:pt x="1662" y="80"/>
                  </a:lnTo>
                  <a:lnTo>
                    <a:pt x="1666" y="80"/>
                  </a:lnTo>
                  <a:lnTo>
                    <a:pt x="1666" y="80"/>
                  </a:lnTo>
                  <a:lnTo>
                    <a:pt x="1676" y="80"/>
                  </a:lnTo>
                  <a:lnTo>
                    <a:pt x="1678" y="80"/>
                  </a:lnTo>
                  <a:lnTo>
                    <a:pt x="1678" y="80"/>
                  </a:lnTo>
                  <a:lnTo>
                    <a:pt x="1680" y="80"/>
                  </a:lnTo>
                  <a:lnTo>
                    <a:pt x="1680" y="80"/>
                  </a:lnTo>
                  <a:lnTo>
                    <a:pt x="1690" y="80"/>
                  </a:lnTo>
                  <a:lnTo>
                    <a:pt x="1690" y="80"/>
                  </a:lnTo>
                  <a:lnTo>
                    <a:pt x="1696" y="80"/>
                  </a:lnTo>
                  <a:lnTo>
                    <a:pt x="1696" y="80"/>
                  </a:lnTo>
                  <a:lnTo>
                    <a:pt x="1700" y="80"/>
                  </a:lnTo>
                  <a:lnTo>
                    <a:pt x="1712" y="82"/>
                  </a:lnTo>
                  <a:lnTo>
                    <a:pt x="1712" y="82"/>
                  </a:lnTo>
                  <a:lnTo>
                    <a:pt x="1726" y="82"/>
                  </a:lnTo>
                  <a:lnTo>
                    <a:pt x="1732" y="84"/>
                  </a:lnTo>
                  <a:lnTo>
                    <a:pt x="1732" y="84"/>
                  </a:lnTo>
                  <a:lnTo>
                    <a:pt x="1738" y="84"/>
                  </a:lnTo>
                  <a:lnTo>
                    <a:pt x="1738" y="84"/>
                  </a:lnTo>
                  <a:lnTo>
                    <a:pt x="1750" y="86"/>
                  </a:lnTo>
                  <a:lnTo>
                    <a:pt x="1760" y="88"/>
                  </a:lnTo>
                  <a:lnTo>
                    <a:pt x="1760" y="88"/>
                  </a:lnTo>
                  <a:lnTo>
                    <a:pt x="1770" y="90"/>
                  </a:lnTo>
                  <a:lnTo>
                    <a:pt x="1778" y="94"/>
                  </a:lnTo>
                  <a:lnTo>
                    <a:pt x="1778" y="94"/>
                  </a:lnTo>
                  <a:lnTo>
                    <a:pt x="1788" y="96"/>
                  </a:lnTo>
                  <a:lnTo>
                    <a:pt x="1788" y="96"/>
                  </a:lnTo>
                  <a:lnTo>
                    <a:pt x="1796" y="98"/>
                  </a:lnTo>
                  <a:lnTo>
                    <a:pt x="1806" y="100"/>
                  </a:lnTo>
                  <a:lnTo>
                    <a:pt x="1806" y="100"/>
                  </a:lnTo>
                  <a:lnTo>
                    <a:pt x="1814" y="104"/>
                  </a:lnTo>
                  <a:lnTo>
                    <a:pt x="1814" y="104"/>
                  </a:lnTo>
                  <a:lnTo>
                    <a:pt x="1822" y="106"/>
                  </a:lnTo>
                  <a:lnTo>
                    <a:pt x="1828" y="110"/>
                  </a:lnTo>
                  <a:lnTo>
                    <a:pt x="1828" y="110"/>
                  </a:lnTo>
                  <a:lnTo>
                    <a:pt x="1836" y="112"/>
                  </a:lnTo>
                  <a:lnTo>
                    <a:pt x="1836" y="112"/>
                  </a:lnTo>
                  <a:lnTo>
                    <a:pt x="1844" y="114"/>
                  </a:lnTo>
                  <a:lnTo>
                    <a:pt x="1850" y="118"/>
                  </a:lnTo>
                  <a:lnTo>
                    <a:pt x="1850" y="118"/>
                  </a:lnTo>
                  <a:lnTo>
                    <a:pt x="1858" y="120"/>
                  </a:lnTo>
                  <a:lnTo>
                    <a:pt x="1858" y="120"/>
                  </a:lnTo>
                  <a:lnTo>
                    <a:pt x="1864" y="124"/>
                  </a:lnTo>
                  <a:lnTo>
                    <a:pt x="1900" y="142"/>
                  </a:lnTo>
                  <a:lnTo>
                    <a:pt x="1948" y="168"/>
                  </a:lnTo>
                  <a:lnTo>
                    <a:pt x="1948" y="170"/>
                  </a:lnTo>
                  <a:lnTo>
                    <a:pt x="1956" y="174"/>
                  </a:lnTo>
                  <a:lnTo>
                    <a:pt x="1996" y="202"/>
                  </a:lnTo>
                  <a:lnTo>
                    <a:pt x="1996" y="202"/>
                  </a:lnTo>
                  <a:lnTo>
                    <a:pt x="2032" y="228"/>
                  </a:lnTo>
                  <a:lnTo>
                    <a:pt x="2068" y="258"/>
                  </a:lnTo>
                  <a:lnTo>
                    <a:pt x="2102" y="290"/>
                  </a:lnTo>
                  <a:lnTo>
                    <a:pt x="2136" y="322"/>
                  </a:lnTo>
                  <a:lnTo>
                    <a:pt x="2170" y="358"/>
                  </a:lnTo>
                  <a:lnTo>
                    <a:pt x="2202" y="396"/>
                  </a:lnTo>
                  <a:lnTo>
                    <a:pt x="2234" y="436"/>
                  </a:lnTo>
                  <a:lnTo>
                    <a:pt x="2264" y="476"/>
                  </a:lnTo>
                  <a:lnTo>
                    <a:pt x="2274" y="492"/>
                  </a:lnTo>
                  <a:lnTo>
                    <a:pt x="2328" y="578"/>
                  </a:lnTo>
                  <a:lnTo>
                    <a:pt x="2364" y="558"/>
                  </a:lnTo>
                  <a:lnTo>
                    <a:pt x="2330" y="580"/>
                  </a:lnTo>
                  <a:lnTo>
                    <a:pt x="2348" y="615"/>
                  </a:lnTo>
                  <a:lnTo>
                    <a:pt x="2348" y="615"/>
                  </a:lnTo>
                  <a:lnTo>
                    <a:pt x="2356" y="629"/>
                  </a:lnTo>
                  <a:lnTo>
                    <a:pt x="2356" y="629"/>
                  </a:lnTo>
                  <a:lnTo>
                    <a:pt x="2360" y="635"/>
                  </a:lnTo>
                  <a:lnTo>
                    <a:pt x="2362" y="639"/>
                  </a:lnTo>
                  <a:lnTo>
                    <a:pt x="2362" y="639"/>
                  </a:lnTo>
                  <a:lnTo>
                    <a:pt x="2366" y="649"/>
                  </a:lnTo>
                  <a:lnTo>
                    <a:pt x="2366" y="649"/>
                  </a:lnTo>
                  <a:lnTo>
                    <a:pt x="2378" y="671"/>
                  </a:lnTo>
                  <a:lnTo>
                    <a:pt x="2384" y="683"/>
                  </a:lnTo>
                  <a:lnTo>
                    <a:pt x="2384" y="683"/>
                  </a:lnTo>
                  <a:lnTo>
                    <a:pt x="2390" y="697"/>
                  </a:lnTo>
                  <a:lnTo>
                    <a:pt x="2394" y="707"/>
                  </a:lnTo>
                  <a:lnTo>
                    <a:pt x="2422" y="773"/>
                  </a:lnTo>
                  <a:lnTo>
                    <a:pt x="2422" y="773"/>
                  </a:lnTo>
                  <a:lnTo>
                    <a:pt x="2444" y="833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44" y="835"/>
                  </a:lnTo>
                  <a:lnTo>
                    <a:pt x="2456" y="875"/>
                  </a:lnTo>
                  <a:lnTo>
                    <a:pt x="2470" y="927"/>
                  </a:lnTo>
                  <a:lnTo>
                    <a:pt x="2470" y="927"/>
                  </a:lnTo>
                  <a:lnTo>
                    <a:pt x="2472" y="937"/>
                  </a:lnTo>
                  <a:lnTo>
                    <a:pt x="2474" y="947"/>
                  </a:lnTo>
                  <a:lnTo>
                    <a:pt x="2474" y="947"/>
                  </a:lnTo>
                  <a:lnTo>
                    <a:pt x="2476" y="957"/>
                  </a:lnTo>
                  <a:lnTo>
                    <a:pt x="2476" y="957"/>
                  </a:lnTo>
                  <a:lnTo>
                    <a:pt x="2478" y="969"/>
                  </a:lnTo>
                  <a:lnTo>
                    <a:pt x="2482" y="983"/>
                  </a:lnTo>
                  <a:lnTo>
                    <a:pt x="2482" y="983"/>
                  </a:lnTo>
                  <a:lnTo>
                    <a:pt x="2484" y="1001"/>
                  </a:lnTo>
                  <a:lnTo>
                    <a:pt x="2486" y="1007"/>
                  </a:lnTo>
                  <a:lnTo>
                    <a:pt x="2486" y="1007"/>
                  </a:lnTo>
                  <a:lnTo>
                    <a:pt x="2486" y="1015"/>
                  </a:lnTo>
                  <a:lnTo>
                    <a:pt x="2486" y="1019"/>
                  </a:lnTo>
                  <a:lnTo>
                    <a:pt x="2486" y="1019"/>
                  </a:lnTo>
                  <a:lnTo>
                    <a:pt x="2488" y="1023"/>
                  </a:lnTo>
                  <a:lnTo>
                    <a:pt x="2488" y="1023"/>
                  </a:lnTo>
                  <a:lnTo>
                    <a:pt x="2488" y="1027"/>
                  </a:lnTo>
                  <a:lnTo>
                    <a:pt x="2488" y="1031"/>
                  </a:lnTo>
                  <a:lnTo>
                    <a:pt x="2488" y="1031"/>
                  </a:lnTo>
                  <a:lnTo>
                    <a:pt x="2490" y="1049"/>
                  </a:lnTo>
                  <a:lnTo>
                    <a:pt x="2490" y="1049"/>
                  </a:lnTo>
                  <a:lnTo>
                    <a:pt x="2492" y="1055"/>
                  </a:lnTo>
                  <a:lnTo>
                    <a:pt x="2492" y="1055"/>
                  </a:lnTo>
                  <a:lnTo>
                    <a:pt x="2492" y="1057"/>
                  </a:lnTo>
                  <a:lnTo>
                    <a:pt x="2492" y="1057"/>
                  </a:lnTo>
                  <a:lnTo>
                    <a:pt x="2492" y="1067"/>
                  </a:lnTo>
                  <a:lnTo>
                    <a:pt x="2492" y="1075"/>
                  </a:lnTo>
                  <a:lnTo>
                    <a:pt x="2492" y="1075"/>
                  </a:lnTo>
                  <a:lnTo>
                    <a:pt x="2494" y="1101"/>
                  </a:lnTo>
                  <a:lnTo>
                    <a:pt x="2494" y="1107"/>
                  </a:lnTo>
                  <a:lnTo>
                    <a:pt x="2494" y="1107"/>
                  </a:lnTo>
                  <a:lnTo>
                    <a:pt x="2496" y="1135"/>
                  </a:lnTo>
                  <a:lnTo>
                    <a:pt x="2496" y="1135"/>
                  </a:lnTo>
                  <a:lnTo>
                    <a:pt x="2494" y="1161"/>
                  </a:lnTo>
                  <a:lnTo>
                    <a:pt x="2494" y="11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7" name="Rectangle 66"/>
            <p:cNvSpPr>
              <a:spLocks noChangeArrowheads="1"/>
            </p:cNvSpPr>
            <p:nvPr/>
          </p:nvSpPr>
          <p:spPr bwMode="auto">
            <a:xfrm>
              <a:off x="7255587" y="3531602"/>
              <a:ext cx="147" cy="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12" name="타원 11">
            <a:extLst>
              <a:ext uri="{FF2B5EF4-FFF2-40B4-BE49-F238E27FC236}">
                <a16:creationId xmlns="" xmlns:a16="http://schemas.microsoft.com/office/drawing/2014/main" id="{D6B39862-7076-4127-A1E6-979BBB2B0809}"/>
              </a:ext>
            </a:extLst>
          </p:cNvPr>
          <p:cNvSpPr/>
          <p:nvPr/>
        </p:nvSpPr>
        <p:spPr>
          <a:xfrm>
            <a:off x="5034447" y="3180980"/>
            <a:ext cx="641473" cy="641473"/>
          </a:xfrm>
          <a:prstGeom prst="ellipse">
            <a:avLst/>
          </a:prstGeom>
          <a:solidFill>
            <a:schemeClr val="accent2"/>
          </a:solidFill>
          <a:ln w="381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5122764" y="3348495"/>
            <a:ext cx="464837" cy="297191"/>
            <a:chOff x="5122764" y="3348495"/>
            <a:chExt cx="464837" cy="297191"/>
          </a:xfrm>
        </p:grpSpPr>
        <p:sp>
          <p:nvSpPr>
            <p:cNvPr id="44" name="AutoShape 68"/>
            <p:cNvSpPr>
              <a:spLocks noChangeAspect="1" noChangeArrowheads="1" noTextEdit="1"/>
            </p:cNvSpPr>
            <p:nvPr/>
          </p:nvSpPr>
          <p:spPr bwMode="auto">
            <a:xfrm>
              <a:off x="5122764" y="3348495"/>
              <a:ext cx="464837" cy="2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Freeform 70"/>
            <p:cNvSpPr>
              <a:spLocks noEditPoints="1"/>
            </p:cNvSpPr>
            <p:nvPr/>
          </p:nvSpPr>
          <p:spPr bwMode="auto">
            <a:xfrm>
              <a:off x="5176670" y="3348495"/>
              <a:ext cx="316665" cy="158050"/>
            </a:xfrm>
            <a:custGeom>
              <a:avLst/>
              <a:gdLst>
                <a:gd name="T0" fmla="*/ 1327 w 2243"/>
                <a:gd name="T1" fmla="*/ 0 h 1120"/>
                <a:gd name="T2" fmla="*/ 13 w 2243"/>
                <a:gd name="T3" fmla="*/ 641 h 1120"/>
                <a:gd name="T4" fmla="*/ 5 w 2243"/>
                <a:gd name="T5" fmla="*/ 645 h 1120"/>
                <a:gd name="T6" fmla="*/ 0 w 2243"/>
                <a:gd name="T7" fmla="*/ 723 h 1120"/>
                <a:gd name="T8" fmla="*/ 1029 w 2243"/>
                <a:gd name="T9" fmla="*/ 1118 h 1120"/>
                <a:gd name="T10" fmla="*/ 1036 w 2243"/>
                <a:gd name="T11" fmla="*/ 1120 h 1120"/>
                <a:gd name="T12" fmla="*/ 2216 w 2243"/>
                <a:gd name="T13" fmla="*/ 347 h 1120"/>
                <a:gd name="T14" fmla="*/ 2221 w 2243"/>
                <a:gd name="T15" fmla="*/ 343 h 1120"/>
                <a:gd name="T16" fmla="*/ 2243 w 2243"/>
                <a:gd name="T17" fmla="*/ 241 h 1120"/>
                <a:gd name="T18" fmla="*/ 1327 w 2243"/>
                <a:gd name="T19" fmla="*/ 0 h 1120"/>
                <a:gd name="T20" fmla="*/ 1327 w 2243"/>
                <a:gd name="T21" fmla="*/ 0 h 1120"/>
                <a:gd name="T22" fmla="*/ 1328 w 2243"/>
                <a:gd name="T23" fmla="*/ 31 h 1120"/>
                <a:gd name="T24" fmla="*/ 2190 w 2243"/>
                <a:gd name="T25" fmla="*/ 258 h 1120"/>
                <a:gd name="T26" fmla="*/ 1038 w 2243"/>
                <a:gd name="T27" fmla="*/ 1009 h 1120"/>
                <a:gd name="T28" fmla="*/ 56 w 2243"/>
                <a:gd name="T29" fmla="*/ 652 h 1120"/>
                <a:gd name="T30" fmla="*/ 1328 w 2243"/>
                <a:gd name="T31" fmla="*/ 31 h 1120"/>
                <a:gd name="T32" fmla="*/ 1328 w 2243"/>
                <a:gd name="T33" fmla="*/ 31 h 1120"/>
                <a:gd name="T34" fmla="*/ 1033 w 2243"/>
                <a:gd name="T35" fmla="*/ 1087 h 1120"/>
                <a:gd name="T36" fmla="*/ 31 w 2243"/>
                <a:gd name="T37" fmla="*/ 703 h 1120"/>
                <a:gd name="T38" fmla="*/ 33 w 2243"/>
                <a:gd name="T39" fmla="*/ 675 h 1120"/>
                <a:gd name="T40" fmla="*/ 1034 w 2243"/>
                <a:gd name="T41" fmla="*/ 1038 h 1120"/>
                <a:gd name="T42" fmla="*/ 1042 w 2243"/>
                <a:gd name="T43" fmla="*/ 1042 h 1120"/>
                <a:gd name="T44" fmla="*/ 2203 w 2243"/>
                <a:gd name="T45" fmla="*/ 285 h 1120"/>
                <a:gd name="T46" fmla="*/ 2194 w 2243"/>
                <a:gd name="T47" fmla="*/ 325 h 1120"/>
                <a:gd name="T48" fmla="*/ 1033 w 2243"/>
                <a:gd name="T49" fmla="*/ 1087 h 1120"/>
                <a:gd name="T50" fmla="*/ 1033 w 2243"/>
                <a:gd name="T51" fmla="*/ 1087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Freeform 71"/>
            <p:cNvSpPr>
              <a:spLocks noEditPoints="1"/>
            </p:cNvSpPr>
            <p:nvPr/>
          </p:nvSpPr>
          <p:spPr bwMode="auto">
            <a:xfrm>
              <a:off x="5122764" y="3409739"/>
              <a:ext cx="464837" cy="235947"/>
            </a:xfrm>
            <a:custGeom>
              <a:avLst/>
              <a:gdLst>
                <a:gd name="T0" fmla="*/ 1926 w 3294"/>
                <a:gd name="T1" fmla="*/ 0 h 1672"/>
                <a:gd name="T2" fmla="*/ 15 w 3294"/>
                <a:gd name="T3" fmla="*/ 1015 h 1672"/>
                <a:gd name="T4" fmla="*/ 4 w 3294"/>
                <a:gd name="T5" fmla="*/ 1020 h 1672"/>
                <a:gd name="T6" fmla="*/ 0 w 3294"/>
                <a:gd name="T7" fmla="*/ 1135 h 1672"/>
                <a:gd name="T8" fmla="*/ 1543 w 3294"/>
                <a:gd name="T9" fmla="*/ 1668 h 1672"/>
                <a:gd name="T10" fmla="*/ 1554 w 3294"/>
                <a:gd name="T11" fmla="*/ 1672 h 1672"/>
                <a:gd name="T12" fmla="*/ 3260 w 3294"/>
                <a:gd name="T13" fmla="*/ 466 h 1672"/>
                <a:gd name="T14" fmla="*/ 3267 w 3294"/>
                <a:gd name="T15" fmla="*/ 461 h 1672"/>
                <a:gd name="T16" fmla="*/ 3294 w 3294"/>
                <a:gd name="T17" fmla="*/ 310 h 1672"/>
                <a:gd name="T18" fmla="*/ 1926 w 3294"/>
                <a:gd name="T19" fmla="*/ 0 h 1672"/>
                <a:gd name="T20" fmla="*/ 1926 w 3294"/>
                <a:gd name="T21" fmla="*/ 0 h 1672"/>
                <a:gd name="T22" fmla="*/ 45 w 3294"/>
                <a:gd name="T23" fmla="*/ 1064 h 1672"/>
                <a:gd name="T24" fmla="*/ 1532 w 3294"/>
                <a:gd name="T25" fmla="*/ 1547 h 1672"/>
                <a:gd name="T26" fmla="*/ 1530 w 3294"/>
                <a:gd name="T27" fmla="*/ 1618 h 1672"/>
                <a:gd name="T28" fmla="*/ 45 w 3294"/>
                <a:gd name="T29" fmla="*/ 1104 h 1672"/>
                <a:gd name="T30" fmla="*/ 45 w 3294"/>
                <a:gd name="T31" fmla="*/ 1064 h 1672"/>
                <a:gd name="T32" fmla="*/ 45 w 3294"/>
                <a:gd name="T33" fmla="*/ 1064 h 1672"/>
                <a:gd name="T34" fmla="*/ 3227 w 3294"/>
                <a:gd name="T35" fmla="*/ 436 h 1672"/>
                <a:gd name="T36" fmla="*/ 1573 w 3294"/>
                <a:gd name="T37" fmla="*/ 1603 h 1672"/>
                <a:gd name="T38" fmla="*/ 1575 w 3294"/>
                <a:gd name="T39" fmla="*/ 1543 h 1672"/>
                <a:gd name="T40" fmla="*/ 3238 w 3294"/>
                <a:gd name="T41" fmla="*/ 376 h 1672"/>
                <a:gd name="T42" fmla="*/ 3227 w 3294"/>
                <a:gd name="T43" fmla="*/ 436 h 1672"/>
                <a:gd name="T44" fmla="*/ 3227 w 3294"/>
                <a:gd name="T45" fmla="*/ 436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910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개체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1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0" name="개체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smtClean="0"/>
              <a:t>텍스트를 입력하세요 텍스트를 입력하세요 텍스트를 입력하세요 </a:t>
            </a:r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56556" y="2706518"/>
            <a:ext cx="7992888" cy="180020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2776228" y="3292445"/>
            <a:ext cx="4353545" cy="628346"/>
            <a:chOff x="2770284" y="3292445"/>
            <a:chExt cx="4353545" cy="628346"/>
          </a:xfrm>
          <a:solidFill>
            <a:schemeClr val="bg2"/>
          </a:solidFill>
        </p:grpSpPr>
        <p:sp>
          <p:nvSpPr>
            <p:cNvPr id="80" name="타원 79"/>
            <p:cNvSpPr/>
            <p:nvPr/>
          </p:nvSpPr>
          <p:spPr>
            <a:xfrm>
              <a:off x="2770284" y="3292445"/>
              <a:ext cx="628346" cy="628346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2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81" name="타원 80"/>
            <p:cNvSpPr/>
            <p:nvPr/>
          </p:nvSpPr>
          <p:spPr>
            <a:xfrm>
              <a:off x="4632883" y="3292445"/>
              <a:ext cx="628346" cy="628346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2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82" name="타원 81"/>
            <p:cNvSpPr/>
            <p:nvPr/>
          </p:nvSpPr>
          <p:spPr>
            <a:xfrm>
              <a:off x="6495483" y="3292445"/>
              <a:ext cx="628346" cy="628346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2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sp>
        <p:nvSpPr>
          <p:cNvPr id="83" name="타원 82"/>
          <p:cNvSpPr/>
          <p:nvPr/>
        </p:nvSpPr>
        <p:spPr>
          <a:xfrm>
            <a:off x="1444334" y="2852936"/>
            <a:ext cx="1512168" cy="1512168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텍스트입력</a:t>
            </a:r>
          </a:p>
        </p:txBody>
      </p:sp>
      <p:sp>
        <p:nvSpPr>
          <p:cNvPr id="84" name="타원 83"/>
          <p:cNvSpPr/>
          <p:nvPr/>
        </p:nvSpPr>
        <p:spPr>
          <a:xfrm>
            <a:off x="3279389" y="2852936"/>
            <a:ext cx="1512168" cy="1512168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5114444" y="2852936"/>
            <a:ext cx="1512168" cy="1512168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텍스트입력</a:t>
            </a:r>
          </a:p>
        </p:txBody>
      </p:sp>
      <p:sp>
        <p:nvSpPr>
          <p:cNvPr id="86" name="타원 85"/>
          <p:cNvSpPr/>
          <p:nvPr/>
        </p:nvSpPr>
        <p:spPr>
          <a:xfrm>
            <a:off x="6949498" y="2852936"/>
            <a:ext cx="1512168" cy="1512168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텍스트입력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1951416" y="2284492"/>
            <a:ext cx="49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01</a:t>
            </a:r>
            <a:endParaRPr kumimoji="0" lang="en-US" altLang="ko-KR" sz="16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3786471" y="2284492"/>
            <a:ext cx="49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02</a:t>
            </a:r>
            <a:endParaRPr kumimoji="0" lang="en-US" altLang="ko-KR" sz="16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5621526" y="2284492"/>
            <a:ext cx="49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03</a:t>
            </a:r>
            <a:endParaRPr kumimoji="0" lang="en-US" altLang="ko-KR" sz="16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456582" y="2284492"/>
            <a:ext cx="49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04</a:t>
            </a:r>
            <a:endParaRPr kumimoji="0" lang="en-US" altLang="ko-KR" sz="16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1601698" y="4677767"/>
            <a:ext cx="11974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텍스트를 입력</a:t>
            </a:r>
            <a:endParaRPr kumimoji="0" lang="en-US" altLang="ko-KR" sz="1400" b="0" i="0" u="none" strike="noStrike" kern="1200" cap="none" spc="-20" normalizeH="0" baseline="0" noProof="0" dirty="0" smtClean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445527" y="4981330"/>
            <a:ext cx="1537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입력하세요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3436754" y="4677767"/>
            <a:ext cx="11974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텍스트를 입력</a:t>
            </a:r>
            <a:endParaRPr kumimoji="0" lang="en-US" altLang="ko-KR" sz="14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280584" y="4981330"/>
            <a:ext cx="1537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5271809" y="4678013"/>
            <a:ext cx="11974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텍스트를 입력</a:t>
            </a:r>
            <a:endParaRPr kumimoji="0" lang="en-US" altLang="ko-KR" sz="14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5115639" y="4981576"/>
            <a:ext cx="1537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7106863" y="4678259"/>
            <a:ext cx="11974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텍스트를 입력</a:t>
            </a:r>
            <a:endParaRPr kumimoji="0" lang="en-US" altLang="ko-KR" sz="14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936921" y="4981822"/>
            <a:ext cx="153732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767700" y="3345822"/>
            <a:ext cx="508000" cy="465138"/>
            <a:chOff x="3767700" y="3345822"/>
            <a:chExt cx="508000" cy="465138"/>
          </a:xfrm>
        </p:grpSpPr>
        <p:sp>
          <p:nvSpPr>
            <p:cNvPr id="30" name="AutoShape 116"/>
            <p:cNvSpPr>
              <a:spLocks noChangeAspect="1" noChangeArrowheads="1" noTextEdit="1"/>
            </p:cNvSpPr>
            <p:nvPr/>
          </p:nvSpPr>
          <p:spPr bwMode="auto">
            <a:xfrm>
              <a:off x="3767700" y="3345822"/>
              <a:ext cx="508000" cy="465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1" name="Freeform 118"/>
            <p:cNvSpPr>
              <a:spLocks noEditPoints="1"/>
            </p:cNvSpPr>
            <p:nvPr/>
          </p:nvSpPr>
          <p:spPr bwMode="auto">
            <a:xfrm>
              <a:off x="3778813" y="3687135"/>
              <a:ext cx="33338" cy="41275"/>
            </a:xfrm>
            <a:custGeom>
              <a:avLst/>
              <a:gdLst>
                <a:gd name="T0" fmla="*/ 41 w 107"/>
                <a:gd name="T1" fmla="*/ 19 h 130"/>
                <a:gd name="T2" fmla="*/ 41 w 107"/>
                <a:gd name="T3" fmla="*/ 112 h 130"/>
                <a:gd name="T4" fmla="*/ 107 w 107"/>
                <a:gd name="T5" fmla="*/ 112 h 130"/>
                <a:gd name="T6" fmla="*/ 107 w 107"/>
                <a:gd name="T7" fmla="*/ 19 h 130"/>
                <a:gd name="T8" fmla="*/ 41 w 107"/>
                <a:gd name="T9" fmla="*/ 19 h 130"/>
                <a:gd name="T10" fmla="*/ 41 w 107"/>
                <a:gd name="T11" fmla="*/ 19 h 130"/>
                <a:gd name="T12" fmla="*/ 23 w 107"/>
                <a:gd name="T13" fmla="*/ 12 h 130"/>
                <a:gd name="T14" fmla="*/ 23 w 107"/>
                <a:gd name="T15" fmla="*/ 118 h 130"/>
                <a:gd name="T16" fmla="*/ 23 w 107"/>
                <a:gd name="T17" fmla="*/ 118 h 130"/>
                <a:gd name="T18" fmla="*/ 22 w 107"/>
                <a:gd name="T19" fmla="*/ 123 h 130"/>
                <a:gd name="T20" fmla="*/ 20 w 107"/>
                <a:gd name="T21" fmla="*/ 126 h 130"/>
                <a:gd name="T22" fmla="*/ 16 w 107"/>
                <a:gd name="T23" fmla="*/ 129 h 130"/>
                <a:gd name="T24" fmla="*/ 12 w 107"/>
                <a:gd name="T25" fmla="*/ 130 h 130"/>
                <a:gd name="T26" fmla="*/ 12 w 107"/>
                <a:gd name="T27" fmla="*/ 130 h 130"/>
                <a:gd name="T28" fmla="*/ 6 w 107"/>
                <a:gd name="T29" fmla="*/ 129 h 130"/>
                <a:gd name="T30" fmla="*/ 3 w 107"/>
                <a:gd name="T31" fmla="*/ 126 h 130"/>
                <a:gd name="T32" fmla="*/ 1 w 107"/>
                <a:gd name="T33" fmla="*/ 123 h 130"/>
                <a:gd name="T34" fmla="*/ 0 w 107"/>
                <a:gd name="T35" fmla="*/ 118 h 130"/>
                <a:gd name="T36" fmla="*/ 0 w 107"/>
                <a:gd name="T37" fmla="*/ 12 h 130"/>
                <a:gd name="T38" fmla="*/ 0 w 107"/>
                <a:gd name="T39" fmla="*/ 12 h 130"/>
                <a:gd name="T40" fmla="*/ 1 w 107"/>
                <a:gd name="T41" fmla="*/ 8 h 130"/>
                <a:gd name="T42" fmla="*/ 3 w 107"/>
                <a:gd name="T43" fmla="*/ 3 h 130"/>
                <a:gd name="T44" fmla="*/ 6 w 107"/>
                <a:gd name="T45" fmla="*/ 1 h 130"/>
                <a:gd name="T46" fmla="*/ 12 w 107"/>
                <a:gd name="T47" fmla="*/ 0 h 130"/>
                <a:gd name="T48" fmla="*/ 12 w 107"/>
                <a:gd name="T49" fmla="*/ 0 h 130"/>
                <a:gd name="T50" fmla="*/ 16 w 107"/>
                <a:gd name="T51" fmla="*/ 1 h 130"/>
                <a:gd name="T52" fmla="*/ 20 w 107"/>
                <a:gd name="T53" fmla="*/ 3 h 130"/>
                <a:gd name="T54" fmla="*/ 22 w 107"/>
                <a:gd name="T55" fmla="*/ 8 h 130"/>
                <a:gd name="T56" fmla="*/ 23 w 107"/>
                <a:gd name="T57" fmla="*/ 12 h 130"/>
                <a:gd name="T58" fmla="*/ 23 w 107"/>
                <a:gd name="T59" fmla="*/ 12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2" name="Freeform 119"/>
            <p:cNvSpPr>
              <a:spLocks/>
            </p:cNvSpPr>
            <p:nvPr/>
          </p:nvSpPr>
          <p:spPr bwMode="auto">
            <a:xfrm>
              <a:off x="3789925" y="3442660"/>
              <a:ext cx="468313" cy="33338"/>
            </a:xfrm>
            <a:custGeom>
              <a:avLst/>
              <a:gdLst>
                <a:gd name="T0" fmla="*/ 1477 w 1477"/>
                <a:gd name="T1" fmla="*/ 109 h 109"/>
                <a:gd name="T2" fmla="*/ 1477 w 1477"/>
                <a:gd name="T3" fmla="*/ 0 h 109"/>
                <a:gd name="T4" fmla="*/ 0 w 1477"/>
                <a:gd name="T5" fmla="*/ 0 h 109"/>
                <a:gd name="T6" fmla="*/ 0 w 1477"/>
                <a:gd name="T7" fmla="*/ 109 h 109"/>
                <a:gd name="T8" fmla="*/ 1477 w 1477"/>
                <a:gd name="T9" fmla="*/ 109 h 109"/>
                <a:gd name="T10" fmla="*/ 1477 w 1477"/>
                <a:gd name="T11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3" name="Freeform 120"/>
            <p:cNvSpPr>
              <a:spLocks/>
            </p:cNvSpPr>
            <p:nvPr/>
          </p:nvSpPr>
          <p:spPr bwMode="auto">
            <a:xfrm>
              <a:off x="3802625" y="3488697"/>
              <a:ext cx="444500" cy="180975"/>
            </a:xfrm>
            <a:custGeom>
              <a:avLst/>
              <a:gdLst>
                <a:gd name="T0" fmla="*/ 1175 w 1403"/>
                <a:gd name="T1" fmla="*/ 570 h 570"/>
                <a:gd name="T2" fmla="*/ 1175 w 1403"/>
                <a:gd name="T3" fmla="*/ 570 h 570"/>
                <a:gd name="T4" fmla="*/ 1199 w 1403"/>
                <a:gd name="T5" fmla="*/ 557 h 570"/>
                <a:gd name="T6" fmla="*/ 1223 w 1403"/>
                <a:gd name="T7" fmla="*/ 541 h 570"/>
                <a:gd name="T8" fmla="*/ 1246 w 1403"/>
                <a:gd name="T9" fmla="*/ 524 h 570"/>
                <a:gd name="T10" fmla="*/ 1267 w 1403"/>
                <a:gd name="T11" fmla="*/ 506 h 570"/>
                <a:gd name="T12" fmla="*/ 1288 w 1403"/>
                <a:gd name="T13" fmla="*/ 487 h 570"/>
                <a:gd name="T14" fmla="*/ 1305 w 1403"/>
                <a:gd name="T15" fmla="*/ 469 h 570"/>
                <a:gd name="T16" fmla="*/ 1323 w 1403"/>
                <a:gd name="T17" fmla="*/ 450 h 570"/>
                <a:gd name="T18" fmla="*/ 1339 w 1403"/>
                <a:gd name="T19" fmla="*/ 431 h 570"/>
                <a:gd name="T20" fmla="*/ 1353 w 1403"/>
                <a:gd name="T21" fmla="*/ 412 h 570"/>
                <a:gd name="T22" fmla="*/ 1366 w 1403"/>
                <a:gd name="T23" fmla="*/ 394 h 570"/>
                <a:gd name="T24" fmla="*/ 1377 w 1403"/>
                <a:gd name="T25" fmla="*/ 378 h 570"/>
                <a:gd name="T26" fmla="*/ 1386 w 1403"/>
                <a:gd name="T27" fmla="*/ 362 h 570"/>
                <a:gd name="T28" fmla="*/ 1393 w 1403"/>
                <a:gd name="T29" fmla="*/ 347 h 570"/>
                <a:gd name="T30" fmla="*/ 1398 w 1403"/>
                <a:gd name="T31" fmla="*/ 335 h 570"/>
                <a:gd name="T32" fmla="*/ 1401 w 1403"/>
                <a:gd name="T33" fmla="*/ 325 h 570"/>
                <a:gd name="T34" fmla="*/ 1403 w 1403"/>
                <a:gd name="T35" fmla="*/ 316 h 570"/>
                <a:gd name="T36" fmla="*/ 1403 w 1403"/>
                <a:gd name="T37" fmla="*/ 0 h 570"/>
                <a:gd name="T38" fmla="*/ 0 w 1403"/>
                <a:gd name="T39" fmla="*/ 0 h 570"/>
                <a:gd name="T40" fmla="*/ 0 w 1403"/>
                <a:gd name="T41" fmla="*/ 316 h 570"/>
                <a:gd name="T42" fmla="*/ 0 w 1403"/>
                <a:gd name="T43" fmla="*/ 316 h 570"/>
                <a:gd name="T44" fmla="*/ 1 w 1403"/>
                <a:gd name="T45" fmla="*/ 326 h 570"/>
                <a:gd name="T46" fmla="*/ 4 w 1403"/>
                <a:gd name="T47" fmla="*/ 339 h 570"/>
                <a:gd name="T48" fmla="*/ 9 w 1403"/>
                <a:gd name="T49" fmla="*/ 352 h 570"/>
                <a:gd name="T50" fmla="*/ 16 w 1403"/>
                <a:gd name="T51" fmla="*/ 366 h 570"/>
                <a:gd name="T52" fmla="*/ 25 w 1403"/>
                <a:gd name="T53" fmla="*/ 383 h 570"/>
                <a:gd name="T54" fmla="*/ 36 w 1403"/>
                <a:gd name="T55" fmla="*/ 400 h 570"/>
                <a:gd name="T56" fmla="*/ 48 w 1403"/>
                <a:gd name="T57" fmla="*/ 418 h 570"/>
                <a:gd name="T58" fmla="*/ 63 w 1403"/>
                <a:gd name="T59" fmla="*/ 436 h 570"/>
                <a:gd name="T60" fmla="*/ 77 w 1403"/>
                <a:gd name="T61" fmla="*/ 455 h 570"/>
                <a:gd name="T62" fmla="*/ 95 w 1403"/>
                <a:gd name="T63" fmla="*/ 473 h 570"/>
                <a:gd name="T64" fmla="*/ 113 w 1403"/>
                <a:gd name="T65" fmla="*/ 491 h 570"/>
                <a:gd name="T66" fmla="*/ 133 w 1403"/>
                <a:gd name="T67" fmla="*/ 509 h 570"/>
                <a:gd name="T68" fmla="*/ 153 w 1403"/>
                <a:gd name="T69" fmla="*/ 525 h 570"/>
                <a:gd name="T70" fmla="*/ 176 w 1403"/>
                <a:gd name="T71" fmla="*/ 542 h 570"/>
                <a:gd name="T72" fmla="*/ 199 w 1403"/>
                <a:gd name="T73" fmla="*/ 557 h 570"/>
                <a:gd name="T74" fmla="*/ 224 w 1403"/>
                <a:gd name="T75" fmla="*/ 570 h 570"/>
                <a:gd name="T76" fmla="*/ 1175 w 1403"/>
                <a:gd name="T77" fmla="*/ 570 h 570"/>
                <a:gd name="T78" fmla="*/ 1175 w 1403"/>
                <a:gd name="T79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4" name="Freeform 121"/>
            <p:cNvSpPr>
              <a:spLocks/>
            </p:cNvSpPr>
            <p:nvPr/>
          </p:nvSpPr>
          <p:spPr bwMode="auto">
            <a:xfrm>
              <a:off x="3818500" y="3682372"/>
              <a:ext cx="82550" cy="52388"/>
            </a:xfrm>
            <a:custGeom>
              <a:avLst/>
              <a:gdLst>
                <a:gd name="T0" fmla="*/ 166 w 260"/>
                <a:gd name="T1" fmla="*/ 153 h 165"/>
                <a:gd name="T2" fmla="*/ 166 w 260"/>
                <a:gd name="T3" fmla="*/ 153 h 165"/>
                <a:gd name="T4" fmla="*/ 167 w 260"/>
                <a:gd name="T5" fmla="*/ 141 h 165"/>
                <a:gd name="T6" fmla="*/ 168 w 260"/>
                <a:gd name="T7" fmla="*/ 129 h 165"/>
                <a:gd name="T8" fmla="*/ 171 w 260"/>
                <a:gd name="T9" fmla="*/ 117 h 165"/>
                <a:gd name="T10" fmla="*/ 173 w 260"/>
                <a:gd name="T11" fmla="*/ 105 h 165"/>
                <a:gd name="T12" fmla="*/ 177 w 260"/>
                <a:gd name="T13" fmla="*/ 94 h 165"/>
                <a:gd name="T14" fmla="*/ 181 w 260"/>
                <a:gd name="T15" fmla="*/ 83 h 165"/>
                <a:gd name="T16" fmla="*/ 186 w 260"/>
                <a:gd name="T17" fmla="*/ 73 h 165"/>
                <a:gd name="T18" fmla="*/ 192 w 260"/>
                <a:gd name="T19" fmla="*/ 63 h 165"/>
                <a:gd name="T20" fmla="*/ 199 w 260"/>
                <a:gd name="T21" fmla="*/ 53 h 165"/>
                <a:gd name="T22" fmla="*/ 205 w 260"/>
                <a:gd name="T23" fmla="*/ 44 h 165"/>
                <a:gd name="T24" fmla="*/ 213 w 260"/>
                <a:gd name="T25" fmla="*/ 35 h 165"/>
                <a:gd name="T26" fmla="*/ 222 w 260"/>
                <a:gd name="T27" fmla="*/ 27 h 165"/>
                <a:gd name="T28" fmla="*/ 231 w 260"/>
                <a:gd name="T29" fmla="*/ 19 h 165"/>
                <a:gd name="T30" fmla="*/ 240 w 260"/>
                <a:gd name="T31" fmla="*/ 13 h 165"/>
                <a:gd name="T32" fmla="*/ 250 w 260"/>
                <a:gd name="T33" fmla="*/ 6 h 165"/>
                <a:gd name="T34" fmla="*/ 260 w 260"/>
                <a:gd name="T35" fmla="*/ 0 h 165"/>
                <a:gd name="T36" fmla="*/ 10 w 260"/>
                <a:gd name="T37" fmla="*/ 0 h 165"/>
                <a:gd name="T38" fmla="*/ 10 w 260"/>
                <a:gd name="T39" fmla="*/ 0 h 165"/>
                <a:gd name="T40" fmla="*/ 5 w 260"/>
                <a:gd name="T41" fmla="*/ 0 h 165"/>
                <a:gd name="T42" fmla="*/ 2 w 260"/>
                <a:gd name="T43" fmla="*/ 3 h 165"/>
                <a:gd name="T44" fmla="*/ 0 w 260"/>
                <a:gd name="T45" fmla="*/ 6 h 165"/>
                <a:gd name="T46" fmla="*/ 0 w 260"/>
                <a:gd name="T47" fmla="*/ 10 h 165"/>
                <a:gd name="T48" fmla="*/ 0 w 260"/>
                <a:gd name="T49" fmla="*/ 155 h 165"/>
                <a:gd name="T50" fmla="*/ 0 w 260"/>
                <a:gd name="T51" fmla="*/ 155 h 165"/>
                <a:gd name="T52" fmla="*/ 0 w 260"/>
                <a:gd name="T53" fmla="*/ 158 h 165"/>
                <a:gd name="T54" fmla="*/ 2 w 260"/>
                <a:gd name="T55" fmla="*/ 161 h 165"/>
                <a:gd name="T56" fmla="*/ 5 w 260"/>
                <a:gd name="T57" fmla="*/ 164 h 165"/>
                <a:gd name="T58" fmla="*/ 10 w 260"/>
                <a:gd name="T59" fmla="*/ 165 h 165"/>
                <a:gd name="T60" fmla="*/ 167 w 260"/>
                <a:gd name="T61" fmla="*/ 165 h 165"/>
                <a:gd name="T62" fmla="*/ 167 w 260"/>
                <a:gd name="T63" fmla="*/ 165 h 165"/>
                <a:gd name="T64" fmla="*/ 166 w 260"/>
                <a:gd name="T65" fmla="*/ 153 h 165"/>
                <a:gd name="T66" fmla="*/ 166 w 260"/>
                <a:gd name="T67" fmla="*/ 153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5" name="Freeform 122"/>
            <p:cNvSpPr>
              <a:spLocks noEditPoints="1"/>
            </p:cNvSpPr>
            <p:nvPr/>
          </p:nvSpPr>
          <p:spPr bwMode="auto">
            <a:xfrm>
              <a:off x="3877238" y="3682372"/>
              <a:ext cx="96838" cy="96838"/>
            </a:xfrm>
            <a:custGeom>
              <a:avLst/>
              <a:gdLst>
                <a:gd name="T0" fmla="*/ 141 w 305"/>
                <a:gd name="T1" fmla="*/ 268 h 306"/>
                <a:gd name="T2" fmla="*/ 108 w 305"/>
                <a:gd name="T3" fmla="*/ 260 h 306"/>
                <a:gd name="T4" fmla="*/ 80 w 305"/>
                <a:gd name="T5" fmla="*/ 242 h 306"/>
                <a:gd name="T6" fmla="*/ 57 w 305"/>
                <a:gd name="T7" fmla="*/ 217 h 306"/>
                <a:gd name="T8" fmla="*/ 43 w 305"/>
                <a:gd name="T9" fmla="*/ 187 h 306"/>
                <a:gd name="T10" fmla="*/ 37 w 305"/>
                <a:gd name="T11" fmla="*/ 153 h 306"/>
                <a:gd name="T12" fmla="*/ 39 w 305"/>
                <a:gd name="T13" fmla="*/ 130 h 306"/>
                <a:gd name="T14" fmla="*/ 52 w 305"/>
                <a:gd name="T15" fmla="*/ 99 h 306"/>
                <a:gd name="T16" fmla="*/ 72 w 305"/>
                <a:gd name="T17" fmla="*/ 72 h 306"/>
                <a:gd name="T18" fmla="*/ 98 w 305"/>
                <a:gd name="T19" fmla="*/ 52 h 306"/>
                <a:gd name="T20" fmla="*/ 130 w 305"/>
                <a:gd name="T21" fmla="*/ 41 h 306"/>
                <a:gd name="T22" fmla="*/ 152 w 305"/>
                <a:gd name="T23" fmla="*/ 38 h 306"/>
                <a:gd name="T24" fmla="*/ 187 w 305"/>
                <a:gd name="T25" fmla="*/ 43 h 306"/>
                <a:gd name="T26" fmla="*/ 217 w 305"/>
                <a:gd name="T27" fmla="*/ 57 h 306"/>
                <a:gd name="T28" fmla="*/ 242 w 305"/>
                <a:gd name="T29" fmla="*/ 80 h 306"/>
                <a:gd name="T30" fmla="*/ 258 w 305"/>
                <a:gd name="T31" fmla="*/ 109 h 306"/>
                <a:gd name="T32" fmla="*/ 267 w 305"/>
                <a:gd name="T33" fmla="*/ 141 h 306"/>
                <a:gd name="T34" fmla="*/ 267 w 305"/>
                <a:gd name="T35" fmla="*/ 165 h 306"/>
                <a:gd name="T36" fmla="*/ 258 w 305"/>
                <a:gd name="T37" fmla="*/ 198 h 306"/>
                <a:gd name="T38" fmla="*/ 242 w 305"/>
                <a:gd name="T39" fmla="*/ 226 h 306"/>
                <a:gd name="T40" fmla="*/ 217 w 305"/>
                <a:gd name="T41" fmla="*/ 249 h 306"/>
                <a:gd name="T42" fmla="*/ 187 w 305"/>
                <a:gd name="T43" fmla="*/ 263 h 306"/>
                <a:gd name="T44" fmla="*/ 152 w 305"/>
                <a:gd name="T45" fmla="*/ 269 h 306"/>
                <a:gd name="T46" fmla="*/ 152 w 305"/>
                <a:gd name="T47" fmla="*/ 0 h 306"/>
                <a:gd name="T48" fmla="*/ 108 w 305"/>
                <a:gd name="T49" fmla="*/ 8 h 306"/>
                <a:gd name="T50" fmla="*/ 67 w 305"/>
                <a:gd name="T51" fmla="*/ 27 h 306"/>
                <a:gd name="T52" fmla="*/ 35 w 305"/>
                <a:gd name="T53" fmla="*/ 56 h 306"/>
                <a:gd name="T54" fmla="*/ 13 w 305"/>
                <a:gd name="T55" fmla="*/ 94 h 306"/>
                <a:gd name="T56" fmla="*/ 1 w 305"/>
                <a:gd name="T57" fmla="*/ 138 h 306"/>
                <a:gd name="T58" fmla="*/ 1 w 305"/>
                <a:gd name="T59" fmla="*/ 169 h 306"/>
                <a:gd name="T60" fmla="*/ 13 w 305"/>
                <a:gd name="T61" fmla="*/ 213 h 306"/>
                <a:gd name="T62" fmla="*/ 35 w 305"/>
                <a:gd name="T63" fmla="*/ 250 h 306"/>
                <a:gd name="T64" fmla="*/ 67 w 305"/>
                <a:gd name="T65" fmla="*/ 280 h 306"/>
                <a:gd name="T66" fmla="*/ 108 w 305"/>
                <a:gd name="T67" fmla="*/ 299 h 306"/>
                <a:gd name="T68" fmla="*/ 152 w 305"/>
                <a:gd name="T69" fmla="*/ 306 h 306"/>
                <a:gd name="T70" fmla="*/ 184 w 305"/>
                <a:gd name="T71" fmla="*/ 302 h 306"/>
                <a:gd name="T72" fmla="*/ 225 w 305"/>
                <a:gd name="T73" fmla="*/ 287 h 306"/>
                <a:gd name="T74" fmla="*/ 261 w 305"/>
                <a:gd name="T75" fmla="*/ 261 h 306"/>
                <a:gd name="T76" fmla="*/ 286 w 305"/>
                <a:gd name="T77" fmla="*/ 226 h 306"/>
                <a:gd name="T78" fmla="*/ 302 w 305"/>
                <a:gd name="T79" fmla="*/ 184 h 306"/>
                <a:gd name="T80" fmla="*/ 305 w 305"/>
                <a:gd name="T81" fmla="*/ 153 h 306"/>
                <a:gd name="T82" fmla="*/ 298 w 305"/>
                <a:gd name="T83" fmla="*/ 108 h 306"/>
                <a:gd name="T84" fmla="*/ 279 w 305"/>
                <a:gd name="T85" fmla="*/ 69 h 306"/>
                <a:gd name="T86" fmla="*/ 250 w 305"/>
                <a:gd name="T87" fmla="*/ 36 h 306"/>
                <a:gd name="T88" fmla="*/ 212 w 305"/>
                <a:gd name="T89" fmla="*/ 13 h 306"/>
                <a:gd name="T90" fmla="*/ 168 w 305"/>
                <a:gd name="T91" fmla="*/ 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6" name="Freeform 123"/>
            <p:cNvSpPr>
              <a:spLocks noEditPoints="1"/>
            </p:cNvSpPr>
            <p:nvPr/>
          </p:nvSpPr>
          <p:spPr bwMode="auto">
            <a:xfrm>
              <a:off x="3904225" y="3709360"/>
              <a:ext cx="42863" cy="42863"/>
            </a:xfrm>
            <a:custGeom>
              <a:avLst/>
              <a:gdLst>
                <a:gd name="T0" fmla="*/ 66 w 133"/>
                <a:gd name="T1" fmla="*/ 95 h 133"/>
                <a:gd name="T2" fmla="*/ 55 w 133"/>
                <a:gd name="T3" fmla="*/ 93 h 133"/>
                <a:gd name="T4" fmla="*/ 46 w 133"/>
                <a:gd name="T5" fmla="*/ 88 h 133"/>
                <a:gd name="T6" fmla="*/ 41 w 133"/>
                <a:gd name="T7" fmla="*/ 79 h 133"/>
                <a:gd name="T8" fmla="*/ 38 w 133"/>
                <a:gd name="T9" fmla="*/ 67 h 133"/>
                <a:gd name="T10" fmla="*/ 38 w 133"/>
                <a:gd name="T11" fmla="*/ 62 h 133"/>
                <a:gd name="T12" fmla="*/ 43 w 133"/>
                <a:gd name="T13" fmla="*/ 51 h 133"/>
                <a:gd name="T14" fmla="*/ 51 w 133"/>
                <a:gd name="T15" fmla="*/ 43 h 133"/>
                <a:gd name="T16" fmla="*/ 61 w 133"/>
                <a:gd name="T17" fmla="*/ 40 h 133"/>
                <a:gd name="T18" fmla="*/ 66 w 133"/>
                <a:gd name="T19" fmla="*/ 38 h 133"/>
                <a:gd name="T20" fmla="*/ 77 w 133"/>
                <a:gd name="T21" fmla="*/ 41 h 133"/>
                <a:gd name="T22" fmla="*/ 88 w 133"/>
                <a:gd name="T23" fmla="*/ 47 h 133"/>
                <a:gd name="T24" fmla="*/ 93 w 133"/>
                <a:gd name="T25" fmla="*/ 56 h 133"/>
                <a:gd name="T26" fmla="*/ 95 w 133"/>
                <a:gd name="T27" fmla="*/ 67 h 133"/>
                <a:gd name="T28" fmla="*/ 95 w 133"/>
                <a:gd name="T29" fmla="*/ 73 h 133"/>
                <a:gd name="T30" fmla="*/ 91 w 133"/>
                <a:gd name="T31" fmla="*/ 83 h 133"/>
                <a:gd name="T32" fmla="*/ 83 w 133"/>
                <a:gd name="T33" fmla="*/ 91 h 133"/>
                <a:gd name="T34" fmla="*/ 73 w 133"/>
                <a:gd name="T35" fmla="*/ 95 h 133"/>
                <a:gd name="T36" fmla="*/ 66 w 133"/>
                <a:gd name="T37" fmla="*/ 95 h 133"/>
                <a:gd name="T38" fmla="*/ 66 w 133"/>
                <a:gd name="T39" fmla="*/ 0 h 133"/>
                <a:gd name="T40" fmla="*/ 53 w 133"/>
                <a:gd name="T41" fmla="*/ 3 h 133"/>
                <a:gd name="T42" fmla="*/ 29 w 133"/>
                <a:gd name="T43" fmla="*/ 12 h 133"/>
                <a:gd name="T44" fmla="*/ 12 w 133"/>
                <a:gd name="T45" fmla="*/ 29 h 133"/>
                <a:gd name="T46" fmla="*/ 2 w 133"/>
                <a:gd name="T47" fmla="*/ 54 h 133"/>
                <a:gd name="T48" fmla="*/ 0 w 133"/>
                <a:gd name="T49" fmla="*/ 67 h 133"/>
                <a:gd name="T50" fmla="*/ 0 w 133"/>
                <a:gd name="T51" fmla="*/ 74 h 133"/>
                <a:gd name="T52" fmla="*/ 6 w 133"/>
                <a:gd name="T53" fmla="*/ 93 h 133"/>
                <a:gd name="T54" fmla="*/ 19 w 133"/>
                <a:gd name="T55" fmla="*/ 114 h 133"/>
                <a:gd name="T56" fmla="*/ 41 w 133"/>
                <a:gd name="T57" fmla="*/ 128 h 133"/>
                <a:gd name="T58" fmla="*/ 60 w 133"/>
                <a:gd name="T59" fmla="*/ 133 h 133"/>
                <a:gd name="T60" fmla="*/ 66 w 133"/>
                <a:gd name="T61" fmla="*/ 133 h 133"/>
                <a:gd name="T62" fmla="*/ 80 w 133"/>
                <a:gd name="T63" fmla="*/ 132 h 133"/>
                <a:gd name="T64" fmla="*/ 104 w 133"/>
                <a:gd name="T65" fmla="*/ 122 h 133"/>
                <a:gd name="T66" fmla="*/ 122 w 133"/>
                <a:gd name="T67" fmla="*/ 104 h 133"/>
                <a:gd name="T68" fmla="*/ 132 w 133"/>
                <a:gd name="T69" fmla="*/ 81 h 133"/>
                <a:gd name="T70" fmla="*/ 133 w 133"/>
                <a:gd name="T71" fmla="*/ 67 h 133"/>
                <a:gd name="T72" fmla="*/ 132 w 133"/>
                <a:gd name="T73" fmla="*/ 61 h 133"/>
                <a:gd name="T74" fmla="*/ 128 w 133"/>
                <a:gd name="T75" fmla="*/ 42 h 133"/>
                <a:gd name="T76" fmla="*/ 113 w 133"/>
                <a:gd name="T77" fmla="*/ 21 h 133"/>
                <a:gd name="T78" fmla="*/ 93 w 133"/>
                <a:gd name="T79" fmla="*/ 6 h 133"/>
                <a:gd name="T80" fmla="*/ 73 w 133"/>
                <a:gd name="T81" fmla="*/ 2 h 133"/>
                <a:gd name="T82" fmla="*/ 66 w 133"/>
                <a:gd name="T8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7" name="Freeform 124"/>
            <p:cNvSpPr>
              <a:spLocks/>
            </p:cNvSpPr>
            <p:nvPr/>
          </p:nvSpPr>
          <p:spPr bwMode="auto">
            <a:xfrm>
              <a:off x="3951850" y="3682372"/>
              <a:ext cx="138113" cy="52388"/>
            </a:xfrm>
            <a:custGeom>
              <a:avLst/>
              <a:gdLst>
                <a:gd name="T0" fmla="*/ 344 w 437"/>
                <a:gd name="T1" fmla="*/ 165 h 165"/>
                <a:gd name="T2" fmla="*/ 344 w 437"/>
                <a:gd name="T3" fmla="*/ 165 h 165"/>
                <a:gd name="T4" fmla="*/ 344 w 437"/>
                <a:gd name="T5" fmla="*/ 153 h 165"/>
                <a:gd name="T6" fmla="*/ 344 w 437"/>
                <a:gd name="T7" fmla="*/ 153 h 165"/>
                <a:gd name="T8" fmla="*/ 344 w 437"/>
                <a:gd name="T9" fmla="*/ 141 h 165"/>
                <a:gd name="T10" fmla="*/ 345 w 437"/>
                <a:gd name="T11" fmla="*/ 129 h 165"/>
                <a:gd name="T12" fmla="*/ 347 w 437"/>
                <a:gd name="T13" fmla="*/ 117 h 165"/>
                <a:gd name="T14" fmla="*/ 350 w 437"/>
                <a:gd name="T15" fmla="*/ 105 h 165"/>
                <a:gd name="T16" fmla="*/ 354 w 437"/>
                <a:gd name="T17" fmla="*/ 94 h 165"/>
                <a:gd name="T18" fmla="*/ 358 w 437"/>
                <a:gd name="T19" fmla="*/ 83 h 165"/>
                <a:gd name="T20" fmla="*/ 364 w 437"/>
                <a:gd name="T21" fmla="*/ 73 h 165"/>
                <a:gd name="T22" fmla="*/ 369 w 437"/>
                <a:gd name="T23" fmla="*/ 63 h 165"/>
                <a:gd name="T24" fmla="*/ 376 w 437"/>
                <a:gd name="T25" fmla="*/ 53 h 165"/>
                <a:gd name="T26" fmla="*/ 383 w 437"/>
                <a:gd name="T27" fmla="*/ 44 h 165"/>
                <a:gd name="T28" fmla="*/ 391 w 437"/>
                <a:gd name="T29" fmla="*/ 35 h 165"/>
                <a:gd name="T30" fmla="*/ 399 w 437"/>
                <a:gd name="T31" fmla="*/ 27 h 165"/>
                <a:gd name="T32" fmla="*/ 407 w 437"/>
                <a:gd name="T33" fmla="*/ 19 h 165"/>
                <a:gd name="T34" fmla="*/ 416 w 437"/>
                <a:gd name="T35" fmla="*/ 13 h 165"/>
                <a:gd name="T36" fmla="*/ 426 w 437"/>
                <a:gd name="T37" fmla="*/ 6 h 165"/>
                <a:gd name="T38" fmla="*/ 437 w 437"/>
                <a:gd name="T39" fmla="*/ 0 h 165"/>
                <a:gd name="T40" fmla="*/ 0 w 437"/>
                <a:gd name="T41" fmla="*/ 0 h 165"/>
                <a:gd name="T42" fmla="*/ 0 w 437"/>
                <a:gd name="T43" fmla="*/ 0 h 165"/>
                <a:gd name="T44" fmla="*/ 10 w 437"/>
                <a:gd name="T45" fmla="*/ 6 h 165"/>
                <a:gd name="T46" fmla="*/ 20 w 437"/>
                <a:gd name="T47" fmla="*/ 13 h 165"/>
                <a:gd name="T48" fmla="*/ 29 w 437"/>
                <a:gd name="T49" fmla="*/ 19 h 165"/>
                <a:gd name="T50" fmla="*/ 38 w 437"/>
                <a:gd name="T51" fmla="*/ 27 h 165"/>
                <a:gd name="T52" fmla="*/ 47 w 437"/>
                <a:gd name="T53" fmla="*/ 35 h 165"/>
                <a:gd name="T54" fmla="*/ 53 w 437"/>
                <a:gd name="T55" fmla="*/ 44 h 165"/>
                <a:gd name="T56" fmla="*/ 61 w 437"/>
                <a:gd name="T57" fmla="*/ 53 h 165"/>
                <a:gd name="T58" fmla="*/ 68 w 437"/>
                <a:gd name="T59" fmla="*/ 63 h 165"/>
                <a:gd name="T60" fmla="*/ 73 w 437"/>
                <a:gd name="T61" fmla="*/ 73 h 165"/>
                <a:gd name="T62" fmla="*/ 78 w 437"/>
                <a:gd name="T63" fmla="*/ 83 h 165"/>
                <a:gd name="T64" fmla="*/ 82 w 437"/>
                <a:gd name="T65" fmla="*/ 94 h 165"/>
                <a:gd name="T66" fmla="*/ 87 w 437"/>
                <a:gd name="T67" fmla="*/ 105 h 165"/>
                <a:gd name="T68" fmla="*/ 89 w 437"/>
                <a:gd name="T69" fmla="*/ 117 h 165"/>
                <a:gd name="T70" fmla="*/ 91 w 437"/>
                <a:gd name="T71" fmla="*/ 129 h 165"/>
                <a:gd name="T72" fmla="*/ 92 w 437"/>
                <a:gd name="T73" fmla="*/ 141 h 165"/>
                <a:gd name="T74" fmla="*/ 94 w 437"/>
                <a:gd name="T75" fmla="*/ 153 h 165"/>
                <a:gd name="T76" fmla="*/ 94 w 437"/>
                <a:gd name="T77" fmla="*/ 153 h 165"/>
                <a:gd name="T78" fmla="*/ 92 w 437"/>
                <a:gd name="T79" fmla="*/ 165 h 165"/>
                <a:gd name="T80" fmla="*/ 344 w 437"/>
                <a:gd name="T81" fmla="*/ 165 h 165"/>
                <a:gd name="T82" fmla="*/ 344 w 437"/>
                <a:gd name="T83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8" name="Freeform 125"/>
            <p:cNvSpPr>
              <a:spLocks/>
            </p:cNvSpPr>
            <p:nvPr/>
          </p:nvSpPr>
          <p:spPr bwMode="auto">
            <a:xfrm>
              <a:off x="4140763" y="3682372"/>
              <a:ext cx="95250" cy="52388"/>
            </a:xfrm>
            <a:custGeom>
              <a:avLst/>
              <a:gdLst>
                <a:gd name="T0" fmla="*/ 292 w 302"/>
                <a:gd name="T1" fmla="*/ 0 h 165"/>
                <a:gd name="T2" fmla="*/ 0 w 302"/>
                <a:gd name="T3" fmla="*/ 0 h 165"/>
                <a:gd name="T4" fmla="*/ 0 w 302"/>
                <a:gd name="T5" fmla="*/ 0 h 165"/>
                <a:gd name="T6" fmla="*/ 10 w 302"/>
                <a:gd name="T7" fmla="*/ 6 h 165"/>
                <a:gd name="T8" fmla="*/ 20 w 302"/>
                <a:gd name="T9" fmla="*/ 13 h 165"/>
                <a:gd name="T10" fmla="*/ 29 w 302"/>
                <a:gd name="T11" fmla="*/ 19 h 165"/>
                <a:gd name="T12" fmla="*/ 38 w 302"/>
                <a:gd name="T13" fmla="*/ 27 h 165"/>
                <a:gd name="T14" fmla="*/ 46 w 302"/>
                <a:gd name="T15" fmla="*/ 35 h 165"/>
                <a:gd name="T16" fmla="*/ 54 w 302"/>
                <a:gd name="T17" fmla="*/ 44 h 165"/>
                <a:gd name="T18" fmla="*/ 61 w 302"/>
                <a:gd name="T19" fmla="*/ 53 h 165"/>
                <a:gd name="T20" fmla="*/ 67 w 302"/>
                <a:gd name="T21" fmla="*/ 63 h 165"/>
                <a:gd name="T22" fmla="*/ 73 w 302"/>
                <a:gd name="T23" fmla="*/ 73 h 165"/>
                <a:gd name="T24" fmla="*/ 78 w 302"/>
                <a:gd name="T25" fmla="*/ 83 h 165"/>
                <a:gd name="T26" fmla="*/ 83 w 302"/>
                <a:gd name="T27" fmla="*/ 94 h 165"/>
                <a:gd name="T28" fmla="*/ 86 w 302"/>
                <a:gd name="T29" fmla="*/ 105 h 165"/>
                <a:gd name="T30" fmla="*/ 90 w 302"/>
                <a:gd name="T31" fmla="*/ 117 h 165"/>
                <a:gd name="T32" fmla="*/ 92 w 302"/>
                <a:gd name="T33" fmla="*/ 129 h 165"/>
                <a:gd name="T34" fmla="*/ 93 w 302"/>
                <a:gd name="T35" fmla="*/ 141 h 165"/>
                <a:gd name="T36" fmla="*/ 93 w 302"/>
                <a:gd name="T37" fmla="*/ 153 h 165"/>
                <a:gd name="T38" fmla="*/ 93 w 302"/>
                <a:gd name="T39" fmla="*/ 153 h 165"/>
                <a:gd name="T40" fmla="*/ 93 w 302"/>
                <a:gd name="T41" fmla="*/ 165 h 165"/>
                <a:gd name="T42" fmla="*/ 292 w 302"/>
                <a:gd name="T43" fmla="*/ 165 h 165"/>
                <a:gd name="T44" fmla="*/ 292 w 302"/>
                <a:gd name="T45" fmla="*/ 165 h 165"/>
                <a:gd name="T46" fmla="*/ 295 w 302"/>
                <a:gd name="T47" fmla="*/ 164 h 165"/>
                <a:gd name="T48" fmla="*/ 299 w 302"/>
                <a:gd name="T49" fmla="*/ 161 h 165"/>
                <a:gd name="T50" fmla="*/ 301 w 302"/>
                <a:gd name="T51" fmla="*/ 158 h 165"/>
                <a:gd name="T52" fmla="*/ 302 w 302"/>
                <a:gd name="T53" fmla="*/ 155 h 165"/>
                <a:gd name="T54" fmla="*/ 302 w 302"/>
                <a:gd name="T55" fmla="*/ 10 h 165"/>
                <a:gd name="T56" fmla="*/ 302 w 302"/>
                <a:gd name="T57" fmla="*/ 10 h 165"/>
                <a:gd name="T58" fmla="*/ 301 w 302"/>
                <a:gd name="T59" fmla="*/ 6 h 165"/>
                <a:gd name="T60" fmla="*/ 299 w 302"/>
                <a:gd name="T61" fmla="*/ 3 h 165"/>
                <a:gd name="T62" fmla="*/ 295 w 302"/>
                <a:gd name="T63" fmla="*/ 0 h 165"/>
                <a:gd name="T64" fmla="*/ 292 w 302"/>
                <a:gd name="T65" fmla="*/ 0 h 165"/>
                <a:gd name="T66" fmla="*/ 292 w 302"/>
                <a:gd name="T6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9" name="Freeform 126"/>
            <p:cNvSpPr>
              <a:spLocks noEditPoints="1"/>
            </p:cNvSpPr>
            <p:nvPr/>
          </p:nvSpPr>
          <p:spPr bwMode="auto">
            <a:xfrm>
              <a:off x="4066150" y="3682372"/>
              <a:ext cx="96838" cy="96838"/>
            </a:xfrm>
            <a:custGeom>
              <a:avLst/>
              <a:gdLst>
                <a:gd name="T0" fmla="*/ 141 w 304"/>
                <a:gd name="T1" fmla="*/ 268 h 306"/>
                <a:gd name="T2" fmla="*/ 107 w 304"/>
                <a:gd name="T3" fmla="*/ 260 h 306"/>
                <a:gd name="T4" fmla="*/ 79 w 304"/>
                <a:gd name="T5" fmla="*/ 242 h 306"/>
                <a:gd name="T6" fmla="*/ 57 w 304"/>
                <a:gd name="T7" fmla="*/ 217 h 306"/>
                <a:gd name="T8" fmla="*/ 42 w 304"/>
                <a:gd name="T9" fmla="*/ 187 h 306"/>
                <a:gd name="T10" fmla="*/ 37 w 304"/>
                <a:gd name="T11" fmla="*/ 153 h 306"/>
                <a:gd name="T12" fmla="*/ 39 w 304"/>
                <a:gd name="T13" fmla="*/ 130 h 306"/>
                <a:gd name="T14" fmla="*/ 50 w 304"/>
                <a:gd name="T15" fmla="*/ 99 h 306"/>
                <a:gd name="T16" fmla="*/ 70 w 304"/>
                <a:gd name="T17" fmla="*/ 72 h 306"/>
                <a:gd name="T18" fmla="*/ 97 w 304"/>
                <a:gd name="T19" fmla="*/ 52 h 306"/>
                <a:gd name="T20" fmla="*/ 128 w 304"/>
                <a:gd name="T21" fmla="*/ 41 h 306"/>
                <a:gd name="T22" fmla="*/ 152 w 304"/>
                <a:gd name="T23" fmla="*/ 38 h 306"/>
                <a:gd name="T24" fmla="*/ 186 w 304"/>
                <a:gd name="T25" fmla="*/ 43 h 306"/>
                <a:gd name="T26" fmla="*/ 217 w 304"/>
                <a:gd name="T27" fmla="*/ 57 h 306"/>
                <a:gd name="T28" fmla="*/ 241 w 304"/>
                <a:gd name="T29" fmla="*/ 80 h 306"/>
                <a:gd name="T30" fmla="*/ 258 w 304"/>
                <a:gd name="T31" fmla="*/ 109 h 306"/>
                <a:gd name="T32" fmla="*/ 267 w 304"/>
                <a:gd name="T33" fmla="*/ 141 h 306"/>
                <a:gd name="T34" fmla="*/ 267 w 304"/>
                <a:gd name="T35" fmla="*/ 165 h 306"/>
                <a:gd name="T36" fmla="*/ 258 w 304"/>
                <a:gd name="T37" fmla="*/ 198 h 306"/>
                <a:gd name="T38" fmla="*/ 241 w 304"/>
                <a:gd name="T39" fmla="*/ 226 h 306"/>
                <a:gd name="T40" fmla="*/ 217 w 304"/>
                <a:gd name="T41" fmla="*/ 249 h 306"/>
                <a:gd name="T42" fmla="*/ 186 w 304"/>
                <a:gd name="T43" fmla="*/ 263 h 306"/>
                <a:gd name="T44" fmla="*/ 152 w 304"/>
                <a:gd name="T45" fmla="*/ 269 h 306"/>
                <a:gd name="T46" fmla="*/ 152 w 304"/>
                <a:gd name="T47" fmla="*/ 0 h 306"/>
                <a:gd name="T48" fmla="*/ 107 w 304"/>
                <a:gd name="T49" fmla="*/ 8 h 306"/>
                <a:gd name="T50" fmla="*/ 67 w 304"/>
                <a:gd name="T51" fmla="*/ 27 h 306"/>
                <a:gd name="T52" fmla="*/ 35 w 304"/>
                <a:gd name="T53" fmla="*/ 56 h 306"/>
                <a:gd name="T54" fmla="*/ 12 w 304"/>
                <a:gd name="T55" fmla="*/ 94 h 306"/>
                <a:gd name="T56" fmla="*/ 1 w 304"/>
                <a:gd name="T57" fmla="*/ 138 h 306"/>
                <a:gd name="T58" fmla="*/ 1 w 304"/>
                <a:gd name="T59" fmla="*/ 169 h 306"/>
                <a:gd name="T60" fmla="*/ 12 w 304"/>
                <a:gd name="T61" fmla="*/ 213 h 306"/>
                <a:gd name="T62" fmla="*/ 35 w 304"/>
                <a:gd name="T63" fmla="*/ 250 h 306"/>
                <a:gd name="T64" fmla="*/ 67 w 304"/>
                <a:gd name="T65" fmla="*/ 280 h 306"/>
                <a:gd name="T66" fmla="*/ 107 w 304"/>
                <a:gd name="T67" fmla="*/ 299 h 306"/>
                <a:gd name="T68" fmla="*/ 152 w 304"/>
                <a:gd name="T69" fmla="*/ 306 h 306"/>
                <a:gd name="T70" fmla="*/ 183 w 304"/>
                <a:gd name="T71" fmla="*/ 302 h 306"/>
                <a:gd name="T72" fmla="*/ 224 w 304"/>
                <a:gd name="T73" fmla="*/ 287 h 306"/>
                <a:gd name="T74" fmla="*/ 259 w 304"/>
                <a:gd name="T75" fmla="*/ 261 h 306"/>
                <a:gd name="T76" fmla="*/ 286 w 304"/>
                <a:gd name="T77" fmla="*/ 226 h 306"/>
                <a:gd name="T78" fmla="*/ 302 w 304"/>
                <a:gd name="T79" fmla="*/ 184 h 306"/>
                <a:gd name="T80" fmla="*/ 304 w 304"/>
                <a:gd name="T81" fmla="*/ 153 h 306"/>
                <a:gd name="T82" fmla="*/ 297 w 304"/>
                <a:gd name="T83" fmla="*/ 108 h 306"/>
                <a:gd name="T84" fmla="*/ 278 w 304"/>
                <a:gd name="T85" fmla="*/ 69 h 306"/>
                <a:gd name="T86" fmla="*/ 249 w 304"/>
                <a:gd name="T87" fmla="*/ 36 h 306"/>
                <a:gd name="T88" fmla="*/ 211 w 304"/>
                <a:gd name="T89" fmla="*/ 13 h 306"/>
                <a:gd name="T90" fmla="*/ 167 w 304"/>
                <a:gd name="T91" fmla="*/ 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0" name="Freeform 127"/>
            <p:cNvSpPr>
              <a:spLocks noEditPoints="1"/>
            </p:cNvSpPr>
            <p:nvPr/>
          </p:nvSpPr>
          <p:spPr bwMode="auto">
            <a:xfrm>
              <a:off x="4094725" y="3709360"/>
              <a:ext cx="41275" cy="42863"/>
            </a:xfrm>
            <a:custGeom>
              <a:avLst/>
              <a:gdLst>
                <a:gd name="T0" fmla="*/ 66 w 132"/>
                <a:gd name="T1" fmla="*/ 95 h 133"/>
                <a:gd name="T2" fmla="*/ 55 w 132"/>
                <a:gd name="T3" fmla="*/ 93 h 133"/>
                <a:gd name="T4" fmla="*/ 46 w 132"/>
                <a:gd name="T5" fmla="*/ 88 h 133"/>
                <a:gd name="T6" fmla="*/ 39 w 132"/>
                <a:gd name="T7" fmla="*/ 79 h 133"/>
                <a:gd name="T8" fmla="*/ 37 w 132"/>
                <a:gd name="T9" fmla="*/ 67 h 133"/>
                <a:gd name="T10" fmla="*/ 38 w 132"/>
                <a:gd name="T11" fmla="*/ 62 h 133"/>
                <a:gd name="T12" fmla="*/ 42 w 132"/>
                <a:gd name="T13" fmla="*/ 51 h 133"/>
                <a:gd name="T14" fmla="*/ 50 w 132"/>
                <a:gd name="T15" fmla="*/ 43 h 133"/>
                <a:gd name="T16" fmla="*/ 60 w 132"/>
                <a:gd name="T17" fmla="*/ 40 h 133"/>
                <a:gd name="T18" fmla="*/ 66 w 132"/>
                <a:gd name="T19" fmla="*/ 38 h 133"/>
                <a:gd name="T20" fmla="*/ 77 w 132"/>
                <a:gd name="T21" fmla="*/ 41 h 133"/>
                <a:gd name="T22" fmla="*/ 86 w 132"/>
                <a:gd name="T23" fmla="*/ 47 h 133"/>
                <a:gd name="T24" fmla="*/ 93 w 132"/>
                <a:gd name="T25" fmla="*/ 56 h 133"/>
                <a:gd name="T26" fmla="*/ 95 w 132"/>
                <a:gd name="T27" fmla="*/ 67 h 133"/>
                <a:gd name="T28" fmla="*/ 94 w 132"/>
                <a:gd name="T29" fmla="*/ 73 h 133"/>
                <a:gd name="T30" fmla="*/ 89 w 132"/>
                <a:gd name="T31" fmla="*/ 83 h 133"/>
                <a:gd name="T32" fmla="*/ 81 w 132"/>
                <a:gd name="T33" fmla="*/ 91 h 133"/>
                <a:gd name="T34" fmla="*/ 71 w 132"/>
                <a:gd name="T35" fmla="*/ 95 h 133"/>
                <a:gd name="T36" fmla="*/ 66 w 132"/>
                <a:gd name="T37" fmla="*/ 95 h 133"/>
                <a:gd name="T38" fmla="*/ 66 w 132"/>
                <a:gd name="T39" fmla="*/ 0 h 133"/>
                <a:gd name="T40" fmla="*/ 52 w 132"/>
                <a:gd name="T41" fmla="*/ 3 h 133"/>
                <a:gd name="T42" fmla="*/ 29 w 132"/>
                <a:gd name="T43" fmla="*/ 12 h 133"/>
                <a:gd name="T44" fmla="*/ 11 w 132"/>
                <a:gd name="T45" fmla="*/ 29 h 133"/>
                <a:gd name="T46" fmla="*/ 1 w 132"/>
                <a:gd name="T47" fmla="*/ 54 h 133"/>
                <a:gd name="T48" fmla="*/ 0 w 132"/>
                <a:gd name="T49" fmla="*/ 67 h 133"/>
                <a:gd name="T50" fmla="*/ 0 w 132"/>
                <a:gd name="T51" fmla="*/ 74 h 133"/>
                <a:gd name="T52" fmla="*/ 4 w 132"/>
                <a:gd name="T53" fmla="*/ 93 h 133"/>
                <a:gd name="T54" fmla="*/ 19 w 132"/>
                <a:gd name="T55" fmla="*/ 114 h 133"/>
                <a:gd name="T56" fmla="*/ 40 w 132"/>
                <a:gd name="T57" fmla="*/ 128 h 133"/>
                <a:gd name="T58" fmla="*/ 59 w 132"/>
                <a:gd name="T59" fmla="*/ 133 h 133"/>
                <a:gd name="T60" fmla="*/ 66 w 132"/>
                <a:gd name="T61" fmla="*/ 133 h 133"/>
                <a:gd name="T62" fmla="*/ 79 w 132"/>
                <a:gd name="T63" fmla="*/ 132 h 133"/>
                <a:gd name="T64" fmla="*/ 103 w 132"/>
                <a:gd name="T65" fmla="*/ 122 h 133"/>
                <a:gd name="T66" fmla="*/ 121 w 132"/>
                <a:gd name="T67" fmla="*/ 104 h 133"/>
                <a:gd name="T68" fmla="*/ 131 w 132"/>
                <a:gd name="T69" fmla="*/ 81 h 133"/>
                <a:gd name="T70" fmla="*/ 132 w 132"/>
                <a:gd name="T71" fmla="*/ 67 h 133"/>
                <a:gd name="T72" fmla="*/ 132 w 132"/>
                <a:gd name="T73" fmla="*/ 61 h 133"/>
                <a:gd name="T74" fmla="*/ 127 w 132"/>
                <a:gd name="T75" fmla="*/ 42 h 133"/>
                <a:gd name="T76" fmla="*/ 113 w 132"/>
                <a:gd name="T77" fmla="*/ 21 h 133"/>
                <a:gd name="T78" fmla="*/ 92 w 132"/>
                <a:gd name="T79" fmla="*/ 6 h 133"/>
                <a:gd name="T80" fmla="*/ 73 w 132"/>
                <a:gd name="T81" fmla="*/ 2 h 133"/>
                <a:gd name="T82" fmla="*/ 66 w 132"/>
                <a:gd name="T8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1" name="Freeform 128"/>
            <p:cNvSpPr>
              <a:spLocks/>
            </p:cNvSpPr>
            <p:nvPr/>
          </p:nvSpPr>
          <p:spPr bwMode="auto">
            <a:xfrm>
              <a:off x="3980425" y="3742697"/>
              <a:ext cx="80963" cy="28575"/>
            </a:xfrm>
            <a:custGeom>
              <a:avLst/>
              <a:gdLst>
                <a:gd name="T0" fmla="*/ 0 w 256"/>
                <a:gd name="T1" fmla="*/ 0 h 92"/>
                <a:gd name="T2" fmla="*/ 0 w 256"/>
                <a:gd name="T3" fmla="*/ 11 h 92"/>
                <a:gd name="T4" fmla="*/ 0 w 256"/>
                <a:gd name="T5" fmla="*/ 11 h 92"/>
                <a:gd name="T6" fmla="*/ 0 w 256"/>
                <a:gd name="T7" fmla="*/ 19 h 92"/>
                <a:gd name="T8" fmla="*/ 1 w 256"/>
                <a:gd name="T9" fmla="*/ 27 h 92"/>
                <a:gd name="T10" fmla="*/ 4 w 256"/>
                <a:gd name="T11" fmla="*/ 35 h 92"/>
                <a:gd name="T12" fmla="*/ 6 w 256"/>
                <a:gd name="T13" fmla="*/ 43 h 92"/>
                <a:gd name="T14" fmla="*/ 9 w 256"/>
                <a:gd name="T15" fmla="*/ 49 h 92"/>
                <a:gd name="T16" fmla="*/ 14 w 256"/>
                <a:gd name="T17" fmla="*/ 56 h 92"/>
                <a:gd name="T18" fmla="*/ 18 w 256"/>
                <a:gd name="T19" fmla="*/ 63 h 92"/>
                <a:gd name="T20" fmla="*/ 24 w 256"/>
                <a:gd name="T21" fmla="*/ 69 h 92"/>
                <a:gd name="T22" fmla="*/ 29 w 256"/>
                <a:gd name="T23" fmla="*/ 73 h 92"/>
                <a:gd name="T24" fmla="*/ 36 w 256"/>
                <a:gd name="T25" fmla="*/ 79 h 92"/>
                <a:gd name="T26" fmla="*/ 43 w 256"/>
                <a:gd name="T27" fmla="*/ 82 h 92"/>
                <a:gd name="T28" fmla="*/ 49 w 256"/>
                <a:gd name="T29" fmla="*/ 85 h 92"/>
                <a:gd name="T30" fmla="*/ 57 w 256"/>
                <a:gd name="T31" fmla="*/ 89 h 92"/>
                <a:gd name="T32" fmla="*/ 65 w 256"/>
                <a:gd name="T33" fmla="*/ 91 h 92"/>
                <a:gd name="T34" fmla="*/ 73 w 256"/>
                <a:gd name="T35" fmla="*/ 92 h 92"/>
                <a:gd name="T36" fmla="*/ 81 w 256"/>
                <a:gd name="T37" fmla="*/ 92 h 92"/>
                <a:gd name="T38" fmla="*/ 176 w 256"/>
                <a:gd name="T39" fmla="*/ 92 h 92"/>
                <a:gd name="T40" fmla="*/ 176 w 256"/>
                <a:gd name="T41" fmla="*/ 92 h 92"/>
                <a:gd name="T42" fmla="*/ 183 w 256"/>
                <a:gd name="T43" fmla="*/ 92 h 92"/>
                <a:gd name="T44" fmla="*/ 191 w 256"/>
                <a:gd name="T45" fmla="*/ 91 h 92"/>
                <a:gd name="T46" fmla="*/ 199 w 256"/>
                <a:gd name="T47" fmla="*/ 89 h 92"/>
                <a:gd name="T48" fmla="*/ 207 w 256"/>
                <a:gd name="T49" fmla="*/ 85 h 92"/>
                <a:gd name="T50" fmla="*/ 214 w 256"/>
                <a:gd name="T51" fmla="*/ 82 h 92"/>
                <a:gd name="T52" fmla="*/ 220 w 256"/>
                <a:gd name="T53" fmla="*/ 79 h 92"/>
                <a:gd name="T54" fmla="*/ 227 w 256"/>
                <a:gd name="T55" fmla="*/ 73 h 92"/>
                <a:gd name="T56" fmla="*/ 233 w 256"/>
                <a:gd name="T57" fmla="*/ 69 h 92"/>
                <a:gd name="T58" fmla="*/ 238 w 256"/>
                <a:gd name="T59" fmla="*/ 63 h 92"/>
                <a:gd name="T60" fmla="*/ 243 w 256"/>
                <a:gd name="T61" fmla="*/ 56 h 92"/>
                <a:gd name="T62" fmla="*/ 246 w 256"/>
                <a:gd name="T63" fmla="*/ 49 h 92"/>
                <a:gd name="T64" fmla="*/ 249 w 256"/>
                <a:gd name="T65" fmla="*/ 43 h 92"/>
                <a:gd name="T66" fmla="*/ 253 w 256"/>
                <a:gd name="T67" fmla="*/ 35 h 92"/>
                <a:gd name="T68" fmla="*/ 255 w 256"/>
                <a:gd name="T69" fmla="*/ 27 h 92"/>
                <a:gd name="T70" fmla="*/ 256 w 256"/>
                <a:gd name="T71" fmla="*/ 19 h 92"/>
                <a:gd name="T72" fmla="*/ 256 w 256"/>
                <a:gd name="T73" fmla="*/ 11 h 92"/>
                <a:gd name="T74" fmla="*/ 256 w 256"/>
                <a:gd name="T75" fmla="*/ 0 h 92"/>
                <a:gd name="T76" fmla="*/ 0 w 256"/>
                <a:gd name="T77" fmla="*/ 0 h 92"/>
                <a:gd name="T78" fmla="*/ 0 w 256"/>
                <a:gd name="T79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Freeform 129"/>
            <p:cNvSpPr>
              <a:spLocks/>
            </p:cNvSpPr>
            <p:nvPr/>
          </p:nvSpPr>
          <p:spPr bwMode="auto">
            <a:xfrm>
              <a:off x="3767700" y="3779210"/>
              <a:ext cx="508000" cy="11113"/>
            </a:xfrm>
            <a:custGeom>
              <a:avLst/>
              <a:gdLst>
                <a:gd name="T0" fmla="*/ 1600 w 1600"/>
                <a:gd name="T1" fmla="*/ 15 h 32"/>
                <a:gd name="T2" fmla="*/ 1600 w 1600"/>
                <a:gd name="T3" fmla="*/ 15 h 32"/>
                <a:gd name="T4" fmla="*/ 1600 w 1600"/>
                <a:gd name="T5" fmla="*/ 19 h 32"/>
                <a:gd name="T6" fmla="*/ 1599 w 1600"/>
                <a:gd name="T7" fmla="*/ 22 h 32"/>
                <a:gd name="T8" fmla="*/ 1596 w 1600"/>
                <a:gd name="T9" fmla="*/ 28 h 32"/>
                <a:gd name="T10" fmla="*/ 1590 w 1600"/>
                <a:gd name="T11" fmla="*/ 31 h 32"/>
                <a:gd name="T12" fmla="*/ 1587 w 1600"/>
                <a:gd name="T13" fmla="*/ 32 h 32"/>
                <a:gd name="T14" fmla="*/ 1583 w 1600"/>
                <a:gd name="T15" fmla="*/ 32 h 32"/>
                <a:gd name="T16" fmla="*/ 17 w 1600"/>
                <a:gd name="T17" fmla="*/ 32 h 32"/>
                <a:gd name="T18" fmla="*/ 17 w 1600"/>
                <a:gd name="T19" fmla="*/ 32 h 32"/>
                <a:gd name="T20" fmla="*/ 13 w 1600"/>
                <a:gd name="T21" fmla="*/ 32 h 32"/>
                <a:gd name="T22" fmla="*/ 10 w 1600"/>
                <a:gd name="T23" fmla="*/ 31 h 32"/>
                <a:gd name="T24" fmla="*/ 4 w 1600"/>
                <a:gd name="T25" fmla="*/ 28 h 32"/>
                <a:gd name="T26" fmla="*/ 1 w 1600"/>
                <a:gd name="T27" fmla="*/ 22 h 32"/>
                <a:gd name="T28" fmla="*/ 0 w 1600"/>
                <a:gd name="T29" fmla="*/ 15 h 32"/>
                <a:gd name="T30" fmla="*/ 0 w 1600"/>
                <a:gd name="T31" fmla="*/ 15 h 32"/>
                <a:gd name="T32" fmla="*/ 0 w 1600"/>
                <a:gd name="T33" fmla="*/ 15 h 32"/>
                <a:gd name="T34" fmla="*/ 1 w 1600"/>
                <a:gd name="T35" fmla="*/ 10 h 32"/>
                <a:gd name="T36" fmla="*/ 4 w 1600"/>
                <a:gd name="T37" fmla="*/ 4 h 32"/>
                <a:gd name="T38" fmla="*/ 10 w 1600"/>
                <a:gd name="T39" fmla="*/ 1 h 32"/>
                <a:gd name="T40" fmla="*/ 13 w 1600"/>
                <a:gd name="T41" fmla="*/ 0 h 32"/>
                <a:gd name="T42" fmla="*/ 17 w 1600"/>
                <a:gd name="T43" fmla="*/ 0 h 32"/>
                <a:gd name="T44" fmla="*/ 1583 w 1600"/>
                <a:gd name="T45" fmla="*/ 0 h 32"/>
                <a:gd name="T46" fmla="*/ 1583 w 1600"/>
                <a:gd name="T47" fmla="*/ 0 h 32"/>
                <a:gd name="T48" fmla="*/ 1587 w 1600"/>
                <a:gd name="T49" fmla="*/ 0 h 32"/>
                <a:gd name="T50" fmla="*/ 1590 w 1600"/>
                <a:gd name="T51" fmla="*/ 1 h 32"/>
                <a:gd name="T52" fmla="*/ 1596 w 1600"/>
                <a:gd name="T53" fmla="*/ 4 h 32"/>
                <a:gd name="T54" fmla="*/ 1599 w 1600"/>
                <a:gd name="T55" fmla="*/ 10 h 32"/>
                <a:gd name="T56" fmla="*/ 1600 w 1600"/>
                <a:gd name="T57" fmla="*/ 12 h 32"/>
                <a:gd name="T58" fmla="*/ 1600 w 1600"/>
                <a:gd name="T59" fmla="*/ 15 h 32"/>
                <a:gd name="T60" fmla="*/ 1600 w 1600"/>
                <a:gd name="T61" fmla="*/ 15 h 32"/>
                <a:gd name="T62" fmla="*/ 1600 w 1600"/>
                <a:gd name="T63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3" name="Freeform 130"/>
            <p:cNvSpPr>
              <a:spLocks noEditPoints="1"/>
            </p:cNvSpPr>
            <p:nvPr/>
          </p:nvSpPr>
          <p:spPr bwMode="auto">
            <a:xfrm>
              <a:off x="4240775" y="3687135"/>
              <a:ext cx="34925" cy="41275"/>
            </a:xfrm>
            <a:custGeom>
              <a:avLst/>
              <a:gdLst>
                <a:gd name="T0" fmla="*/ 0 w 107"/>
                <a:gd name="T1" fmla="*/ 19 h 130"/>
                <a:gd name="T2" fmla="*/ 0 w 107"/>
                <a:gd name="T3" fmla="*/ 112 h 130"/>
                <a:gd name="T4" fmla="*/ 66 w 107"/>
                <a:gd name="T5" fmla="*/ 112 h 130"/>
                <a:gd name="T6" fmla="*/ 66 w 107"/>
                <a:gd name="T7" fmla="*/ 19 h 130"/>
                <a:gd name="T8" fmla="*/ 0 w 107"/>
                <a:gd name="T9" fmla="*/ 19 h 130"/>
                <a:gd name="T10" fmla="*/ 0 w 107"/>
                <a:gd name="T11" fmla="*/ 19 h 130"/>
                <a:gd name="T12" fmla="*/ 95 w 107"/>
                <a:gd name="T13" fmla="*/ 0 h 130"/>
                <a:gd name="T14" fmla="*/ 95 w 107"/>
                <a:gd name="T15" fmla="*/ 0 h 130"/>
                <a:gd name="T16" fmla="*/ 99 w 107"/>
                <a:gd name="T17" fmla="*/ 1 h 130"/>
                <a:gd name="T18" fmla="*/ 104 w 107"/>
                <a:gd name="T19" fmla="*/ 3 h 130"/>
                <a:gd name="T20" fmla="*/ 106 w 107"/>
                <a:gd name="T21" fmla="*/ 8 h 130"/>
                <a:gd name="T22" fmla="*/ 107 w 107"/>
                <a:gd name="T23" fmla="*/ 12 h 130"/>
                <a:gd name="T24" fmla="*/ 107 w 107"/>
                <a:gd name="T25" fmla="*/ 118 h 130"/>
                <a:gd name="T26" fmla="*/ 107 w 107"/>
                <a:gd name="T27" fmla="*/ 118 h 130"/>
                <a:gd name="T28" fmla="*/ 106 w 107"/>
                <a:gd name="T29" fmla="*/ 123 h 130"/>
                <a:gd name="T30" fmla="*/ 104 w 107"/>
                <a:gd name="T31" fmla="*/ 126 h 130"/>
                <a:gd name="T32" fmla="*/ 99 w 107"/>
                <a:gd name="T33" fmla="*/ 129 h 130"/>
                <a:gd name="T34" fmla="*/ 95 w 107"/>
                <a:gd name="T35" fmla="*/ 130 h 130"/>
                <a:gd name="T36" fmla="*/ 95 w 107"/>
                <a:gd name="T37" fmla="*/ 130 h 130"/>
                <a:gd name="T38" fmla="*/ 90 w 107"/>
                <a:gd name="T39" fmla="*/ 129 h 130"/>
                <a:gd name="T40" fmla="*/ 86 w 107"/>
                <a:gd name="T41" fmla="*/ 126 h 130"/>
                <a:gd name="T42" fmla="*/ 83 w 107"/>
                <a:gd name="T43" fmla="*/ 123 h 130"/>
                <a:gd name="T44" fmla="*/ 82 w 107"/>
                <a:gd name="T45" fmla="*/ 118 h 130"/>
                <a:gd name="T46" fmla="*/ 82 w 107"/>
                <a:gd name="T47" fmla="*/ 12 h 130"/>
                <a:gd name="T48" fmla="*/ 82 w 107"/>
                <a:gd name="T49" fmla="*/ 12 h 130"/>
                <a:gd name="T50" fmla="*/ 83 w 107"/>
                <a:gd name="T51" fmla="*/ 8 h 130"/>
                <a:gd name="T52" fmla="*/ 86 w 107"/>
                <a:gd name="T53" fmla="*/ 3 h 130"/>
                <a:gd name="T54" fmla="*/ 90 w 107"/>
                <a:gd name="T55" fmla="*/ 1 h 130"/>
                <a:gd name="T56" fmla="*/ 95 w 107"/>
                <a:gd name="T57" fmla="*/ 0 h 130"/>
                <a:gd name="T58" fmla="*/ 95 w 107"/>
                <a:gd name="T59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4" name="Freeform 131"/>
            <p:cNvSpPr>
              <a:spLocks/>
            </p:cNvSpPr>
            <p:nvPr/>
          </p:nvSpPr>
          <p:spPr bwMode="auto">
            <a:xfrm>
              <a:off x="3774050" y="3793497"/>
              <a:ext cx="496888" cy="17463"/>
            </a:xfrm>
            <a:custGeom>
              <a:avLst/>
              <a:gdLst>
                <a:gd name="T0" fmla="*/ 1565 w 1565"/>
                <a:gd name="T1" fmla="*/ 55 h 55"/>
                <a:gd name="T2" fmla="*/ 0 w 1565"/>
                <a:gd name="T3" fmla="*/ 55 h 55"/>
                <a:gd name="T4" fmla="*/ 0 w 1565"/>
                <a:gd name="T5" fmla="*/ 0 h 55"/>
                <a:gd name="T6" fmla="*/ 1565 w 1565"/>
                <a:gd name="T7" fmla="*/ 0 h 55"/>
                <a:gd name="T8" fmla="*/ 1565 w 1565"/>
                <a:gd name="T9" fmla="*/ 55 h 55"/>
                <a:gd name="T10" fmla="*/ 1565 w 1565"/>
                <a:gd name="T1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Freeform 132"/>
            <p:cNvSpPr>
              <a:spLocks/>
            </p:cNvSpPr>
            <p:nvPr/>
          </p:nvSpPr>
          <p:spPr bwMode="auto">
            <a:xfrm>
              <a:off x="3943913" y="3345822"/>
              <a:ext cx="273050" cy="85725"/>
            </a:xfrm>
            <a:custGeom>
              <a:avLst/>
              <a:gdLst>
                <a:gd name="T0" fmla="*/ 338 w 864"/>
                <a:gd name="T1" fmla="*/ 270 h 270"/>
                <a:gd name="T2" fmla="*/ 864 w 864"/>
                <a:gd name="T3" fmla="*/ 270 h 270"/>
                <a:gd name="T4" fmla="*/ 320 w 864"/>
                <a:gd name="T5" fmla="*/ 13 h 270"/>
                <a:gd name="T6" fmla="*/ 320 w 864"/>
                <a:gd name="T7" fmla="*/ 13 h 270"/>
                <a:gd name="T8" fmla="*/ 305 w 864"/>
                <a:gd name="T9" fmla="*/ 8 h 270"/>
                <a:gd name="T10" fmla="*/ 288 w 864"/>
                <a:gd name="T11" fmla="*/ 3 h 270"/>
                <a:gd name="T12" fmla="*/ 270 w 864"/>
                <a:gd name="T13" fmla="*/ 1 h 270"/>
                <a:gd name="T14" fmla="*/ 251 w 864"/>
                <a:gd name="T15" fmla="*/ 0 h 270"/>
                <a:gd name="T16" fmla="*/ 234 w 864"/>
                <a:gd name="T17" fmla="*/ 1 h 270"/>
                <a:gd name="T18" fmla="*/ 216 w 864"/>
                <a:gd name="T19" fmla="*/ 3 h 270"/>
                <a:gd name="T20" fmla="*/ 199 w 864"/>
                <a:gd name="T21" fmla="*/ 8 h 270"/>
                <a:gd name="T22" fmla="*/ 184 w 864"/>
                <a:gd name="T23" fmla="*/ 13 h 270"/>
                <a:gd name="T24" fmla="*/ 0 w 864"/>
                <a:gd name="T25" fmla="*/ 101 h 270"/>
                <a:gd name="T26" fmla="*/ 338 w 864"/>
                <a:gd name="T27" fmla="*/ 270 h 270"/>
                <a:gd name="T28" fmla="*/ 338 w 864"/>
                <a:gd name="T29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Freeform 133"/>
            <p:cNvSpPr>
              <a:spLocks/>
            </p:cNvSpPr>
            <p:nvPr/>
          </p:nvSpPr>
          <p:spPr bwMode="auto">
            <a:xfrm>
              <a:off x="3810563" y="3379160"/>
              <a:ext cx="225425" cy="52388"/>
            </a:xfrm>
            <a:custGeom>
              <a:avLst/>
              <a:gdLst>
                <a:gd name="T0" fmla="*/ 712 w 712"/>
                <a:gd name="T1" fmla="*/ 167 h 167"/>
                <a:gd name="T2" fmla="*/ 395 w 712"/>
                <a:gd name="T3" fmla="*/ 8 h 167"/>
                <a:gd name="T4" fmla="*/ 395 w 712"/>
                <a:gd name="T5" fmla="*/ 8 h 167"/>
                <a:gd name="T6" fmla="*/ 387 w 712"/>
                <a:gd name="T7" fmla="*/ 4 h 167"/>
                <a:gd name="T8" fmla="*/ 376 w 712"/>
                <a:gd name="T9" fmla="*/ 2 h 167"/>
                <a:gd name="T10" fmla="*/ 366 w 712"/>
                <a:gd name="T11" fmla="*/ 0 h 167"/>
                <a:gd name="T12" fmla="*/ 356 w 712"/>
                <a:gd name="T13" fmla="*/ 0 h 167"/>
                <a:gd name="T14" fmla="*/ 345 w 712"/>
                <a:gd name="T15" fmla="*/ 0 h 167"/>
                <a:gd name="T16" fmla="*/ 335 w 712"/>
                <a:gd name="T17" fmla="*/ 2 h 167"/>
                <a:gd name="T18" fmla="*/ 325 w 712"/>
                <a:gd name="T19" fmla="*/ 4 h 167"/>
                <a:gd name="T20" fmla="*/ 316 w 712"/>
                <a:gd name="T21" fmla="*/ 8 h 167"/>
                <a:gd name="T22" fmla="*/ 0 w 712"/>
                <a:gd name="T23" fmla="*/ 167 h 167"/>
                <a:gd name="T24" fmla="*/ 712 w 712"/>
                <a:gd name="T25" fmla="*/ 167 h 167"/>
                <a:gd name="T26" fmla="*/ 712 w 712"/>
                <a:gd name="T27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49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개체 3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33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40" name="개체 3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377448" y="3502059"/>
            <a:ext cx="1526981" cy="23452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lang="ko-KR" altLang="en-US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  <a:endParaRPr lang="en-US" altLang="ko-KR" sz="1400" kern="0" spc="-20" dirty="0">
              <a:solidFill>
                <a:srgbClr val="262626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200" kern="0" spc="-20" dirty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입력하세요텍스트를 </a:t>
            </a:r>
            <a:r>
              <a:rPr lang="ko-KR" altLang="en-US" sz="1200" kern="0" spc="-20" dirty="0" smtClean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cxnSp>
        <p:nvCxnSpPr>
          <p:cNvPr id="33" name="Straight Connector 3"/>
          <p:cNvCxnSpPr/>
          <p:nvPr/>
        </p:nvCxnSpPr>
        <p:spPr>
          <a:xfrm>
            <a:off x="2003174" y="3102498"/>
            <a:ext cx="6313227" cy="8296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  <a:headEnd type="none"/>
          </a:ln>
          <a:effectLst/>
        </p:spPr>
      </p:cxnSp>
      <p:sp>
        <p:nvSpPr>
          <p:cNvPr id="35" name="Oval 5"/>
          <p:cNvSpPr/>
          <p:nvPr/>
        </p:nvSpPr>
        <p:spPr>
          <a:xfrm>
            <a:off x="7664254" y="2624954"/>
            <a:ext cx="971680" cy="97168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smtClean="0">
              <a:ln>
                <a:noFill/>
              </a:ln>
              <a:solidFill>
                <a:srgbClr val="161516">
                  <a:lumMod val="65000"/>
                  <a:lumOff val="35000"/>
                </a:srgbClr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6" name="Oval 6"/>
          <p:cNvSpPr/>
          <p:nvPr/>
        </p:nvSpPr>
        <p:spPr>
          <a:xfrm>
            <a:off x="7773658" y="2734358"/>
            <a:ext cx="752872" cy="752872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1905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6550820" y="2962630"/>
            <a:ext cx="288032" cy="288032"/>
            <a:chOff x="6550820" y="2962630"/>
            <a:chExt cx="288032" cy="288032"/>
          </a:xfrm>
        </p:grpSpPr>
        <p:sp>
          <p:nvSpPr>
            <p:cNvPr id="38" name="Oval 17"/>
            <p:cNvSpPr/>
            <p:nvPr/>
          </p:nvSpPr>
          <p:spPr>
            <a:xfrm>
              <a:off x="6550820" y="2962630"/>
              <a:ext cx="288032" cy="288032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9" name="Oval 18"/>
            <p:cNvSpPr/>
            <p:nvPr/>
          </p:nvSpPr>
          <p:spPr>
            <a:xfrm>
              <a:off x="6622828" y="3034638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6183342" y="2407413"/>
            <a:ext cx="1022991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D55633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2019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D55633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51183" y="2438191"/>
            <a:ext cx="81721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2018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81411" y="2438191"/>
            <a:ext cx="81721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2017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11639" y="2438191"/>
            <a:ext cx="81721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2016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015772" y="2962630"/>
            <a:ext cx="288032" cy="288032"/>
            <a:chOff x="5015772" y="2962630"/>
            <a:chExt cx="288032" cy="288032"/>
          </a:xfrm>
        </p:grpSpPr>
        <p:sp>
          <p:nvSpPr>
            <p:cNvPr id="58" name="Oval 17"/>
            <p:cNvSpPr/>
            <p:nvPr/>
          </p:nvSpPr>
          <p:spPr>
            <a:xfrm>
              <a:off x="5015772" y="2962630"/>
              <a:ext cx="288032" cy="288032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9" name="Oval 18"/>
            <p:cNvSpPr/>
            <p:nvPr/>
          </p:nvSpPr>
          <p:spPr>
            <a:xfrm>
              <a:off x="5087780" y="3034638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3446000" y="2962630"/>
            <a:ext cx="288032" cy="288032"/>
            <a:chOff x="3446000" y="2962630"/>
            <a:chExt cx="288032" cy="288032"/>
          </a:xfrm>
        </p:grpSpPr>
        <p:sp>
          <p:nvSpPr>
            <p:cNvPr id="65" name="Oval 17"/>
            <p:cNvSpPr/>
            <p:nvPr/>
          </p:nvSpPr>
          <p:spPr>
            <a:xfrm>
              <a:off x="3446000" y="2962630"/>
              <a:ext cx="288032" cy="288032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6" name="Oval 18"/>
            <p:cNvSpPr/>
            <p:nvPr/>
          </p:nvSpPr>
          <p:spPr>
            <a:xfrm>
              <a:off x="3518008" y="3034638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876228" y="2962630"/>
            <a:ext cx="288032" cy="288032"/>
            <a:chOff x="1876228" y="2962630"/>
            <a:chExt cx="288032" cy="288032"/>
          </a:xfrm>
        </p:grpSpPr>
        <p:sp>
          <p:nvSpPr>
            <p:cNvPr id="68" name="Oval 17"/>
            <p:cNvSpPr/>
            <p:nvPr/>
          </p:nvSpPr>
          <p:spPr>
            <a:xfrm>
              <a:off x="1876228" y="2962630"/>
              <a:ext cx="288032" cy="288032"/>
            </a:xfrm>
            <a:prstGeom prst="ellipse">
              <a:avLst/>
            </a:prstGeom>
            <a:solidFill>
              <a:schemeClr val="accent2">
                <a:alpha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9" name="Oval 18"/>
            <p:cNvSpPr/>
            <p:nvPr/>
          </p:nvSpPr>
          <p:spPr>
            <a:xfrm>
              <a:off x="1948236" y="3034638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161516">
                    <a:lumMod val="75000"/>
                    <a:lumOff val="25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pic>
        <p:nvPicPr>
          <p:cNvPr id="45" name="그림 4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995" y="2719780"/>
            <a:ext cx="765436" cy="7654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919416" y="3502059"/>
            <a:ext cx="1526981" cy="23452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lang="ko-KR" altLang="en-US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  <a:endParaRPr lang="en-US" altLang="ko-KR" sz="1400" kern="0" spc="-20" dirty="0">
              <a:solidFill>
                <a:srgbClr val="262626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200" kern="0" spc="-20" dirty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입력하세요텍스트를 </a:t>
            </a:r>
            <a:r>
              <a:rPr lang="ko-KR" altLang="en-US" sz="1200" kern="0" spc="-20" dirty="0" smtClean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461384" y="3502059"/>
            <a:ext cx="1526981" cy="23452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lang="ko-KR" altLang="en-US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  <a:endParaRPr lang="en-US" altLang="ko-KR" sz="1400" kern="0" spc="-20" dirty="0">
              <a:solidFill>
                <a:srgbClr val="262626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200" kern="0" spc="-20" dirty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입력하세요텍스트를 </a:t>
            </a:r>
            <a:r>
              <a:rPr lang="ko-KR" altLang="en-US" sz="1200" kern="0" spc="-20" dirty="0" smtClean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03353" y="3502059"/>
            <a:ext cx="1526981" cy="23452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lang="ko-KR" altLang="en-US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  <a:endParaRPr lang="en-US" altLang="ko-KR" sz="1400" kern="0" spc="-20" dirty="0">
              <a:solidFill>
                <a:srgbClr val="262626"/>
              </a:solidFill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200" kern="0" spc="-20" dirty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입력하세요텍스트를 </a:t>
            </a:r>
            <a:r>
              <a:rPr lang="ko-KR" altLang="en-US" sz="1200" kern="0" spc="-20" dirty="0" smtClean="0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447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개체 30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5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1" name="개체 3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0" y="4143737"/>
            <a:ext cx="9906000" cy="0"/>
          </a:xfrm>
          <a:prstGeom prst="line">
            <a:avLst/>
          </a:prstGeom>
          <a:ln w="47625" cap="rnd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3066414" y="3937362"/>
            <a:ext cx="412750" cy="4127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4408120" y="3671006"/>
            <a:ext cx="939800" cy="9398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2019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7618582" y="3671006"/>
            <a:ext cx="939600" cy="939600"/>
          </a:xfrm>
          <a:prstGeom prst="ellipse">
            <a:avLst/>
          </a:prstGeom>
          <a:solidFill>
            <a:srgbClr val="00376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276876" y="3937362"/>
            <a:ext cx="412750" cy="4127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1197658" y="3671006"/>
            <a:ext cx="939800" cy="9398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itchFamily="34" charset="-127"/>
                <a:ea typeface="본고딕 Medium" pitchFamily="34" charset="-127"/>
                <a:cs typeface="+mn-cs"/>
              </a:rPr>
              <a:t>2016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itchFamily="34" charset="-127"/>
              <a:ea typeface="본고딕 Medium" pitchFamily="34" charset="-127"/>
              <a:cs typeface="+mn-cs"/>
            </a:endParaRPr>
          </a:p>
        </p:txBody>
      </p:sp>
      <p:cxnSp>
        <p:nvCxnSpPr>
          <p:cNvPr id="28" name="직선 연결선 27"/>
          <p:cNvCxnSpPr>
            <a:stCxn id="21" idx="0"/>
          </p:cNvCxnSpPr>
          <p:nvPr/>
        </p:nvCxnSpPr>
        <p:spPr>
          <a:xfrm flipV="1">
            <a:off x="6483251" y="3102015"/>
            <a:ext cx="0" cy="835347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/>
          <p:cNvSpPr/>
          <p:nvPr/>
        </p:nvSpPr>
        <p:spPr>
          <a:xfrm>
            <a:off x="7686891" y="3739315"/>
            <a:ext cx="802982" cy="80298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27209" y="1805777"/>
            <a:ext cx="1526981" cy="12372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94345" y="4692988"/>
            <a:ext cx="1526981" cy="12372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 14pt</a:t>
            </a: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664" y="3758088"/>
            <a:ext cx="765436" cy="76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0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8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제목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Chevron 2">
            <a:extLst>
              <a:ext uri="{FF2B5EF4-FFF2-40B4-BE49-F238E27FC236}">
                <a16:creationId xmlns="" xmlns:a16="http://schemas.microsoft.com/office/drawing/2014/main" id="{8904097D-7762-46FD-A6FC-2FD0929694BD}"/>
              </a:ext>
            </a:extLst>
          </p:cNvPr>
          <p:cNvSpPr/>
          <p:nvPr/>
        </p:nvSpPr>
        <p:spPr>
          <a:xfrm>
            <a:off x="596159" y="2574535"/>
            <a:ext cx="1764000" cy="236038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직사각형 113">
            <a:extLst>
              <a:ext uri="{FF2B5EF4-FFF2-40B4-BE49-F238E27FC236}">
                <a16:creationId xmlns="" xmlns:a16="http://schemas.microsoft.com/office/drawing/2014/main" id="{C98B225D-B934-47B0-B958-764E5749C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47" y="2239365"/>
            <a:ext cx="14293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charset="0"/>
              </a:rPr>
              <a:t>2015</a:t>
            </a: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9" name="Oval 4">
            <a:extLst>
              <a:ext uri="{FF2B5EF4-FFF2-40B4-BE49-F238E27FC236}">
                <a16:creationId xmlns="" xmlns:a16="http://schemas.microsoft.com/office/drawing/2014/main" id="{950D9A53-0BCF-462D-98CE-05747CC1D744}"/>
              </a:ext>
            </a:extLst>
          </p:cNvPr>
          <p:cNvSpPr/>
          <p:nvPr/>
        </p:nvSpPr>
        <p:spPr>
          <a:xfrm>
            <a:off x="1048207" y="3362300"/>
            <a:ext cx="864000" cy="86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10" name="Straight Connector 5">
            <a:extLst>
              <a:ext uri="{FF2B5EF4-FFF2-40B4-BE49-F238E27FC236}">
                <a16:creationId xmlns="" xmlns:a16="http://schemas.microsoft.com/office/drawing/2014/main" id="{DCA185DD-2E26-47C0-8D1E-159817500E67}"/>
              </a:ext>
            </a:extLst>
          </p:cNvPr>
          <p:cNvCxnSpPr/>
          <p:nvPr/>
        </p:nvCxnSpPr>
        <p:spPr>
          <a:xfrm>
            <a:off x="1466850" y="2890768"/>
            <a:ext cx="3708" cy="471532"/>
          </a:xfrm>
          <a:prstGeom prst="line">
            <a:avLst/>
          </a:prstGeom>
          <a:ln w="9525">
            <a:solidFill>
              <a:schemeClr val="bg2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hevron 11">
            <a:extLst>
              <a:ext uri="{FF2B5EF4-FFF2-40B4-BE49-F238E27FC236}">
                <a16:creationId xmlns="" xmlns:a16="http://schemas.microsoft.com/office/drawing/2014/main" id="{86DB75BA-DA4E-4897-82B7-EFED849FF530}"/>
              </a:ext>
            </a:extLst>
          </p:cNvPr>
          <p:cNvSpPr/>
          <p:nvPr/>
        </p:nvSpPr>
        <p:spPr>
          <a:xfrm>
            <a:off x="2320084" y="2574535"/>
            <a:ext cx="1764000" cy="236038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" name="직사각형 113">
            <a:extLst>
              <a:ext uri="{FF2B5EF4-FFF2-40B4-BE49-F238E27FC236}">
                <a16:creationId xmlns="" xmlns:a16="http://schemas.microsoft.com/office/drawing/2014/main" id="{63527A82-30DF-446E-8AFE-DC63C5748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325" y="2244269"/>
            <a:ext cx="14293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charset="0"/>
              </a:rPr>
              <a:t>2016</a:t>
            </a: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6" name="Oval 13">
            <a:extLst>
              <a:ext uri="{FF2B5EF4-FFF2-40B4-BE49-F238E27FC236}">
                <a16:creationId xmlns="" xmlns:a16="http://schemas.microsoft.com/office/drawing/2014/main" id="{403ED970-2939-458F-AB5A-82E2255DF512}"/>
              </a:ext>
            </a:extLst>
          </p:cNvPr>
          <p:cNvSpPr/>
          <p:nvPr/>
        </p:nvSpPr>
        <p:spPr>
          <a:xfrm>
            <a:off x="2772132" y="3362300"/>
            <a:ext cx="864000" cy="86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17" name="Straight Connector 14">
            <a:extLst>
              <a:ext uri="{FF2B5EF4-FFF2-40B4-BE49-F238E27FC236}">
                <a16:creationId xmlns="" xmlns:a16="http://schemas.microsoft.com/office/drawing/2014/main" id="{6AB979E7-57CE-49EE-A6A6-9514A84BC2D8}"/>
              </a:ext>
            </a:extLst>
          </p:cNvPr>
          <p:cNvCxnSpPr>
            <a:cxnSpLocks/>
          </p:cNvCxnSpPr>
          <p:nvPr/>
        </p:nvCxnSpPr>
        <p:spPr>
          <a:xfrm>
            <a:off x="3202084" y="2890768"/>
            <a:ext cx="1" cy="471532"/>
          </a:xfrm>
          <a:prstGeom prst="line">
            <a:avLst/>
          </a:prstGeom>
          <a:ln w="9525">
            <a:solidFill>
              <a:schemeClr val="bg2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hevron 19">
            <a:extLst>
              <a:ext uri="{FF2B5EF4-FFF2-40B4-BE49-F238E27FC236}">
                <a16:creationId xmlns="" xmlns:a16="http://schemas.microsoft.com/office/drawing/2014/main" id="{C5B57966-EA5D-4F3D-9617-2A9EFA53783F}"/>
              </a:ext>
            </a:extLst>
          </p:cNvPr>
          <p:cNvSpPr/>
          <p:nvPr/>
        </p:nvSpPr>
        <p:spPr>
          <a:xfrm>
            <a:off x="4039783" y="2574535"/>
            <a:ext cx="1764000" cy="236038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2" name="직사각형 113">
            <a:extLst>
              <a:ext uri="{FF2B5EF4-FFF2-40B4-BE49-F238E27FC236}">
                <a16:creationId xmlns="" xmlns:a16="http://schemas.microsoft.com/office/drawing/2014/main" id="{B27DA5A1-EB8E-407F-BB46-2B839E99E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024" y="2245983"/>
            <a:ext cx="14293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charset="0"/>
              </a:rPr>
              <a:t>2017</a:t>
            </a: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3" name="Oval 21">
            <a:extLst>
              <a:ext uri="{FF2B5EF4-FFF2-40B4-BE49-F238E27FC236}">
                <a16:creationId xmlns="" xmlns:a16="http://schemas.microsoft.com/office/drawing/2014/main" id="{AD1D57FE-591B-4FA3-B724-6DC8617A6E57}"/>
              </a:ext>
            </a:extLst>
          </p:cNvPr>
          <p:cNvSpPr/>
          <p:nvPr/>
        </p:nvSpPr>
        <p:spPr>
          <a:xfrm>
            <a:off x="4491831" y="3362300"/>
            <a:ext cx="864000" cy="86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24" name="Straight Connector 22">
            <a:extLst>
              <a:ext uri="{FF2B5EF4-FFF2-40B4-BE49-F238E27FC236}">
                <a16:creationId xmlns="" xmlns:a16="http://schemas.microsoft.com/office/drawing/2014/main" id="{282F6BDA-AC22-445C-A5C6-876A9E6FBAFC}"/>
              </a:ext>
            </a:extLst>
          </p:cNvPr>
          <p:cNvCxnSpPr>
            <a:cxnSpLocks/>
          </p:cNvCxnSpPr>
          <p:nvPr/>
        </p:nvCxnSpPr>
        <p:spPr>
          <a:xfrm>
            <a:off x="4921783" y="2890768"/>
            <a:ext cx="0" cy="471532"/>
          </a:xfrm>
          <a:prstGeom prst="line">
            <a:avLst/>
          </a:prstGeom>
          <a:ln w="9525">
            <a:solidFill>
              <a:schemeClr val="bg2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hevron 27">
            <a:extLst>
              <a:ext uri="{FF2B5EF4-FFF2-40B4-BE49-F238E27FC236}">
                <a16:creationId xmlns="" xmlns:a16="http://schemas.microsoft.com/office/drawing/2014/main" id="{CB19B846-96DA-4434-9033-85F7D7148743}"/>
              </a:ext>
            </a:extLst>
          </p:cNvPr>
          <p:cNvSpPr/>
          <p:nvPr/>
        </p:nvSpPr>
        <p:spPr>
          <a:xfrm>
            <a:off x="5763708" y="2574535"/>
            <a:ext cx="1764000" cy="236038"/>
          </a:xfrm>
          <a:prstGeom prst="chevron">
            <a:avLst>
              <a:gd name="adj" fmla="val 3992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9" name="직사각형 113">
            <a:extLst>
              <a:ext uri="{FF2B5EF4-FFF2-40B4-BE49-F238E27FC236}">
                <a16:creationId xmlns="" xmlns:a16="http://schemas.microsoft.com/office/drawing/2014/main" id="{0625295B-5484-411E-A45E-4A6901398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616" y="2245982"/>
            <a:ext cx="14293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charset="0"/>
              </a:rPr>
              <a:t>2018</a:t>
            </a: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="" xmlns:a16="http://schemas.microsoft.com/office/drawing/2014/main" id="{3D99B6FC-5AB5-4218-89B8-B7872FE0C496}"/>
              </a:ext>
            </a:extLst>
          </p:cNvPr>
          <p:cNvSpPr/>
          <p:nvPr/>
        </p:nvSpPr>
        <p:spPr>
          <a:xfrm>
            <a:off x="6215756" y="3362300"/>
            <a:ext cx="864000" cy="864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8AB9EC62-522F-462D-AC42-A86F072947B3}"/>
              </a:ext>
            </a:extLst>
          </p:cNvPr>
          <p:cNvCxnSpPr>
            <a:cxnSpLocks/>
          </p:cNvCxnSpPr>
          <p:nvPr/>
        </p:nvCxnSpPr>
        <p:spPr>
          <a:xfrm>
            <a:off x="6642485" y="2893237"/>
            <a:ext cx="6447" cy="469063"/>
          </a:xfrm>
          <a:prstGeom prst="line">
            <a:avLst/>
          </a:prstGeom>
          <a:ln w="9525">
            <a:solidFill>
              <a:schemeClr val="bg2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hevron 35">
            <a:extLst>
              <a:ext uri="{FF2B5EF4-FFF2-40B4-BE49-F238E27FC236}">
                <a16:creationId xmlns="" xmlns:a16="http://schemas.microsoft.com/office/drawing/2014/main" id="{066E34FA-563A-4E19-B417-B9AE0913E5FB}"/>
              </a:ext>
            </a:extLst>
          </p:cNvPr>
          <p:cNvSpPr/>
          <p:nvPr/>
        </p:nvSpPr>
        <p:spPr>
          <a:xfrm>
            <a:off x="7483407" y="2574535"/>
            <a:ext cx="1764000" cy="236038"/>
          </a:xfrm>
          <a:prstGeom prst="chevron">
            <a:avLst>
              <a:gd name="adj" fmla="val 399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6" name="직사각형 113">
            <a:extLst>
              <a:ext uri="{FF2B5EF4-FFF2-40B4-BE49-F238E27FC236}">
                <a16:creationId xmlns="" xmlns:a16="http://schemas.microsoft.com/office/drawing/2014/main" id="{E05842A4-198E-40E7-923B-17A847ADF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4280" y="2239364"/>
            <a:ext cx="14293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D55633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charset="0"/>
              </a:rPr>
              <a:t>2019</a:t>
            </a:r>
            <a:endParaRPr kumimoji="0" lang="ko-KR" altLang="en-US" sz="1600" b="0" i="0" u="none" strike="noStrike" kern="1200" cap="none" spc="-20" normalizeH="0" baseline="0" noProof="0" dirty="0">
              <a:ln>
                <a:noFill/>
              </a:ln>
              <a:solidFill>
                <a:srgbClr val="D55633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7" name="Oval 37">
            <a:extLst>
              <a:ext uri="{FF2B5EF4-FFF2-40B4-BE49-F238E27FC236}">
                <a16:creationId xmlns="" xmlns:a16="http://schemas.microsoft.com/office/drawing/2014/main" id="{18161C0D-4A4A-4926-926B-8C3481DDB0E1}"/>
              </a:ext>
            </a:extLst>
          </p:cNvPr>
          <p:cNvSpPr/>
          <p:nvPr/>
        </p:nvSpPr>
        <p:spPr>
          <a:xfrm>
            <a:off x="7935455" y="3362300"/>
            <a:ext cx="864000" cy="86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8" name="Straight Connector 38">
            <a:extLst>
              <a:ext uri="{FF2B5EF4-FFF2-40B4-BE49-F238E27FC236}">
                <a16:creationId xmlns="" xmlns:a16="http://schemas.microsoft.com/office/drawing/2014/main" id="{AF0F1186-4D13-46EC-A8AD-A01D97B3D592}"/>
              </a:ext>
            </a:extLst>
          </p:cNvPr>
          <p:cNvCxnSpPr>
            <a:cxnSpLocks/>
          </p:cNvCxnSpPr>
          <p:nvPr/>
        </p:nvCxnSpPr>
        <p:spPr>
          <a:xfrm>
            <a:off x="8365407" y="2890768"/>
            <a:ext cx="1" cy="471532"/>
          </a:xfrm>
          <a:prstGeom prst="line">
            <a:avLst/>
          </a:prstGeom>
          <a:ln w="9525">
            <a:solidFill>
              <a:schemeClr val="accent4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rapezoid 13">
            <a:extLst>
              <a:ext uri="{FF2B5EF4-FFF2-40B4-BE49-F238E27FC236}">
                <a16:creationId xmlns="" xmlns:a16="http://schemas.microsoft.com/office/drawing/2014/main" id="{24FF73D6-03C1-4301-AE49-2951B48CD09F}"/>
              </a:ext>
            </a:extLst>
          </p:cNvPr>
          <p:cNvSpPr/>
          <p:nvPr/>
        </p:nvSpPr>
        <p:spPr>
          <a:xfrm>
            <a:off x="1275371" y="3618757"/>
            <a:ext cx="405576" cy="342939"/>
          </a:xfrm>
          <a:custGeom>
            <a:avLst/>
            <a:gdLst/>
            <a:ahLst/>
            <a:cxnLst/>
            <a:rect l="l" t="t" r="r" b="b"/>
            <a:pathLst>
              <a:path w="2736304" h="2313707">
                <a:moveTo>
                  <a:pt x="1046195" y="1945901"/>
                </a:moveTo>
                <a:lnTo>
                  <a:pt x="998316" y="2093032"/>
                </a:lnTo>
                <a:lnTo>
                  <a:pt x="1737988" y="2093032"/>
                </a:lnTo>
                <a:lnTo>
                  <a:pt x="1690109" y="1945901"/>
                </a:lnTo>
                <a:close/>
                <a:moveTo>
                  <a:pt x="396044" y="89541"/>
                </a:moveTo>
                <a:lnTo>
                  <a:pt x="396044" y="1241668"/>
                </a:lnTo>
                <a:lnTo>
                  <a:pt x="2340260" y="1241668"/>
                </a:lnTo>
                <a:lnTo>
                  <a:pt x="2340260" y="89541"/>
                </a:lnTo>
                <a:close/>
                <a:moveTo>
                  <a:pt x="252028" y="0"/>
                </a:moveTo>
                <a:lnTo>
                  <a:pt x="2484276" y="0"/>
                </a:lnTo>
                <a:lnTo>
                  <a:pt x="2484276" y="1331208"/>
                </a:lnTo>
                <a:lnTo>
                  <a:pt x="2484679" y="1331208"/>
                </a:lnTo>
                <a:lnTo>
                  <a:pt x="2736304" y="2195304"/>
                </a:lnTo>
                <a:lnTo>
                  <a:pt x="2736304" y="2313707"/>
                </a:lnTo>
                <a:lnTo>
                  <a:pt x="0" y="2313707"/>
                </a:lnTo>
                <a:lnTo>
                  <a:pt x="0" y="2195304"/>
                </a:lnTo>
                <a:lnTo>
                  <a:pt x="251625" y="1331208"/>
                </a:lnTo>
                <a:lnTo>
                  <a:pt x="252028" y="13312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="" xmlns:a16="http://schemas.microsoft.com/office/drawing/2014/main" id="{32856E12-677A-48EF-893A-398176692A62}"/>
              </a:ext>
            </a:extLst>
          </p:cNvPr>
          <p:cNvSpPr/>
          <p:nvPr/>
        </p:nvSpPr>
        <p:spPr>
          <a:xfrm rot="2700000">
            <a:off x="3028312" y="3523039"/>
            <a:ext cx="298064" cy="534373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4" name="Teardrop 1">
            <a:extLst>
              <a:ext uri="{FF2B5EF4-FFF2-40B4-BE49-F238E27FC236}">
                <a16:creationId xmlns="" xmlns:a16="http://schemas.microsoft.com/office/drawing/2014/main" id="{BD6597B0-50DB-4AA9-9145-08BC1150B2B5}"/>
              </a:ext>
            </a:extLst>
          </p:cNvPr>
          <p:cNvSpPr/>
          <p:nvPr/>
        </p:nvSpPr>
        <p:spPr>
          <a:xfrm rot="18805991">
            <a:off x="4710574" y="3578466"/>
            <a:ext cx="422416" cy="418009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6" name="Oval 7">
            <a:extLst>
              <a:ext uri="{FF2B5EF4-FFF2-40B4-BE49-F238E27FC236}">
                <a16:creationId xmlns="" xmlns:a16="http://schemas.microsoft.com/office/drawing/2014/main" id="{DF5EB4F8-0D95-4B7D-ADA5-7C0398AD9EA4}"/>
              </a:ext>
            </a:extLst>
          </p:cNvPr>
          <p:cNvSpPr/>
          <p:nvPr/>
        </p:nvSpPr>
        <p:spPr>
          <a:xfrm>
            <a:off x="6440011" y="3593802"/>
            <a:ext cx="404947" cy="40494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2271" y="4398306"/>
            <a:ext cx="1526981" cy="16650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13853" y="4398306"/>
            <a:ext cx="1526981" cy="16650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58291" y="4398306"/>
            <a:ext cx="1526981" cy="16650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885441" y="4398306"/>
            <a:ext cx="1526981" cy="16650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77177" y="4398306"/>
            <a:ext cx="1526981" cy="16650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입력하세요텍스트를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40" name="AutoShape 112"/>
          <p:cNvSpPr>
            <a:spLocks noChangeAspect="1" noChangeArrowheads="1" noTextEdit="1"/>
          </p:cNvSpPr>
          <p:nvPr/>
        </p:nvSpPr>
        <p:spPr bwMode="auto">
          <a:xfrm>
            <a:off x="8129481" y="3576812"/>
            <a:ext cx="471852" cy="39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1" name="Freeform 114"/>
          <p:cNvSpPr>
            <a:spLocks noEditPoints="1"/>
          </p:cNvSpPr>
          <p:nvPr/>
        </p:nvSpPr>
        <p:spPr bwMode="auto">
          <a:xfrm>
            <a:off x="8129481" y="3576812"/>
            <a:ext cx="471852" cy="398162"/>
          </a:xfrm>
          <a:custGeom>
            <a:avLst/>
            <a:gdLst>
              <a:gd name="T0" fmla="*/ 1790 w 1985"/>
              <a:gd name="T1" fmla="*/ 969 h 1675"/>
              <a:gd name="T2" fmla="*/ 1753 w 1985"/>
              <a:gd name="T3" fmla="*/ 914 h 1675"/>
              <a:gd name="T4" fmla="*/ 1691 w 1985"/>
              <a:gd name="T5" fmla="*/ 889 h 1675"/>
              <a:gd name="T6" fmla="*/ 271 w 1985"/>
              <a:gd name="T7" fmla="*/ 893 h 1675"/>
              <a:gd name="T8" fmla="*/ 217 w 1985"/>
              <a:gd name="T9" fmla="*/ 930 h 1675"/>
              <a:gd name="T10" fmla="*/ 191 w 1985"/>
              <a:gd name="T11" fmla="*/ 991 h 1675"/>
              <a:gd name="T12" fmla="*/ 133 w 1985"/>
              <a:gd name="T13" fmla="*/ 1240 h 1675"/>
              <a:gd name="T14" fmla="*/ 42 w 1985"/>
              <a:gd name="T15" fmla="*/ 1314 h 1675"/>
              <a:gd name="T16" fmla="*/ 1 w 1985"/>
              <a:gd name="T17" fmla="*/ 1426 h 1675"/>
              <a:gd name="T18" fmla="*/ 18 w 1985"/>
              <a:gd name="T19" fmla="*/ 1536 h 1675"/>
              <a:gd name="T20" fmla="*/ 100 w 1985"/>
              <a:gd name="T21" fmla="*/ 1636 h 1675"/>
              <a:gd name="T22" fmla="*/ 229 w 1985"/>
              <a:gd name="T23" fmla="*/ 1675 h 1675"/>
              <a:gd name="T24" fmla="*/ 338 w 1985"/>
              <a:gd name="T25" fmla="*/ 1648 h 1675"/>
              <a:gd name="T26" fmla="*/ 430 w 1985"/>
              <a:gd name="T27" fmla="*/ 1556 h 1675"/>
              <a:gd name="T28" fmla="*/ 458 w 1985"/>
              <a:gd name="T29" fmla="*/ 1447 h 1675"/>
              <a:gd name="T30" fmla="*/ 426 w 1985"/>
              <a:gd name="T31" fmla="*/ 1331 h 1675"/>
              <a:gd name="T32" fmla="*/ 343 w 1985"/>
              <a:gd name="T33" fmla="*/ 1248 h 1675"/>
              <a:gd name="T34" fmla="*/ 267 w 1985"/>
              <a:gd name="T35" fmla="*/ 1002 h 1675"/>
              <a:gd name="T36" fmla="*/ 290 w 1985"/>
              <a:gd name="T37" fmla="*/ 968 h 1675"/>
              <a:gd name="T38" fmla="*/ 934 w 1985"/>
              <a:gd name="T39" fmla="*/ 1226 h 1675"/>
              <a:gd name="T40" fmla="*/ 832 w 1985"/>
              <a:gd name="T41" fmla="*/ 1284 h 1675"/>
              <a:gd name="T42" fmla="*/ 771 w 1985"/>
              <a:gd name="T43" fmla="*/ 1385 h 1675"/>
              <a:gd name="T44" fmla="*/ 768 w 1985"/>
              <a:gd name="T45" fmla="*/ 1493 h 1675"/>
              <a:gd name="T46" fmla="*/ 831 w 1985"/>
              <a:gd name="T47" fmla="*/ 1608 h 1675"/>
              <a:gd name="T48" fmla="*/ 947 w 1985"/>
              <a:gd name="T49" fmla="*/ 1671 h 1675"/>
              <a:gd name="T50" fmla="*/ 1061 w 1985"/>
              <a:gd name="T51" fmla="*/ 1665 h 1675"/>
              <a:gd name="T52" fmla="*/ 1169 w 1985"/>
              <a:gd name="T53" fmla="*/ 1593 h 1675"/>
              <a:gd name="T54" fmla="*/ 1220 w 1985"/>
              <a:gd name="T55" fmla="*/ 1470 h 1675"/>
              <a:gd name="T56" fmla="*/ 1207 w 1985"/>
              <a:gd name="T57" fmla="*/ 1367 h 1675"/>
              <a:gd name="T58" fmla="*/ 1139 w 1985"/>
              <a:gd name="T59" fmla="*/ 1271 h 1675"/>
              <a:gd name="T60" fmla="*/ 1030 w 1985"/>
              <a:gd name="T61" fmla="*/ 1222 h 1675"/>
              <a:gd name="T62" fmla="*/ 1701 w 1985"/>
              <a:gd name="T63" fmla="*/ 971 h 1675"/>
              <a:gd name="T64" fmla="*/ 1718 w 1985"/>
              <a:gd name="T65" fmla="*/ 1222 h 1675"/>
              <a:gd name="T66" fmla="*/ 1626 w 1985"/>
              <a:gd name="T67" fmla="*/ 1260 h 1675"/>
              <a:gd name="T68" fmla="*/ 1550 w 1985"/>
              <a:gd name="T69" fmla="*/ 1349 h 1675"/>
              <a:gd name="T70" fmla="*/ 1527 w 1985"/>
              <a:gd name="T71" fmla="*/ 1447 h 1675"/>
              <a:gd name="T72" fmla="*/ 1566 w 1985"/>
              <a:gd name="T73" fmla="*/ 1575 h 1675"/>
              <a:gd name="T74" fmla="*/ 1667 w 1985"/>
              <a:gd name="T75" fmla="*/ 1657 h 1675"/>
              <a:gd name="T76" fmla="*/ 1780 w 1985"/>
              <a:gd name="T77" fmla="*/ 1674 h 1675"/>
              <a:gd name="T78" fmla="*/ 1902 w 1985"/>
              <a:gd name="T79" fmla="*/ 1624 h 1675"/>
              <a:gd name="T80" fmla="*/ 1975 w 1985"/>
              <a:gd name="T81" fmla="*/ 1515 h 1675"/>
              <a:gd name="T82" fmla="*/ 1982 w 1985"/>
              <a:gd name="T83" fmla="*/ 1405 h 1675"/>
              <a:gd name="T84" fmla="*/ 1930 w 1985"/>
              <a:gd name="T85" fmla="*/ 1299 h 1675"/>
              <a:gd name="T86" fmla="*/ 1833 w 1985"/>
              <a:gd name="T87" fmla="*/ 1232 h 1675"/>
              <a:gd name="T88" fmla="*/ 955 w 1985"/>
              <a:gd name="T89" fmla="*/ 813 h 1675"/>
              <a:gd name="T90" fmla="*/ 1440 w 1985"/>
              <a:gd name="T91" fmla="*/ 607 h 1675"/>
              <a:gd name="T92" fmla="*/ 1479 w 1985"/>
              <a:gd name="T93" fmla="*/ 587 h 1675"/>
              <a:gd name="T94" fmla="*/ 1500 w 1985"/>
              <a:gd name="T95" fmla="*/ 548 h 1675"/>
              <a:gd name="T96" fmla="*/ 1500 w 1985"/>
              <a:gd name="T97" fmla="*/ 60 h 1675"/>
              <a:gd name="T98" fmla="*/ 1479 w 1985"/>
              <a:gd name="T99" fmla="*/ 22 h 1675"/>
              <a:gd name="T100" fmla="*/ 1440 w 1985"/>
              <a:gd name="T101" fmla="*/ 1 h 1675"/>
              <a:gd name="T102" fmla="*/ 545 w 1985"/>
              <a:gd name="T103" fmla="*/ 1 h 1675"/>
              <a:gd name="T104" fmla="*/ 506 w 1985"/>
              <a:gd name="T105" fmla="*/ 22 h 1675"/>
              <a:gd name="T106" fmla="*/ 485 w 1985"/>
              <a:gd name="T107" fmla="*/ 60 h 1675"/>
              <a:gd name="T108" fmla="*/ 485 w 1985"/>
              <a:gd name="T109" fmla="*/ 548 h 1675"/>
              <a:gd name="T110" fmla="*/ 506 w 1985"/>
              <a:gd name="T111" fmla="*/ 587 h 1675"/>
              <a:gd name="T112" fmla="*/ 545 w 1985"/>
              <a:gd name="T113" fmla="*/ 607 h 16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985" h="1675">
                <a:moveTo>
                  <a:pt x="1794" y="1222"/>
                </a:moveTo>
                <a:lnTo>
                  <a:pt x="1794" y="1002"/>
                </a:lnTo>
                <a:lnTo>
                  <a:pt x="1794" y="1002"/>
                </a:lnTo>
                <a:lnTo>
                  <a:pt x="1794" y="991"/>
                </a:lnTo>
                <a:lnTo>
                  <a:pt x="1792" y="980"/>
                </a:lnTo>
                <a:lnTo>
                  <a:pt x="1790" y="969"/>
                </a:lnTo>
                <a:lnTo>
                  <a:pt x="1785" y="958"/>
                </a:lnTo>
                <a:lnTo>
                  <a:pt x="1781" y="948"/>
                </a:lnTo>
                <a:lnTo>
                  <a:pt x="1775" y="939"/>
                </a:lnTo>
                <a:lnTo>
                  <a:pt x="1768" y="930"/>
                </a:lnTo>
                <a:lnTo>
                  <a:pt x="1761" y="922"/>
                </a:lnTo>
                <a:lnTo>
                  <a:pt x="1753" y="914"/>
                </a:lnTo>
                <a:lnTo>
                  <a:pt x="1744" y="908"/>
                </a:lnTo>
                <a:lnTo>
                  <a:pt x="1734" y="902"/>
                </a:lnTo>
                <a:lnTo>
                  <a:pt x="1725" y="898"/>
                </a:lnTo>
                <a:lnTo>
                  <a:pt x="1714" y="893"/>
                </a:lnTo>
                <a:lnTo>
                  <a:pt x="1703" y="891"/>
                </a:lnTo>
                <a:lnTo>
                  <a:pt x="1691" y="889"/>
                </a:lnTo>
                <a:lnTo>
                  <a:pt x="1680" y="889"/>
                </a:lnTo>
                <a:lnTo>
                  <a:pt x="305" y="889"/>
                </a:lnTo>
                <a:lnTo>
                  <a:pt x="305" y="889"/>
                </a:lnTo>
                <a:lnTo>
                  <a:pt x="294" y="889"/>
                </a:lnTo>
                <a:lnTo>
                  <a:pt x="282" y="891"/>
                </a:lnTo>
                <a:lnTo>
                  <a:pt x="271" y="893"/>
                </a:lnTo>
                <a:lnTo>
                  <a:pt x="260" y="898"/>
                </a:lnTo>
                <a:lnTo>
                  <a:pt x="251" y="902"/>
                </a:lnTo>
                <a:lnTo>
                  <a:pt x="241" y="908"/>
                </a:lnTo>
                <a:lnTo>
                  <a:pt x="232" y="914"/>
                </a:lnTo>
                <a:lnTo>
                  <a:pt x="224" y="922"/>
                </a:lnTo>
                <a:lnTo>
                  <a:pt x="217" y="930"/>
                </a:lnTo>
                <a:lnTo>
                  <a:pt x="210" y="939"/>
                </a:lnTo>
                <a:lnTo>
                  <a:pt x="204" y="948"/>
                </a:lnTo>
                <a:lnTo>
                  <a:pt x="200" y="958"/>
                </a:lnTo>
                <a:lnTo>
                  <a:pt x="195" y="969"/>
                </a:lnTo>
                <a:lnTo>
                  <a:pt x="193" y="980"/>
                </a:lnTo>
                <a:lnTo>
                  <a:pt x="191" y="991"/>
                </a:lnTo>
                <a:lnTo>
                  <a:pt x="191" y="1002"/>
                </a:lnTo>
                <a:lnTo>
                  <a:pt x="191" y="1222"/>
                </a:lnTo>
                <a:lnTo>
                  <a:pt x="191" y="1222"/>
                </a:lnTo>
                <a:lnTo>
                  <a:pt x="171" y="1226"/>
                </a:lnTo>
                <a:lnTo>
                  <a:pt x="152" y="1232"/>
                </a:lnTo>
                <a:lnTo>
                  <a:pt x="133" y="1240"/>
                </a:lnTo>
                <a:lnTo>
                  <a:pt x="115" y="1248"/>
                </a:lnTo>
                <a:lnTo>
                  <a:pt x="98" y="1260"/>
                </a:lnTo>
                <a:lnTo>
                  <a:pt x="83" y="1271"/>
                </a:lnTo>
                <a:lnTo>
                  <a:pt x="68" y="1284"/>
                </a:lnTo>
                <a:lnTo>
                  <a:pt x="55" y="1299"/>
                </a:lnTo>
                <a:lnTo>
                  <a:pt x="42" y="1314"/>
                </a:lnTo>
                <a:lnTo>
                  <a:pt x="31" y="1331"/>
                </a:lnTo>
                <a:lnTo>
                  <a:pt x="22" y="1349"/>
                </a:lnTo>
                <a:lnTo>
                  <a:pt x="15" y="1367"/>
                </a:lnTo>
                <a:lnTo>
                  <a:pt x="8" y="1385"/>
                </a:lnTo>
                <a:lnTo>
                  <a:pt x="3" y="1405"/>
                </a:lnTo>
                <a:lnTo>
                  <a:pt x="1" y="1426"/>
                </a:lnTo>
                <a:lnTo>
                  <a:pt x="0" y="1447"/>
                </a:lnTo>
                <a:lnTo>
                  <a:pt x="0" y="1447"/>
                </a:lnTo>
                <a:lnTo>
                  <a:pt x="1" y="1470"/>
                </a:lnTo>
                <a:lnTo>
                  <a:pt x="4" y="1493"/>
                </a:lnTo>
                <a:lnTo>
                  <a:pt x="10" y="1515"/>
                </a:lnTo>
                <a:lnTo>
                  <a:pt x="18" y="1536"/>
                </a:lnTo>
                <a:lnTo>
                  <a:pt x="28" y="1556"/>
                </a:lnTo>
                <a:lnTo>
                  <a:pt x="39" y="1575"/>
                </a:lnTo>
                <a:lnTo>
                  <a:pt x="52" y="1593"/>
                </a:lnTo>
                <a:lnTo>
                  <a:pt x="67" y="1608"/>
                </a:lnTo>
                <a:lnTo>
                  <a:pt x="83" y="1624"/>
                </a:lnTo>
                <a:lnTo>
                  <a:pt x="100" y="1636"/>
                </a:lnTo>
                <a:lnTo>
                  <a:pt x="119" y="1648"/>
                </a:lnTo>
                <a:lnTo>
                  <a:pt x="140" y="1657"/>
                </a:lnTo>
                <a:lnTo>
                  <a:pt x="161" y="1665"/>
                </a:lnTo>
                <a:lnTo>
                  <a:pt x="183" y="1671"/>
                </a:lnTo>
                <a:lnTo>
                  <a:pt x="205" y="1674"/>
                </a:lnTo>
                <a:lnTo>
                  <a:pt x="229" y="1675"/>
                </a:lnTo>
                <a:lnTo>
                  <a:pt x="229" y="1675"/>
                </a:lnTo>
                <a:lnTo>
                  <a:pt x="252" y="1674"/>
                </a:lnTo>
                <a:lnTo>
                  <a:pt x="275" y="1671"/>
                </a:lnTo>
                <a:lnTo>
                  <a:pt x="297" y="1665"/>
                </a:lnTo>
                <a:lnTo>
                  <a:pt x="318" y="1657"/>
                </a:lnTo>
                <a:lnTo>
                  <a:pt x="338" y="1648"/>
                </a:lnTo>
                <a:lnTo>
                  <a:pt x="357" y="1636"/>
                </a:lnTo>
                <a:lnTo>
                  <a:pt x="375" y="1624"/>
                </a:lnTo>
                <a:lnTo>
                  <a:pt x="391" y="1608"/>
                </a:lnTo>
                <a:lnTo>
                  <a:pt x="405" y="1593"/>
                </a:lnTo>
                <a:lnTo>
                  <a:pt x="419" y="1575"/>
                </a:lnTo>
                <a:lnTo>
                  <a:pt x="430" y="1556"/>
                </a:lnTo>
                <a:lnTo>
                  <a:pt x="440" y="1536"/>
                </a:lnTo>
                <a:lnTo>
                  <a:pt x="448" y="1515"/>
                </a:lnTo>
                <a:lnTo>
                  <a:pt x="453" y="1493"/>
                </a:lnTo>
                <a:lnTo>
                  <a:pt x="457" y="1470"/>
                </a:lnTo>
                <a:lnTo>
                  <a:pt x="458" y="1447"/>
                </a:lnTo>
                <a:lnTo>
                  <a:pt x="458" y="1447"/>
                </a:lnTo>
                <a:lnTo>
                  <a:pt x="457" y="1426"/>
                </a:lnTo>
                <a:lnTo>
                  <a:pt x="454" y="1405"/>
                </a:lnTo>
                <a:lnTo>
                  <a:pt x="450" y="1385"/>
                </a:lnTo>
                <a:lnTo>
                  <a:pt x="443" y="1367"/>
                </a:lnTo>
                <a:lnTo>
                  <a:pt x="435" y="1349"/>
                </a:lnTo>
                <a:lnTo>
                  <a:pt x="426" y="1331"/>
                </a:lnTo>
                <a:lnTo>
                  <a:pt x="415" y="1314"/>
                </a:lnTo>
                <a:lnTo>
                  <a:pt x="403" y="1299"/>
                </a:lnTo>
                <a:lnTo>
                  <a:pt x="390" y="1284"/>
                </a:lnTo>
                <a:lnTo>
                  <a:pt x="375" y="1271"/>
                </a:lnTo>
                <a:lnTo>
                  <a:pt x="359" y="1260"/>
                </a:lnTo>
                <a:lnTo>
                  <a:pt x="343" y="1248"/>
                </a:lnTo>
                <a:lnTo>
                  <a:pt x="325" y="1240"/>
                </a:lnTo>
                <a:lnTo>
                  <a:pt x="306" y="1232"/>
                </a:lnTo>
                <a:lnTo>
                  <a:pt x="287" y="1226"/>
                </a:lnTo>
                <a:lnTo>
                  <a:pt x="267" y="1222"/>
                </a:lnTo>
                <a:lnTo>
                  <a:pt x="267" y="1002"/>
                </a:lnTo>
                <a:lnTo>
                  <a:pt x="267" y="1002"/>
                </a:lnTo>
                <a:lnTo>
                  <a:pt x="268" y="995"/>
                </a:lnTo>
                <a:lnTo>
                  <a:pt x="270" y="988"/>
                </a:lnTo>
                <a:lnTo>
                  <a:pt x="274" y="981"/>
                </a:lnTo>
                <a:lnTo>
                  <a:pt x="278" y="976"/>
                </a:lnTo>
                <a:lnTo>
                  <a:pt x="284" y="971"/>
                </a:lnTo>
                <a:lnTo>
                  <a:pt x="290" y="968"/>
                </a:lnTo>
                <a:lnTo>
                  <a:pt x="297" y="966"/>
                </a:lnTo>
                <a:lnTo>
                  <a:pt x="305" y="964"/>
                </a:lnTo>
                <a:lnTo>
                  <a:pt x="955" y="964"/>
                </a:lnTo>
                <a:lnTo>
                  <a:pt x="955" y="1222"/>
                </a:lnTo>
                <a:lnTo>
                  <a:pt x="955" y="1222"/>
                </a:lnTo>
                <a:lnTo>
                  <a:pt x="934" y="1226"/>
                </a:lnTo>
                <a:lnTo>
                  <a:pt x="915" y="1232"/>
                </a:lnTo>
                <a:lnTo>
                  <a:pt x="896" y="1240"/>
                </a:lnTo>
                <a:lnTo>
                  <a:pt x="879" y="1248"/>
                </a:lnTo>
                <a:lnTo>
                  <a:pt x="862" y="1260"/>
                </a:lnTo>
                <a:lnTo>
                  <a:pt x="846" y="1271"/>
                </a:lnTo>
                <a:lnTo>
                  <a:pt x="832" y="1284"/>
                </a:lnTo>
                <a:lnTo>
                  <a:pt x="818" y="1299"/>
                </a:lnTo>
                <a:lnTo>
                  <a:pt x="806" y="1314"/>
                </a:lnTo>
                <a:lnTo>
                  <a:pt x="795" y="1331"/>
                </a:lnTo>
                <a:lnTo>
                  <a:pt x="786" y="1349"/>
                </a:lnTo>
                <a:lnTo>
                  <a:pt x="778" y="1367"/>
                </a:lnTo>
                <a:lnTo>
                  <a:pt x="771" y="1385"/>
                </a:lnTo>
                <a:lnTo>
                  <a:pt x="767" y="1405"/>
                </a:lnTo>
                <a:lnTo>
                  <a:pt x="765" y="1426"/>
                </a:lnTo>
                <a:lnTo>
                  <a:pt x="764" y="1447"/>
                </a:lnTo>
                <a:lnTo>
                  <a:pt x="764" y="1447"/>
                </a:lnTo>
                <a:lnTo>
                  <a:pt x="765" y="1470"/>
                </a:lnTo>
                <a:lnTo>
                  <a:pt x="768" y="1493"/>
                </a:lnTo>
                <a:lnTo>
                  <a:pt x="774" y="1515"/>
                </a:lnTo>
                <a:lnTo>
                  <a:pt x="781" y="1536"/>
                </a:lnTo>
                <a:lnTo>
                  <a:pt x="792" y="1556"/>
                </a:lnTo>
                <a:lnTo>
                  <a:pt x="803" y="1575"/>
                </a:lnTo>
                <a:lnTo>
                  <a:pt x="816" y="1593"/>
                </a:lnTo>
                <a:lnTo>
                  <a:pt x="831" y="1608"/>
                </a:lnTo>
                <a:lnTo>
                  <a:pt x="846" y="1624"/>
                </a:lnTo>
                <a:lnTo>
                  <a:pt x="864" y="1636"/>
                </a:lnTo>
                <a:lnTo>
                  <a:pt x="883" y="1648"/>
                </a:lnTo>
                <a:lnTo>
                  <a:pt x="903" y="1657"/>
                </a:lnTo>
                <a:lnTo>
                  <a:pt x="924" y="1665"/>
                </a:lnTo>
                <a:lnTo>
                  <a:pt x="947" y="1671"/>
                </a:lnTo>
                <a:lnTo>
                  <a:pt x="969" y="1674"/>
                </a:lnTo>
                <a:lnTo>
                  <a:pt x="993" y="1675"/>
                </a:lnTo>
                <a:lnTo>
                  <a:pt x="993" y="1675"/>
                </a:lnTo>
                <a:lnTo>
                  <a:pt x="1016" y="1674"/>
                </a:lnTo>
                <a:lnTo>
                  <a:pt x="1038" y="1671"/>
                </a:lnTo>
                <a:lnTo>
                  <a:pt x="1061" y="1665"/>
                </a:lnTo>
                <a:lnTo>
                  <a:pt x="1082" y="1657"/>
                </a:lnTo>
                <a:lnTo>
                  <a:pt x="1102" y="1648"/>
                </a:lnTo>
                <a:lnTo>
                  <a:pt x="1121" y="1636"/>
                </a:lnTo>
                <a:lnTo>
                  <a:pt x="1139" y="1624"/>
                </a:lnTo>
                <a:lnTo>
                  <a:pt x="1154" y="1608"/>
                </a:lnTo>
                <a:lnTo>
                  <a:pt x="1169" y="1593"/>
                </a:lnTo>
                <a:lnTo>
                  <a:pt x="1182" y="1575"/>
                </a:lnTo>
                <a:lnTo>
                  <a:pt x="1193" y="1556"/>
                </a:lnTo>
                <a:lnTo>
                  <a:pt x="1204" y="1536"/>
                </a:lnTo>
                <a:lnTo>
                  <a:pt x="1211" y="1515"/>
                </a:lnTo>
                <a:lnTo>
                  <a:pt x="1217" y="1493"/>
                </a:lnTo>
                <a:lnTo>
                  <a:pt x="1220" y="1470"/>
                </a:lnTo>
                <a:lnTo>
                  <a:pt x="1221" y="1447"/>
                </a:lnTo>
                <a:lnTo>
                  <a:pt x="1221" y="1447"/>
                </a:lnTo>
                <a:lnTo>
                  <a:pt x="1220" y="1426"/>
                </a:lnTo>
                <a:lnTo>
                  <a:pt x="1218" y="1405"/>
                </a:lnTo>
                <a:lnTo>
                  <a:pt x="1214" y="1385"/>
                </a:lnTo>
                <a:lnTo>
                  <a:pt x="1207" y="1367"/>
                </a:lnTo>
                <a:lnTo>
                  <a:pt x="1199" y="1349"/>
                </a:lnTo>
                <a:lnTo>
                  <a:pt x="1190" y="1331"/>
                </a:lnTo>
                <a:lnTo>
                  <a:pt x="1179" y="1314"/>
                </a:lnTo>
                <a:lnTo>
                  <a:pt x="1167" y="1299"/>
                </a:lnTo>
                <a:lnTo>
                  <a:pt x="1153" y="1284"/>
                </a:lnTo>
                <a:lnTo>
                  <a:pt x="1139" y="1271"/>
                </a:lnTo>
                <a:lnTo>
                  <a:pt x="1123" y="1260"/>
                </a:lnTo>
                <a:lnTo>
                  <a:pt x="1106" y="1248"/>
                </a:lnTo>
                <a:lnTo>
                  <a:pt x="1089" y="1240"/>
                </a:lnTo>
                <a:lnTo>
                  <a:pt x="1070" y="1232"/>
                </a:lnTo>
                <a:lnTo>
                  <a:pt x="1051" y="1226"/>
                </a:lnTo>
                <a:lnTo>
                  <a:pt x="1030" y="1222"/>
                </a:lnTo>
                <a:lnTo>
                  <a:pt x="1030" y="964"/>
                </a:lnTo>
                <a:lnTo>
                  <a:pt x="1680" y="964"/>
                </a:lnTo>
                <a:lnTo>
                  <a:pt x="1680" y="964"/>
                </a:lnTo>
                <a:lnTo>
                  <a:pt x="1688" y="966"/>
                </a:lnTo>
                <a:lnTo>
                  <a:pt x="1695" y="968"/>
                </a:lnTo>
                <a:lnTo>
                  <a:pt x="1701" y="971"/>
                </a:lnTo>
                <a:lnTo>
                  <a:pt x="1707" y="976"/>
                </a:lnTo>
                <a:lnTo>
                  <a:pt x="1711" y="981"/>
                </a:lnTo>
                <a:lnTo>
                  <a:pt x="1715" y="988"/>
                </a:lnTo>
                <a:lnTo>
                  <a:pt x="1717" y="995"/>
                </a:lnTo>
                <a:lnTo>
                  <a:pt x="1718" y="1002"/>
                </a:lnTo>
                <a:lnTo>
                  <a:pt x="1718" y="1222"/>
                </a:lnTo>
                <a:lnTo>
                  <a:pt x="1718" y="1222"/>
                </a:lnTo>
                <a:lnTo>
                  <a:pt x="1698" y="1226"/>
                </a:lnTo>
                <a:lnTo>
                  <a:pt x="1679" y="1232"/>
                </a:lnTo>
                <a:lnTo>
                  <a:pt x="1660" y="1240"/>
                </a:lnTo>
                <a:lnTo>
                  <a:pt x="1642" y="1248"/>
                </a:lnTo>
                <a:lnTo>
                  <a:pt x="1626" y="1260"/>
                </a:lnTo>
                <a:lnTo>
                  <a:pt x="1610" y="1271"/>
                </a:lnTo>
                <a:lnTo>
                  <a:pt x="1595" y="1284"/>
                </a:lnTo>
                <a:lnTo>
                  <a:pt x="1582" y="1299"/>
                </a:lnTo>
                <a:lnTo>
                  <a:pt x="1570" y="1314"/>
                </a:lnTo>
                <a:lnTo>
                  <a:pt x="1559" y="1331"/>
                </a:lnTo>
                <a:lnTo>
                  <a:pt x="1550" y="1349"/>
                </a:lnTo>
                <a:lnTo>
                  <a:pt x="1542" y="1367"/>
                </a:lnTo>
                <a:lnTo>
                  <a:pt x="1535" y="1385"/>
                </a:lnTo>
                <a:lnTo>
                  <a:pt x="1531" y="1405"/>
                </a:lnTo>
                <a:lnTo>
                  <a:pt x="1528" y="1426"/>
                </a:lnTo>
                <a:lnTo>
                  <a:pt x="1527" y="1447"/>
                </a:lnTo>
                <a:lnTo>
                  <a:pt x="1527" y="1447"/>
                </a:lnTo>
                <a:lnTo>
                  <a:pt x="1528" y="1470"/>
                </a:lnTo>
                <a:lnTo>
                  <a:pt x="1532" y="1493"/>
                </a:lnTo>
                <a:lnTo>
                  <a:pt x="1537" y="1515"/>
                </a:lnTo>
                <a:lnTo>
                  <a:pt x="1545" y="1536"/>
                </a:lnTo>
                <a:lnTo>
                  <a:pt x="1555" y="1556"/>
                </a:lnTo>
                <a:lnTo>
                  <a:pt x="1566" y="1575"/>
                </a:lnTo>
                <a:lnTo>
                  <a:pt x="1580" y="1593"/>
                </a:lnTo>
                <a:lnTo>
                  <a:pt x="1594" y="1608"/>
                </a:lnTo>
                <a:lnTo>
                  <a:pt x="1610" y="1624"/>
                </a:lnTo>
                <a:lnTo>
                  <a:pt x="1628" y="1636"/>
                </a:lnTo>
                <a:lnTo>
                  <a:pt x="1647" y="1648"/>
                </a:lnTo>
                <a:lnTo>
                  <a:pt x="1667" y="1657"/>
                </a:lnTo>
                <a:lnTo>
                  <a:pt x="1688" y="1665"/>
                </a:lnTo>
                <a:lnTo>
                  <a:pt x="1710" y="1671"/>
                </a:lnTo>
                <a:lnTo>
                  <a:pt x="1733" y="1674"/>
                </a:lnTo>
                <a:lnTo>
                  <a:pt x="1756" y="1675"/>
                </a:lnTo>
                <a:lnTo>
                  <a:pt x="1756" y="1675"/>
                </a:lnTo>
                <a:lnTo>
                  <a:pt x="1780" y="1674"/>
                </a:lnTo>
                <a:lnTo>
                  <a:pt x="1802" y="1671"/>
                </a:lnTo>
                <a:lnTo>
                  <a:pt x="1824" y="1665"/>
                </a:lnTo>
                <a:lnTo>
                  <a:pt x="1845" y="1657"/>
                </a:lnTo>
                <a:lnTo>
                  <a:pt x="1866" y="1648"/>
                </a:lnTo>
                <a:lnTo>
                  <a:pt x="1885" y="1636"/>
                </a:lnTo>
                <a:lnTo>
                  <a:pt x="1902" y="1624"/>
                </a:lnTo>
                <a:lnTo>
                  <a:pt x="1918" y="1608"/>
                </a:lnTo>
                <a:lnTo>
                  <a:pt x="1933" y="1593"/>
                </a:lnTo>
                <a:lnTo>
                  <a:pt x="1946" y="1575"/>
                </a:lnTo>
                <a:lnTo>
                  <a:pt x="1957" y="1556"/>
                </a:lnTo>
                <a:lnTo>
                  <a:pt x="1967" y="1536"/>
                </a:lnTo>
                <a:lnTo>
                  <a:pt x="1975" y="1515"/>
                </a:lnTo>
                <a:lnTo>
                  <a:pt x="1981" y="1493"/>
                </a:lnTo>
                <a:lnTo>
                  <a:pt x="1984" y="1470"/>
                </a:lnTo>
                <a:lnTo>
                  <a:pt x="1985" y="1447"/>
                </a:lnTo>
                <a:lnTo>
                  <a:pt x="1985" y="1447"/>
                </a:lnTo>
                <a:lnTo>
                  <a:pt x="1984" y="1426"/>
                </a:lnTo>
                <a:lnTo>
                  <a:pt x="1982" y="1405"/>
                </a:lnTo>
                <a:lnTo>
                  <a:pt x="1977" y="1385"/>
                </a:lnTo>
                <a:lnTo>
                  <a:pt x="1970" y="1367"/>
                </a:lnTo>
                <a:lnTo>
                  <a:pt x="1963" y="1349"/>
                </a:lnTo>
                <a:lnTo>
                  <a:pt x="1954" y="1331"/>
                </a:lnTo>
                <a:lnTo>
                  <a:pt x="1943" y="1314"/>
                </a:lnTo>
                <a:lnTo>
                  <a:pt x="1930" y="1299"/>
                </a:lnTo>
                <a:lnTo>
                  <a:pt x="1917" y="1284"/>
                </a:lnTo>
                <a:lnTo>
                  <a:pt x="1902" y="1271"/>
                </a:lnTo>
                <a:lnTo>
                  <a:pt x="1887" y="1260"/>
                </a:lnTo>
                <a:lnTo>
                  <a:pt x="1870" y="1248"/>
                </a:lnTo>
                <a:lnTo>
                  <a:pt x="1852" y="1240"/>
                </a:lnTo>
                <a:lnTo>
                  <a:pt x="1833" y="1232"/>
                </a:lnTo>
                <a:lnTo>
                  <a:pt x="1814" y="1226"/>
                </a:lnTo>
                <a:lnTo>
                  <a:pt x="1794" y="1222"/>
                </a:lnTo>
                <a:lnTo>
                  <a:pt x="1794" y="1222"/>
                </a:lnTo>
                <a:close/>
                <a:moveTo>
                  <a:pt x="559" y="609"/>
                </a:moveTo>
                <a:lnTo>
                  <a:pt x="955" y="609"/>
                </a:lnTo>
                <a:lnTo>
                  <a:pt x="955" y="813"/>
                </a:lnTo>
                <a:lnTo>
                  <a:pt x="1030" y="813"/>
                </a:lnTo>
                <a:lnTo>
                  <a:pt x="1030" y="609"/>
                </a:lnTo>
                <a:lnTo>
                  <a:pt x="1426" y="609"/>
                </a:lnTo>
                <a:lnTo>
                  <a:pt x="1426" y="609"/>
                </a:lnTo>
                <a:lnTo>
                  <a:pt x="1433" y="608"/>
                </a:lnTo>
                <a:lnTo>
                  <a:pt x="1440" y="607"/>
                </a:lnTo>
                <a:lnTo>
                  <a:pt x="1448" y="606"/>
                </a:lnTo>
                <a:lnTo>
                  <a:pt x="1455" y="603"/>
                </a:lnTo>
                <a:lnTo>
                  <a:pt x="1461" y="600"/>
                </a:lnTo>
                <a:lnTo>
                  <a:pt x="1468" y="596"/>
                </a:lnTo>
                <a:lnTo>
                  <a:pt x="1474" y="591"/>
                </a:lnTo>
                <a:lnTo>
                  <a:pt x="1479" y="587"/>
                </a:lnTo>
                <a:lnTo>
                  <a:pt x="1484" y="581"/>
                </a:lnTo>
                <a:lnTo>
                  <a:pt x="1488" y="576"/>
                </a:lnTo>
                <a:lnTo>
                  <a:pt x="1493" y="569"/>
                </a:lnTo>
                <a:lnTo>
                  <a:pt x="1496" y="562"/>
                </a:lnTo>
                <a:lnTo>
                  <a:pt x="1498" y="556"/>
                </a:lnTo>
                <a:lnTo>
                  <a:pt x="1500" y="548"/>
                </a:lnTo>
                <a:lnTo>
                  <a:pt x="1502" y="540"/>
                </a:lnTo>
                <a:lnTo>
                  <a:pt x="1502" y="532"/>
                </a:lnTo>
                <a:lnTo>
                  <a:pt x="1502" y="76"/>
                </a:lnTo>
                <a:lnTo>
                  <a:pt x="1502" y="76"/>
                </a:lnTo>
                <a:lnTo>
                  <a:pt x="1502" y="68"/>
                </a:lnTo>
                <a:lnTo>
                  <a:pt x="1500" y="60"/>
                </a:lnTo>
                <a:lnTo>
                  <a:pt x="1498" y="53"/>
                </a:lnTo>
                <a:lnTo>
                  <a:pt x="1496" y="46"/>
                </a:lnTo>
                <a:lnTo>
                  <a:pt x="1493" y="39"/>
                </a:lnTo>
                <a:lnTo>
                  <a:pt x="1488" y="33"/>
                </a:lnTo>
                <a:lnTo>
                  <a:pt x="1484" y="28"/>
                </a:lnTo>
                <a:lnTo>
                  <a:pt x="1479" y="22"/>
                </a:lnTo>
                <a:lnTo>
                  <a:pt x="1474" y="17"/>
                </a:lnTo>
                <a:lnTo>
                  <a:pt x="1468" y="12"/>
                </a:lnTo>
                <a:lnTo>
                  <a:pt x="1461" y="9"/>
                </a:lnTo>
                <a:lnTo>
                  <a:pt x="1455" y="6"/>
                </a:lnTo>
                <a:lnTo>
                  <a:pt x="1448" y="3"/>
                </a:lnTo>
                <a:lnTo>
                  <a:pt x="1440" y="1"/>
                </a:lnTo>
                <a:lnTo>
                  <a:pt x="1433" y="0"/>
                </a:lnTo>
                <a:lnTo>
                  <a:pt x="1426" y="0"/>
                </a:lnTo>
                <a:lnTo>
                  <a:pt x="559" y="0"/>
                </a:lnTo>
                <a:lnTo>
                  <a:pt x="559" y="0"/>
                </a:lnTo>
                <a:lnTo>
                  <a:pt x="552" y="0"/>
                </a:lnTo>
                <a:lnTo>
                  <a:pt x="545" y="1"/>
                </a:lnTo>
                <a:lnTo>
                  <a:pt x="537" y="3"/>
                </a:lnTo>
                <a:lnTo>
                  <a:pt x="530" y="6"/>
                </a:lnTo>
                <a:lnTo>
                  <a:pt x="524" y="9"/>
                </a:lnTo>
                <a:lnTo>
                  <a:pt x="517" y="12"/>
                </a:lnTo>
                <a:lnTo>
                  <a:pt x="511" y="17"/>
                </a:lnTo>
                <a:lnTo>
                  <a:pt x="506" y="22"/>
                </a:lnTo>
                <a:lnTo>
                  <a:pt x="501" y="28"/>
                </a:lnTo>
                <a:lnTo>
                  <a:pt x="497" y="33"/>
                </a:lnTo>
                <a:lnTo>
                  <a:pt x="492" y="39"/>
                </a:lnTo>
                <a:lnTo>
                  <a:pt x="489" y="46"/>
                </a:lnTo>
                <a:lnTo>
                  <a:pt x="487" y="53"/>
                </a:lnTo>
                <a:lnTo>
                  <a:pt x="485" y="60"/>
                </a:lnTo>
                <a:lnTo>
                  <a:pt x="483" y="68"/>
                </a:lnTo>
                <a:lnTo>
                  <a:pt x="483" y="76"/>
                </a:lnTo>
                <a:lnTo>
                  <a:pt x="483" y="532"/>
                </a:lnTo>
                <a:lnTo>
                  <a:pt x="483" y="532"/>
                </a:lnTo>
                <a:lnTo>
                  <a:pt x="483" y="540"/>
                </a:lnTo>
                <a:lnTo>
                  <a:pt x="485" y="548"/>
                </a:lnTo>
                <a:lnTo>
                  <a:pt x="487" y="556"/>
                </a:lnTo>
                <a:lnTo>
                  <a:pt x="489" y="562"/>
                </a:lnTo>
                <a:lnTo>
                  <a:pt x="492" y="569"/>
                </a:lnTo>
                <a:lnTo>
                  <a:pt x="497" y="576"/>
                </a:lnTo>
                <a:lnTo>
                  <a:pt x="501" y="581"/>
                </a:lnTo>
                <a:lnTo>
                  <a:pt x="506" y="587"/>
                </a:lnTo>
                <a:lnTo>
                  <a:pt x="511" y="591"/>
                </a:lnTo>
                <a:lnTo>
                  <a:pt x="517" y="596"/>
                </a:lnTo>
                <a:lnTo>
                  <a:pt x="524" y="600"/>
                </a:lnTo>
                <a:lnTo>
                  <a:pt x="530" y="603"/>
                </a:lnTo>
                <a:lnTo>
                  <a:pt x="537" y="606"/>
                </a:lnTo>
                <a:lnTo>
                  <a:pt x="545" y="607"/>
                </a:lnTo>
                <a:lnTo>
                  <a:pt x="552" y="608"/>
                </a:lnTo>
                <a:lnTo>
                  <a:pt x="559" y="609"/>
                </a:lnTo>
                <a:lnTo>
                  <a:pt x="559" y="60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017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6" name="텍스트 개체 틀 6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67" name="텍스트 개체 틀 6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Rounded Rectangle 2"/>
          <p:cNvSpPr/>
          <p:nvPr/>
        </p:nvSpPr>
        <p:spPr bwMode="auto">
          <a:xfrm>
            <a:off x="567268" y="5126388"/>
            <a:ext cx="8845550" cy="30162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381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Rounded Rectangle 60"/>
          <p:cNvSpPr/>
          <p:nvPr/>
        </p:nvSpPr>
        <p:spPr bwMode="auto">
          <a:xfrm>
            <a:off x="541867" y="5126388"/>
            <a:ext cx="3165475" cy="3016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38100" cap="flat" cmpd="sng" algn="ctr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016620" y="2791982"/>
            <a:ext cx="1572487" cy="843308"/>
            <a:chOff x="1008153" y="2791982"/>
            <a:chExt cx="1572487" cy="843308"/>
          </a:xfrm>
        </p:grpSpPr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1008153" y="3099759"/>
              <a:ext cx="1572487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</p:txBody>
        </p:sp>
        <p:sp>
          <p:nvSpPr>
            <p:cNvPr id="61" name="TextBox 46"/>
            <p:cNvSpPr txBox="1">
              <a:spLocks noChangeArrowheads="1"/>
            </p:cNvSpPr>
            <p:nvPr/>
          </p:nvSpPr>
          <p:spPr bwMode="auto">
            <a:xfrm>
              <a:off x="1008153" y="2791982"/>
              <a:ext cx="584775" cy="33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2018</a:t>
              </a:r>
              <a:endParaRPr kumimoji="0" lang="en-US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12" name="Straight Connector 64"/>
          <p:cNvCxnSpPr/>
          <p:nvPr/>
        </p:nvCxnSpPr>
        <p:spPr bwMode="auto">
          <a:xfrm>
            <a:off x="825097" y="2867292"/>
            <a:ext cx="0" cy="2251863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accent1"/>
            </a:solidFill>
            <a:prstDash val="dash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Oval 65"/>
          <p:cNvSpPr>
            <a:spLocks noChangeArrowheads="1"/>
          </p:cNvSpPr>
          <p:nvPr/>
        </p:nvSpPr>
        <p:spPr bwMode="auto">
          <a:xfrm>
            <a:off x="768679" y="5132413"/>
            <a:ext cx="110130" cy="29560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" name="AutoShape 35"/>
          <p:cNvSpPr>
            <a:spLocks/>
          </p:cNvSpPr>
          <p:nvPr/>
        </p:nvSpPr>
        <p:spPr bwMode="auto">
          <a:xfrm rot="5400000">
            <a:off x="465527" y="2183915"/>
            <a:ext cx="719140" cy="647613"/>
          </a:xfrm>
          <a:custGeom>
            <a:avLst/>
            <a:gdLst>
              <a:gd name="T0" fmla="*/ 57372238 w 21593"/>
              <a:gd name="T1" fmla="*/ 46537153 h 21584"/>
              <a:gd name="T2" fmla="*/ 57372238 w 21593"/>
              <a:gd name="T3" fmla="*/ 46537153 h 21584"/>
              <a:gd name="T4" fmla="*/ 57372238 w 21593"/>
              <a:gd name="T5" fmla="*/ 46537153 h 21584"/>
              <a:gd name="T6" fmla="*/ 57372238 w 21593"/>
              <a:gd name="T7" fmla="*/ 46537153 h 2158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>
            <a:noFill/>
          </a:ln>
          <a:extLst/>
        </p:spPr>
        <p:txBody>
          <a:bodyPr lIns="38100" tIns="38100" rIns="38100" bIns="381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50" b="0" i="0" u="none" strike="noStrike" kern="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6" name="Oval 69"/>
          <p:cNvSpPr>
            <a:spLocks noChangeArrowheads="1"/>
          </p:cNvSpPr>
          <p:nvPr/>
        </p:nvSpPr>
        <p:spPr bwMode="auto">
          <a:xfrm>
            <a:off x="2971361" y="5136545"/>
            <a:ext cx="109228" cy="29560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7" name="AutoShape 35"/>
          <p:cNvSpPr>
            <a:spLocks/>
          </p:cNvSpPr>
          <p:nvPr/>
        </p:nvSpPr>
        <p:spPr bwMode="auto">
          <a:xfrm rot="5400000">
            <a:off x="2656450" y="2184151"/>
            <a:ext cx="720000" cy="648000"/>
          </a:xfrm>
          <a:custGeom>
            <a:avLst/>
            <a:gdLst>
              <a:gd name="T0" fmla="+- 0 10802 6"/>
              <a:gd name="T1" fmla="*/ T0 w 21593"/>
              <a:gd name="T2" fmla="+- 0 10804 12"/>
              <a:gd name="T3" fmla="*/ 10804 h 21584"/>
              <a:gd name="T4" fmla="+- 0 10802 6"/>
              <a:gd name="T5" fmla="*/ T4 w 21593"/>
              <a:gd name="T6" fmla="+- 0 10804 12"/>
              <a:gd name="T7" fmla="*/ 10804 h 21584"/>
              <a:gd name="T8" fmla="+- 0 10802 6"/>
              <a:gd name="T9" fmla="*/ T8 w 21593"/>
              <a:gd name="T10" fmla="+- 0 10804 12"/>
              <a:gd name="T11" fmla="*/ 10804 h 21584"/>
              <a:gd name="T12" fmla="+- 0 10802 6"/>
              <a:gd name="T13" fmla="*/ T12 w 21593"/>
              <a:gd name="T14" fmla="+- 0 10804 12"/>
              <a:gd name="T15" fmla="*/ 10804 h 21584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>
            <a:noFill/>
          </a:ln>
          <a:effectLst/>
        </p:spPr>
        <p:txBody>
          <a:bodyPr lIns="38100" tIns="38100" rIns="38100" bIns="381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Helvetica Light" charset="0"/>
              <a:sym typeface="Helvetica Light" charset="0"/>
            </a:endParaRPr>
          </a:p>
        </p:txBody>
      </p:sp>
      <p:sp>
        <p:nvSpPr>
          <p:cNvPr id="19" name="AutoShape 35"/>
          <p:cNvSpPr>
            <a:spLocks/>
          </p:cNvSpPr>
          <p:nvPr/>
        </p:nvSpPr>
        <p:spPr bwMode="auto">
          <a:xfrm rot="5400000">
            <a:off x="4847996" y="2184151"/>
            <a:ext cx="720000" cy="648000"/>
          </a:xfrm>
          <a:custGeom>
            <a:avLst/>
            <a:gdLst>
              <a:gd name="T0" fmla="+- 0 10802 6"/>
              <a:gd name="T1" fmla="*/ T0 w 21593"/>
              <a:gd name="T2" fmla="+- 0 10804 12"/>
              <a:gd name="T3" fmla="*/ 10804 h 21584"/>
              <a:gd name="T4" fmla="+- 0 10802 6"/>
              <a:gd name="T5" fmla="*/ T4 w 21593"/>
              <a:gd name="T6" fmla="+- 0 10804 12"/>
              <a:gd name="T7" fmla="*/ 10804 h 21584"/>
              <a:gd name="T8" fmla="+- 0 10802 6"/>
              <a:gd name="T9" fmla="*/ T8 w 21593"/>
              <a:gd name="T10" fmla="+- 0 10804 12"/>
              <a:gd name="T11" fmla="*/ 10804 h 21584"/>
              <a:gd name="T12" fmla="+- 0 10802 6"/>
              <a:gd name="T13" fmla="*/ T12 w 21593"/>
              <a:gd name="T14" fmla="+- 0 10804 12"/>
              <a:gd name="T15" fmla="*/ 10804 h 21584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>
            <a:noFill/>
          </a:ln>
          <a:effectLst/>
        </p:spPr>
        <p:txBody>
          <a:bodyPr lIns="38100" tIns="38100" rIns="38100" bIns="381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Helvetica Light" charset="0"/>
              <a:sym typeface="Helvetica Light" charset="0"/>
            </a:endParaRPr>
          </a:p>
        </p:txBody>
      </p:sp>
      <p:sp>
        <p:nvSpPr>
          <p:cNvPr id="21" name="AutoShape 35"/>
          <p:cNvSpPr>
            <a:spLocks/>
          </p:cNvSpPr>
          <p:nvPr/>
        </p:nvSpPr>
        <p:spPr bwMode="auto">
          <a:xfrm rot="5400000">
            <a:off x="7039545" y="2184151"/>
            <a:ext cx="720000" cy="648000"/>
          </a:xfrm>
          <a:custGeom>
            <a:avLst/>
            <a:gdLst>
              <a:gd name="T0" fmla="+- 0 10802 6"/>
              <a:gd name="T1" fmla="*/ T0 w 21593"/>
              <a:gd name="T2" fmla="+- 0 10804 12"/>
              <a:gd name="T3" fmla="*/ 10804 h 21584"/>
              <a:gd name="T4" fmla="+- 0 10802 6"/>
              <a:gd name="T5" fmla="*/ T4 w 21593"/>
              <a:gd name="T6" fmla="+- 0 10804 12"/>
              <a:gd name="T7" fmla="*/ 10804 h 21584"/>
              <a:gd name="T8" fmla="+- 0 10802 6"/>
              <a:gd name="T9" fmla="*/ T8 w 21593"/>
              <a:gd name="T10" fmla="+- 0 10804 12"/>
              <a:gd name="T11" fmla="*/ 10804 h 21584"/>
              <a:gd name="T12" fmla="+- 0 10802 6"/>
              <a:gd name="T13" fmla="*/ T12 w 21593"/>
              <a:gd name="T14" fmla="+- 0 10804 12"/>
              <a:gd name="T15" fmla="*/ 10804 h 21584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1593" h="21584">
                <a:moveTo>
                  <a:pt x="6657" y="1"/>
                </a:moveTo>
                <a:cubicBezTo>
                  <a:pt x="6252" y="-4"/>
                  <a:pt x="5853" y="101"/>
                  <a:pt x="5494" y="306"/>
                </a:cubicBezTo>
                <a:cubicBezTo>
                  <a:pt x="5116" y="522"/>
                  <a:pt x="4795" y="842"/>
                  <a:pt x="4560" y="1236"/>
                </a:cubicBezTo>
                <a:lnTo>
                  <a:pt x="259" y="9428"/>
                </a:lnTo>
                <a:cubicBezTo>
                  <a:pt x="95" y="9832"/>
                  <a:pt x="7" y="10270"/>
                  <a:pt x="1" y="10714"/>
                </a:cubicBezTo>
                <a:cubicBezTo>
                  <a:pt x="-6" y="11191"/>
                  <a:pt x="82" y="11664"/>
                  <a:pt x="259" y="12100"/>
                </a:cubicBezTo>
                <a:lnTo>
                  <a:pt x="4418" y="20185"/>
                </a:lnTo>
                <a:cubicBezTo>
                  <a:pt x="4637" y="20610"/>
                  <a:pt x="4953" y="20962"/>
                  <a:pt x="5334" y="21208"/>
                </a:cubicBezTo>
                <a:cubicBezTo>
                  <a:pt x="5698" y="21443"/>
                  <a:pt x="6110" y="21572"/>
                  <a:pt x="6531" y="21584"/>
                </a:cubicBezTo>
                <a:lnTo>
                  <a:pt x="14739" y="21584"/>
                </a:lnTo>
                <a:cubicBezTo>
                  <a:pt x="15238" y="21588"/>
                  <a:pt x="15730" y="21447"/>
                  <a:pt x="16164" y="21172"/>
                </a:cubicBezTo>
                <a:cubicBezTo>
                  <a:pt x="16546" y="20929"/>
                  <a:pt x="16872" y="20591"/>
                  <a:pt x="17115" y="20183"/>
                </a:cubicBezTo>
                <a:lnTo>
                  <a:pt x="21227" y="12302"/>
                </a:lnTo>
                <a:cubicBezTo>
                  <a:pt x="21468" y="11849"/>
                  <a:pt x="21594" y="11332"/>
                  <a:pt x="21593" y="10807"/>
                </a:cubicBezTo>
                <a:cubicBezTo>
                  <a:pt x="21592" y="10284"/>
                  <a:pt x="21466" y="9771"/>
                  <a:pt x="21227" y="9321"/>
                </a:cubicBezTo>
                <a:lnTo>
                  <a:pt x="17012" y="1258"/>
                </a:lnTo>
                <a:cubicBezTo>
                  <a:pt x="16793" y="865"/>
                  <a:pt x="16485" y="543"/>
                  <a:pt x="16120" y="322"/>
                </a:cubicBezTo>
                <a:cubicBezTo>
                  <a:pt x="15750" y="99"/>
                  <a:pt x="15333" y="-12"/>
                  <a:pt x="14912" y="1"/>
                </a:cubicBezTo>
                <a:lnTo>
                  <a:pt x="6657" y="1"/>
                </a:lnTo>
                <a:close/>
              </a:path>
            </a:pathLst>
          </a:custGeom>
          <a:solidFill>
            <a:srgbClr val="8DA5BD"/>
          </a:solidFill>
          <a:ln>
            <a:noFill/>
          </a:ln>
          <a:effectLst/>
        </p:spPr>
        <p:txBody>
          <a:bodyPr lIns="38100" tIns="38100" rIns="38100" bIns="381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Helvetica Light" charset="0"/>
              <a:sym typeface="Helvetica Light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541867" y="5428016"/>
            <a:ext cx="1532906" cy="782112"/>
            <a:chOff x="533400" y="5428016"/>
            <a:chExt cx="1532906" cy="782112"/>
          </a:xfrm>
        </p:grpSpPr>
        <p:cxnSp>
          <p:nvCxnSpPr>
            <p:cNvPr id="56" name="Straight Connector 68"/>
            <p:cNvCxnSpPr/>
            <p:nvPr/>
          </p:nvCxnSpPr>
          <p:spPr bwMode="auto">
            <a:xfrm>
              <a:off x="816630" y="5428016"/>
              <a:ext cx="0" cy="503709"/>
            </a:xfrm>
            <a:prstGeom prst="line">
              <a:avLst/>
            </a:prstGeom>
            <a:solidFill>
              <a:srgbClr val="E6E6E6"/>
            </a:solidFill>
            <a:ln w="12700" cap="flat" cmpd="sng" algn="ctr">
              <a:solidFill>
                <a:schemeClr val="accent1"/>
              </a:solidFill>
              <a:prstDash val="dash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57" name="Rounded Rectangle 2"/>
            <p:cNvSpPr/>
            <p:nvPr/>
          </p:nvSpPr>
          <p:spPr bwMode="auto">
            <a:xfrm>
              <a:off x="533400" y="5883881"/>
              <a:ext cx="1532906" cy="30162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8" name="Oval 65"/>
            <p:cNvSpPr>
              <a:spLocks noChangeArrowheads="1"/>
            </p:cNvSpPr>
            <p:nvPr/>
          </p:nvSpPr>
          <p:spPr bwMode="auto">
            <a:xfrm>
              <a:off x="760212" y="5889906"/>
              <a:ext cx="110130" cy="2956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9" name="TextBox 46"/>
            <p:cNvSpPr txBox="1">
              <a:spLocks noChangeArrowheads="1"/>
            </p:cNvSpPr>
            <p:nvPr/>
          </p:nvSpPr>
          <p:spPr bwMode="auto">
            <a:xfrm>
              <a:off x="868190" y="5859263"/>
              <a:ext cx="1034899" cy="350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텍스트 입력</a:t>
              </a:r>
              <a:endParaRPr kumimoji="0" lang="en-US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Helvetica Neue" charset="0"/>
              </a:endParaRP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3215152" y="2791982"/>
            <a:ext cx="1572487" cy="843308"/>
            <a:chOff x="3206685" y="2791982"/>
            <a:chExt cx="1572487" cy="843308"/>
          </a:xfrm>
        </p:grpSpPr>
        <p:sp>
          <p:nvSpPr>
            <p:cNvPr id="54" name="Rectangle 61"/>
            <p:cNvSpPr>
              <a:spLocks noChangeArrowheads="1"/>
            </p:cNvSpPr>
            <p:nvPr/>
          </p:nvSpPr>
          <p:spPr bwMode="auto">
            <a:xfrm>
              <a:off x="3206685" y="3099759"/>
              <a:ext cx="1572487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</p:txBody>
        </p:sp>
        <p:sp>
          <p:nvSpPr>
            <p:cNvPr id="55" name="TextBox 46"/>
            <p:cNvSpPr txBox="1">
              <a:spLocks noChangeArrowheads="1"/>
            </p:cNvSpPr>
            <p:nvPr/>
          </p:nvSpPr>
          <p:spPr bwMode="auto">
            <a:xfrm>
              <a:off x="3206685" y="2791982"/>
              <a:ext cx="584775" cy="33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2019</a:t>
              </a:r>
              <a:endParaRPr kumimoji="0" lang="en-US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28" name="Straight Connector 64"/>
          <p:cNvCxnSpPr/>
          <p:nvPr/>
        </p:nvCxnSpPr>
        <p:spPr bwMode="auto">
          <a:xfrm>
            <a:off x="3013275" y="2867292"/>
            <a:ext cx="0" cy="2251863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accent1"/>
            </a:solidFill>
            <a:prstDash val="dash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29" name="그룹 28"/>
          <p:cNvGrpSpPr/>
          <p:nvPr/>
        </p:nvGrpSpPr>
        <p:grpSpPr>
          <a:xfrm>
            <a:off x="5397403" y="2791982"/>
            <a:ext cx="1572487" cy="843308"/>
            <a:chOff x="5388936" y="2791982"/>
            <a:chExt cx="1572487" cy="843308"/>
          </a:xfrm>
        </p:grpSpPr>
        <p:sp>
          <p:nvSpPr>
            <p:cNvPr id="52" name="Rectangle 61"/>
            <p:cNvSpPr>
              <a:spLocks noChangeArrowheads="1"/>
            </p:cNvSpPr>
            <p:nvPr/>
          </p:nvSpPr>
          <p:spPr bwMode="auto">
            <a:xfrm>
              <a:off x="5388936" y="3099759"/>
              <a:ext cx="1572487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</p:txBody>
        </p:sp>
        <p:sp>
          <p:nvSpPr>
            <p:cNvPr id="53" name="TextBox 46"/>
            <p:cNvSpPr txBox="1">
              <a:spLocks noChangeArrowheads="1"/>
            </p:cNvSpPr>
            <p:nvPr/>
          </p:nvSpPr>
          <p:spPr bwMode="auto">
            <a:xfrm>
              <a:off x="5388936" y="2791982"/>
              <a:ext cx="584775" cy="33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2020</a:t>
              </a:r>
              <a:endParaRPr kumimoji="0" lang="en-US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0" name="Straight Connector 64"/>
          <p:cNvCxnSpPr/>
          <p:nvPr/>
        </p:nvCxnSpPr>
        <p:spPr bwMode="auto">
          <a:xfrm>
            <a:off x="5205880" y="2867292"/>
            <a:ext cx="0" cy="2251863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accent1"/>
            </a:solidFill>
            <a:prstDash val="dash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grpSp>
        <p:nvGrpSpPr>
          <p:cNvPr id="31" name="그룹 30"/>
          <p:cNvGrpSpPr/>
          <p:nvPr/>
        </p:nvGrpSpPr>
        <p:grpSpPr>
          <a:xfrm>
            <a:off x="7593013" y="2791982"/>
            <a:ext cx="1572487" cy="843308"/>
            <a:chOff x="7584546" y="2791982"/>
            <a:chExt cx="1572487" cy="843308"/>
          </a:xfrm>
        </p:grpSpPr>
        <p:sp>
          <p:nvSpPr>
            <p:cNvPr id="50" name="Rectangle 61"/>
            <p:cNvSpPr>
              <a:spLocks noChangeArrowheads="1"/>
            </p:cNvSpPr>
            <p:nvPr/>
          </p:nvSpPr>
          <p:spPr bwMode="auto">
            <a:xfrm>
              <a:off x="7584546" y="3099759"/>
              <a:ext cx="1572487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indent="-9144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  <a:p>
              <a:pPr marL="93663" marR="0" lvl="0" indent="-93663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76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  <a:sym typeface="Helvetica Neue" charset="0"/>
                </a:rPr>
                <a:t>텍스트를 입력하세요</a:t>
              </a:r>
              <a:endPara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endParaRPr>
            </a:p>
          </p:txBody>
        </p:sp>
        <p:sp>
          <p:nvSpPr>
            <p:cNvPr id="51" name="TextBox 46"/>
            <p:cNvSpPr txBox="1">
              <a:spLocks noChangeArrowheads="1"/>
            </p:cNvSpPr>
            <p:nvPr/>
          </p:nvSpPr>
          <p:spPr bwMode="auto">
            <a:xfrm>
              <a:off x="7584546" y="2791982"/>
              <a:ext cx="584775" cy="33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2021</a:t>
              </a:r>
              <a:endParaRPr kumimoji="0" lang="en-US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Arial" panose="020B0604020202020204" pitchFamily="34" charset="0"/>
              </a:endParaRPr>
            </a:p>
          </p:txBody>
        </p:sp>
      </p:grpSp>
      <p:cxnSp>
        <p:nvCxnSpPr>
          <p:cNvPr id="32" name="Straight Connector 64"/>
          <p:cNvCxnSpPr/>
          <p:nvPr/>
        </p:nvCxnSpPr>
        <p:spPr bwMode="auto">
          <a:xfrm>
            <a:off x="7401490" y="2867292"/>
            <a:ext cx="0" cy="2251863"/>
          </a:xfrm>
          <a:prstGeom prst="line">
            <a:avLst/>
          </a:prstGeom>
          <a:solidFill>
            <a:srgbClr val="E6E6E6"/>
          </a:solidFill>
          <a:ln w="12700" cap="flat" cmpd="sng" algn="ctr">
            <a:solidFill>
              <a:schemeClr val="accent1"/>
            </a:solidFill>
            <a:prstDash val="dash"/>
            <a:miter lim="4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3" name="Oval 69"/>
          <p:cNvSpPr>
            <a:spLocks noChangeArrowheads="1"/>
          </p:cNvSpPr>
          <p:nvPr/>
        </p:nvSpPr>
        <p:spPr bwMode="auto">
          <a:xfrm>
            <a:off x="5151266" y="5136545"/>
            <a:ext cx="109228" cy="29560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4" name="Oval 69"/>
          <p:cNvSpPr>
            <a:spLocks noChangeArrowheads="1"/>
          </p:cNvSpPr>
          <p:nvPr/>
        </p:nvSpPr>
        <p:spPr bwMode="auto">
          <a:xfrm>
            <a:off x="7351713" y="5136545"/>
            <a:ext cx="109228" cy="295603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2739917" y="5428016"/>
            <a:ext cx="1532906" cy="757493"/>
            <a:chOff x="2731450" y="5428016"/>
            <a:chExt cx="1532906" cy="757493"/>
          </a:xfrm>
        </p:grpSpPr>
        <p:cxnSp>
          <p:nvCxnSpPr>
            <p:cNvPr id="47" name="Straight Connector 68"/>
            <p:cNvCxnSpPr/>
            <p:nvPr/>
          </p:nvCxnSpPr>
          <p:spPr bwMode="auto">
            <a:xfrm>
              <a:off x="3001980" y="5428016"/>
              <a:ext cx="0" cy="503709"/>
            </a:xfrm>
            <a:prstGeom prst="line">
              <a:avLst/>
            </a:prstGeom>
            <a:solidFill>
              <a:srgbClr val="E6E6E6"/>
            </a:solidFill>
            <a:ln w="12700" cap="flat" cmpd="sng" algn="ctr">
              <a:solidFill>
                <a:srgbClr val="B6B6B6"/>
              </a:solidFill>
              <a:prstDash val="dash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8" name="Rounded Rectangle 2"/>
            <p:cNvSpPr/>
            <p:nvPr/>
          </p:nvSpPr>
          <p:spPr bwMode="auto">
            <a:xfrm>
              <a:off x="2731450" y="5883881"/>
              <a:ext cx="1532906" cy="30162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9" name="Oval 65"/>
            <p:cNvSpPr>
              <a:spLocks noChangeArrowheads="1"/>
            </p:cNvSpPr>
            <p:nvPr/>
          </p:nvSpPr>
          <p:spPr bwMode="auto">
            <a:xfrm>
              <a:off x="2958262" y="5889906"/>
              <a:ext cx="110130" cy="2956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36" name="TextBox 46"/>
          <p:cNvSpPr txBox="1">
            <a:spLocks noChangeArrowheads="1"/>
          </p:cNvSpPr>
          <p:nvPr/>
        </p:nvSpPr>
        <p:spPr bwMode="auto">
          <a:xfrm>
            <a:off x="3074707" y="5859263"/>
            <a:ext cx="1034899" cy="332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Helvetica Neue" charset="0"/>
              </a:rPr>
              <a:t>텍스트 입력</a:t>
            </a:r>
            <a:endParaRPr kumimoji="0" lang="en-US" altLang="en-US" sz="1400" b="0" i="0" u="none" strike="noStrike" kern="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Impact" panose="020B0806030902050204" pitchFamily="34" charset="0"/>
              <a:sym typeface="Helvetica Neue" charset="0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4925266" y="5428016"/>
            <a:ext cx="1532906" cy="764030"/>
            <a:chOff x="4916799" y="5428016"/>
            <a:chExt cx="1532906" cy="764030"/>
          </a:xfrm>
        </p:grpSpPr>
        <p:cxnSp>
          <p:nvCxnSpPr>
            <p:cNvPr id="43" name="Straight Connector 68"/>
            <p:cNvCxnSpPr/>
            <p:nvPr/>
          </p:nvCxnSpPr>
          <p:spPr bwMode="auto">
            <a:xfrm>
              <a:off x="5200029" y="5428016"/>
              <a:ext cx="0" cy="503709"/>
            </a:xfrm>
            <a:prstGeom prst="line">
              <a:avLst/>
            </a:prstGeom>
            <a:solidFill>
              <a:srgbClr val="E6E6E6"/>
            </a:solidFill>
            <a:ln w="12700" cap="flat" cmpd="sng" algn="ctr">
              <a:solidFill>
                <a:schemeClr val="accent1"/>
              </a:solidFill>
              <a:prstDash val="dash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4" name="Rounded Rectangle 2"/>
            <p:cNvSpPr/>
            <p:nvPr/>
          </p:nvSpPr>
          <p:spPr bwMode="auto">
            <a:xfrm>
              <a:off x="4916799" y="5883881"/>
              <a:ext cx="1532906" cy="30162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Oval 65"/>
            <p:cNvSpPr>
              <a:spLocks noChangeArrowheads="1"/>
            </p:cNvSpPr>
            <p:nvPr/>
          </p:nvSpPr>
          <p:spPr bwMode="auto">
            <a:xfrm>
              <a:off x="5143611" y="5889906"/>
              <a:ext cx="110130" cy="2956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TextBox 46"/>
            <p:cNvSpPr txBox="1">
              <a:spLocks noChangeArrowheads="1"/>
            </p:cNvSpPr>
            <p:nvPr/>
          </p:nvSpPr>
          <p:spPr bwMode="auto">
            <a:xfrm>
              <a:off x="5254764" y="5859263"/>
              <a:ext cx="1034899" cy="3327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marL="742950" indent="-28575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marL="11430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marL="16002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marL="2057400" indent="-228600"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25146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29718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34290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3886200" indent="-228600" defTabSz="825500" eaLnBrk="0" fontAlgn="base" hangingPunct="0">
                <a:spcBef>
                  <a:spcPct val="0"/>
                </a:spcBef>
                <a:spcAft>
                  <a:spcPct val="0"/>
                </a:spcAft>
                <a:defRPr sz="3000" b="1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0" cap="none" spc="-20" normalizeH="0" baseline="0" noProof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Impact" panose="020B0806030902050204" pitchFamily="34" charset="0"/>
                  <a:sym typeface="Helvetica Neue" charset="0"/>
                </a:rPr>
                <a:t>텍스트 입력</a:t>
              </a:r>
              <a:endParaRPr kumimoji="0" lang="en-US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Helvetica Neue" charset="0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7121731" y="5428016"/>
            <a:ext cx="1532906" cy="757493"/>
            <a:chOff x="7113264" y="5428016"/>
            <a:chExt cx="1532906" cy="757493"/>
          </a:xfrm>
        </p:grpSpPr>
        <p:cxnSp>
          <p:nvCxnSpPr>
            <p:cNvPr id="40" name="Straight Connector 68"/>
            <p:cNvCxnSpPr/>
            <p:nvPr/>
          </p:nvCxnSpPr>
          <p:spPr bwMode="auto">
            <a:xfrm>
              <a:off x="7396494" y="5428016"/>
              <a:ext cx="0" cy="503709"/>
            </a:xfrm>
            <a:prstGeom prst="line">
              <a:avLst/>
            </a:prstGeom>
            <a:solidFill>
              <a:srgbClr val="E6E6E6"/>
            </a:solidFill>
            <a:ln w="12700" cap="flat" cmpd="sng" algn="ctr">
              <a:solidFill>
                <a:schemeClr val="accent1"/>
              </a:solidFill>
              <a:prstDash val="dash"/>
              <a:miter lim="4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41" name="Rounded Rectangle 2"/>
            <p:cNvSpPr/>
            <p:nvPr/>
          </p:nvSpPr>
          <p:spPr bwMode="auto">
            <a:xfrm>
              <a:off x="7113264" y="5883881"/>
              <a:ext cx="1532906" cy="30162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10000"/>
                <a:lumOff val="90000"/>
              </a:schemeClr>
            </a:solidFill>
            <a:ln w="38100" cap="flat" cmpd="sng" algn="ctr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Oval 65"/>
            <p:cNvSpPr>
              <a:spLocks noChangeArrowheads="1"/>
            </p:cNvSpPr>
            <p:nvPr/>
          </p:nvSpPr>
          <p:spPr bwMode="auto">
            <a:xfrm>
              <a:off x="7340076" y="5889906"/>
              <a:ext cx="110130" cy="29560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39" name="TextBox 46"/>
          <p:cNvSpPr txBox="1">
            <a:spLocks noChangeArrowheads="1"/>
          </p:cNvSpPr>
          <p:nvPr/>
        </p:nvSpPr>
        <p:spPr bwMode="auto">
          <a:xfrm>
            <a:off x="7459696" y="5859263"/>
            <a:ext cx="1034899" cy="332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marL="742950" indent="-28575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marL="11430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marL="16002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marL="2057400" indent="-2286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Impact" panose="020B0806030902050204" pitchFamily="34" charset="0"/>
                <a:sym typeface="Helvetica Neue" charset="0"/>
              </a:rPr>
              <a:t>텍스트 입력</a:t>
            </a:r>
            <a:endParaRPr kumimoji="0" lang="en-US" altLang="en-US" sz="1400" b="0" i="0" u="none" strike="noStrike" kern="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Impact" panose="020B0806030902050204" pitchFamily="34" charset="0"/>
              <a:sym typeface="Helvetica Neue" charset="0"/>
            </a:endParaRPr>
          </a:p>
        </p:txBody>
      </p:sp>
      <p:sp>
        <p:nvSpPr>
          <p:cNvPr id="62" name="텍스트 개체 틀 5"/>
          <p:cNvSpPr txBox="1">
            <a:spLocks/>
          </p:cNvSpPr>
          <p:nvPr/>
        </p:nvSpPr>
        <p:spPr>
          <a:xfrm>
            <a:off x="270064" y="1535113"/>
            <a:ext cx="9360550" cy="473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Clr>
                <a:srgbClr val="003760"/>
              </a:buClr>
              <a:buFont typeface="본고딕 Normal" panose="020B0400000000000000" pitchFamily="34" charset="-127"/>
              <a:buChar char="▐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778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176213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rgbClr val="003760"/>
              </a:buClr>
              <a:buFont typeface="본고딕 Normal" panose="020B0400000000000000" pitchFamily="34" charset="-127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marR="0" lvl="0" indent="-2667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▐"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187" b="11939"/>
          <a:stretch/>
        </p:blipFill>
        <p:spPr>
          <a:xfrm>
            <a:off x="564457" y="2308399"/>
            <a:ext cx="518573" cy="398644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8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855" t="26537" r="17586" b="26566"/>
          <a:stretch/>
        </p:blipFill>
        <p:spPr>
          <a:xfrm>
            <a:off x="2750790" y="2336117"/>
            <a:ext cx="469362" cy="335748"/>
          </a:xfrm>
          <a:prstGeom prst="rect">
            <a:avLst/>
          </a:prstGeom>
          <a:solidFill>
            <a:srgbClr val="8DA5BD">
              <a:alpha val="0"/>
            </a:srgbClr>
          </a:solidFill>
        </p:spPr>
      </p:pic>
      <p:pic>
        <p:nvPicPr>
          <p:cNvPr id="65" name="그림 64"/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830" t="27420" r="17396" b="29644"/>
          <a:stretch/>
        </p:blipFill>
        <p:spPr>
          <a:xfrm>
            <a:off x="4925266" y="2323706"/>
            <a:ext cx="525851" cy="343264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426" y="2227543"/>
            <a:ext cx="486128" cy="48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9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="" xmlns:a16="http://schemas.microsoft.com/office/drawing/2014/main" id="{DB266F0C-139C-4E50-B515-69EB212579AA}"/>
              </a:ext>
            </a:extLst>
          </p:cNvPr>
          <p:cNvCxnSpPr>
            <a:cxnSpLocks/>
          </p:cNvCxnSpPr>
          <p:nvPr/>
        </p:nvCxnSpPr>
        <p:spPr>
          <a:xfrm flipH="1">
            <a:off x="498234" y="4237647"/>
            <a:ext cx="9009833" cy="0"/>
          </a:xfrm>
          <a:prstGeom prst="line">
            <a:avLst/>
          </a:prstGeom>
          <a:noFill/>
          <a:ln w="63500" cap="flat" cmpd="sng" algn="ctr">
            <a:solidFill>
              <a:schemeClr val="bg2"/>
            </a:solidFill>
            <a:prstDash val="solid"/>
            <a:miter lim="800000"/>
            <a:headEnd type="triangle"/>
            <a:tailEnd type="oval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="" xmlns:a16="http://schemas.microsoft.com/office/drawing/2014/main" id="{8D674DDF-1218-4CA6-83F9-C23D9DA05BF6}"/>
              </a:ext>
            </a:extLst>
          </p:cNvPr>
          <p:cNvCxnSpPr/>
          <p:nvPr/>
        </p:nvCxnSpPr>
        <p:spPr>
          <a:xfrm>
            <a:off x="2826002" y="4242855"/>
            <a:ext cx="0" cy="1344149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oval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="" xmlns:a16="http://schemas.microsoft.com/office/drawing/2014/main" id="{97C113A0-D8E1-4798-B208-4230A414EF5C}"/>
              </a:ext>
            </a:extLst>
          </p:cNvPr>
          <p:cNvCxnSpPr/>
          <p:nvPr/>
        </p:nvCxnSpPr>
        <p:spPr>
          <a:xfrm>
            <a:off x="6087768" y="4242855"/>
            <a:ext cx="0" cy="1344149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oval" w="med" len="med"/>
          </a:ln>
          <a:effectLst/>
        </p:spPr>
      </p:cxnSp>
      <p:cxnSp>
        <p:nvCxnSpPr>
          <p:cNvPr id="42" name="Straight Connector 50">
            <a:extLst>
              <a:ext uri="{FF2B5EF4-FFF2-40B4-BE49-F238E27FC236}">
                <a16:creationId xmlns="" xmlns:a16="http://schemas.microsoft.com/office/drawing/2014/main" id="{3FC7915D-B5E2-4A03-A87B-80D7A191B7B2}"/>
              </a:ext>
            </a:extLst>
          </p:cNvPr>
          <p:cNvCxnSpPr/>
          <p:nvPr/>
        </p:nvCxnSpPr>
        <p:spPr>
          <a:xfrm>
            <a:off x="1283895" y="2888546"/>
            <a:ext cx="0" cy="1344149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headEnd type="oval" w="med" len="med"/>
            <a:tailEnd type="none" w="med" len="med"/>
          </a:ln>
          <a:effectLst/>
        </p:spPr>
      </p:cxnSp>
      <p:cxnSp>
        <p:nvCxnSpPr>
          <p:cNvPr id="43" name="Straight Connector 51">
            <a:extLst>
              <a:ext uri="{FF2B5EF4-FFF2-40B4-BE49-F238E27FC236}">
                <a16:creationId xmlns="" xmlns:a16="http://schemas.microsoft.com/office/drawing/2014/main" id="{FDB4A01F-2A3D-475B-B64C-AB0C8BE6BFE9}"/>
              </a:ext>
            </a:extLst>
          </p:cNvPr>
          <p:cNvCxnSpPr/>
          <p:nvPr/>
        </p:nvCxnSpPr>
        <p:spPr>
          <a:xfrm>
            <a:off x="4461924" y="2888546"/>
            <a:ext cx="0" cy="1344149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headEnd type="oval" w="med" len="med"/>
            <a:tailEnd type="none" w="med" len="med"/>
          </a:ln>
          <a:effectLst/>
        </p:spPr>
      </p:cxnSp>
      <p:cxnSp>
        <p:nvCxnSpPr>
          <p:cNvPr id="44" name="Straight Connector 52">
            <a:extLst>
              <a:ext uri="{FF2B5EF4-FFF2-40B4-BE49-F238E27FC236}">
                <a16:creationId xmlns="" xmlns:a16="http://schemas.microsoft.com/office/drawing/2014/main" id="{1DEDA5DB-08CE-4629-994B-1D3D20E2329D}"/>
              </a:ext>
            </a:extLst>
          </p:cNvPr>
          <p:cNvCxnSpPr/>
          <p:nvPr/>
        </p:nvCxnSpPr>
        <p:spPr>
          <a:xfrm>
            <a:off x="7639952" y="2888546"/>
            <a:ext cx="0" cy="1344149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headEnd type="oval" w="med" len="med"/>
            <a:tailEnd type="none" w="med" len="med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FFA63CAD-F91B-439E-88E3-C62D00D53756}"/>
              </a:ext>
            </a:extLst>
          </p:cNvPr>
          <p:cNvSpPr txBox="1"/>
          <p:nvPr/>
        </p:nvSpPr>
        <p:spPr>
          <a:xfrm>
            <a:off x="851847" y="2321128"/>
            <a:ext cx="864095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2015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B91A2E27-965E-49BF-BF61-04F3EE0B7CD3}"/>
              </a:ext>
            </a:extLst>
          </p:cNvPr>
          <p:cNvSpPr txBox="1"/>
          <p:nvPr/>
        </p:nvSpPr>
        <p:spPr>
          <a:xfrm>
            <a:off x="1309062" y="2946842"/>
            <a:ext cx="1681201" cy="123726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93C63284-71DD-4CE1-9023-E862A8004254}"/>
              </a:ext>
            </a:extLst>
          </p:cNvPr>
          <p:cNvSpPr txBox="1"/>
          <p:nvPr/>
        </p:nvSpPr>
        <p:spPr>
          <a:xfrm>
            <a:off x="4431361" y="2321128"/>
            <a:ext cx="864095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2017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DC7B96F0-A583-4D83-BE26-CCCD0F4EC0DC}"/>
              </a:ext>
            </a:extLst>
          </p:cNvPr>
          <p:cNvSpPr txBox="1"/>
          <p:nvPr/>
        </p:nvSpPr>
        <p:spPr>
          <a:xfrm>
            <a:off x="7744173" y="2321128"/>
            <a:ext cx="864095" cy="400110"/>
          </a:xfrm>
          <a:prstGeom prst="rect">
            <a:avLst/>
          </a:prstGeom>
          <a:solidFill>
            <a:schemeClr val="accent5"/>
          </a:solidFill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2019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BDF13160-60D7-4484-96BD-478295A93F4D}"/>
              </a:ext>
            </a:extLst>
          </p:cNvPr>
          <p:cNvSpPr txBox="1"/>
          <p:nvPr/>
        </p:nvSpPr>
        <p:spPr>
          <a:xfrm>
            <a:off x="2393954" y="5657222"/>
            <a:ext cx="864095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2016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346D36A9-E49C-47AE-B766-4F57CB1A7F6D}"/>
              </a:ext>
            </a:extLst>
          </p:cNvPr>
          <p:cNvSpPr txBox="1"/>
          <p:nvPr/>
        </p:nvSpPr>
        <p:spPr>
          <a:xfrm>
            <a:off x="5655720" y="5657222"/>
            <a:ext cx="864095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2018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="" xmlns:a16="http://schemas.microsoft.com/office/drawing/2014/main" id="{B91A2E27-965E-49BF-BF61-04F3EE0B7CD3}"/>
              </a:ext>
            </a:extLst>
          </p:cNvPr>
          <p:cNvSpPr txBox="1"/>
          <p:nvPr/>
        </p:nvSpPr>
        <p:spPr>
          <a:xfrm>
            <a:off x="4488490" y="2946842"/>
            <a:ext cx="1681201" cy="123726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B91A2E27-965E-49BF-BF61-04F3EE0B7CD3}"/>
              </a:ext>
            </a:extLst>
          </p:cNvPr>
          <p:cNvSpPr txBox="1"/>
          <p:nvPr/>
        </p:nvSpPr>
        <p:spPr>
          <a:xfrm>
            <a:off x="7665119" y="2946842"/>
            <a:ext cx="1681201" cy="123726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B91A2E27-965E-49BF-BF61-04F3EE0B7CD3}"/>
              </a:ext>
            </a:extLst>
          </p:cNvPr>
          <p:cNvSpPr txBox="1"/>
          <p:nvPr/>
        </p:nvSpPr>
        <p:spPr>
          <a:xfrm>
            <a:off x="6116716" y="4323851"/>
            <a:ext cx="1681201" cy="123726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B91A2E27-965E-49BF-BF61-04F3EE0B7CD3}"/>
              </a:ext>
            </a:extLst>
          </p:cNvPr>
          <p:cNvSpPr txBox="1"/>
          <p:nvPr/>
        </p:nvSpPr>
        <p:spPr>
          <a:xfrm>
            <a:off x="2854950" y="4323851"/>
            <a:ext cx="1681201" cy="1237262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2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7C7F7434-5DFB-463D-AD57-53EE48E4EF6A}"/>
              </a:ext>
            </a:extLst>
          </p:cNvPr>
          <p:cNvSpPr/>
          <p:nvPr/>
        </p:nvSpPr>
        <p:spPr>
          <a:xfrm>
            <a:off x="1131203" y="4770606"/>
            <a:ext cx="1875763" cy="13680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DC5C83F-C5EF-4A00-AFC8-6B35411D0770}"/>
              </a:ext>
            </a:extLst>
          </p:cNvPr>
          <p:cNvSpPr txBox="1"/>
          <p:nvPr/>
        </p:nvSpPr>
        <p:spPr>
          <a:xfrm>
            <a:off x="1103303" y="4972700"/>
            <a:ext cx="1208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918DEEB-5169-4178-839A-022B803D4014}"/>
              </a:ext>
            </a:extLst>
          </p:cNvPr>
          <p:cNvSpPr txBox="1"/>
          <p:nvPr/>
        </p:nvSpPr>
        <p:spPr>
          <a:xfrm>
            <a:off x="1103302" y="5283377"/>
            <a:ext cx="1586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120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2" name="Oval 7">
            <a:extLst>
              <a:ext uri="{FF2B5EF4-FFF2-40B4-BE49-F238E27FC236}">
                <a16:creationId xmlns="" xmlns:a16="http://schemas.microsoft.com/office/drawing/2014/main" id="{541204B6-4A41-4FFA-A5C6-85847E890B5D}"/>
              </a:ext>
            </a:extLst>
          </p:cNvPr>
          <p:cNvSpPr/>
          <p:nvPr/>
        </p:nvSpPr>
        <p:spPr>
          <a:xfrm>
            <a:off x="1172740" y="4204086"/>
            <a:ext cx="471837" cy="471837"/>
          </a:xfrm>
          <a:prstGeom prst="ellipse">
            <a:avLst/>
          </a:prstGeom>
          <a:solidFill>
            <a:schemeClr val="accent2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="" xmlns:a16="http://schemas.microsoft.com/office/drawing/2014/main" id="{E70BC2F2-C137-45FF-A211-AAD516170D0F}"/>
              </a:ext>
            </a:extLst>
          </p:cNvPr>
          <p:cNvSpPr/>
          <p:nvPr/>
        </p:nvSpPr>
        <p:spPr>
          <a:xfrm>
            <a:off x="3096219" y="4188638"/>
            <a:ext cx="1875763" cy="1368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9EEFB68-FC44-4940-B95B-75F0960271B1}"/>
              </a:ext>
            </a:extLst>
          </p:cNvPr>
          <p:cNvSpPr txBox="1"/>
          <p:nvPr/>
        </p:nvSpPr>
        <p:spPr>
          <a:xfrm>
            <a:off x="3111261" y="4393394"/>
            <a:ext cx="117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</a:p>
        </p:txBody>
      </p:sp>
      <p:sp>
        <p:nvSpPr>
          <p:cNvPr id="18" name="Oval 13">
            <a:extLst>
              <a:ext uri="{FF2B5EF4-FFF2-40B4-BE49-F238E27FC236}">
                <a16:creationId xmlns="" xmlns:a16="http://schemas.microsoft.com/office/drawing/2014/main" id="{0CA27234-E5CC-48CF-A78F-C2EDFA157FEF}"/>
              </a:ext>
            </a:extLst>
          </p:cNvPr>
          <p:cNvSpPr/>
          <p:nvPr/>
        </p:nvSpPr>
        <p:spPr>
          <a:xfrm>
            <a:off x="3180709" y="3635642"/>
            <a:ext cx="471837" cy="471837"/>
          </a:xfrm>
          <a:prstGeom prst="ellipse">
            <a:avLst/>
          </a:prstGeom>
          <a:solidFill>
            <a:schemeClr val="bg2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="" xmlns:a16="http://schemas.microsoft.com/office/drawing/2014/main" id="{DC9E07B0-45A0-4886-BE30-B59DAE3D59BC}"/>
              </a:ext>
            </a:extLst>
          </p:cNvPr>
          <p:cNvSpPr/>
          <p:nvPr/>
        </p:nvSpPr>
        <p:spPr>
          <a:xfrm>
            <a:off x="5016316" y="3578747"/>
            <a:ext cx="1875763" cy="136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CA1E18A8-36D1-4138-8446-FB89DC311B35}"/>
              </a:ext>
            </a:extLst>
          </p:cNvPr>
          <p:cNvSpPr txBox="1"/>
          <p:nvPr/>
        </p:nvSpPr>
        <p:spPr>
          <a:xfrm>
            <a:off x="5041632" y="3786166"/>
            <a:ext cx="11088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</a:p>
        </p:txBody>
      </p:sp>
      <p:sp>
        <p:nvSpPr>
          <p:cNvPr id="24" name="Oval 19">
            <a:extLst>
              <a:ext uri="{FF2B5EF4-FFF2-40B4-BE49-F238E27FC236}">
                <a16:creationId xmlns="" xmlns:a16="http://schemas.microsoft.com/office/drawing/2014/main" id="{3A13DD56-2717-4EE9-A6E4-06A8173E99B8}"/>
              </a:ext>
            </a:extLst>
          </p:cNvPr>
          <p:cNvSpPr/>
          <p:nvPr/>
        </p:nvSpPr>
        <p:spPr>
          <a:xfrm flipV="1">
            <a:off x="5090886" y="3011545"/>
            <a:ext cx="471837" cy="47183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5" name="Rectangle 20">
            <a:extLst>
              <a:ext uri="{FF2B5EF4-FFF2-40B4-BE49-F238E27FC236}">
                <a16:creationId xmlns="" xmlns:a16="http://schemas.microsoft.com/office/drawing/2014/main" id="{4E1B8143-8709-4005-8E9F-64DF334314CF}"/>
              </a:ext>
            </a:extLst>
          </p:cNvPr>
          <p:cNvSpPr/>
          <p:nvPr/>
        </p:nvSpPr>
        <p:spPr>
          <a:xfrm>
            <a:off x="6938530" y="2963669"/>
            <a:ext cx="1875763" cy="1368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D0F46FCD-3140-469E-BD7D-E28BFE12BDFE}"/>
              </a:ext>
            </a:extLst>
          </p:cNvPr>
          <p:cNvSpPr txBox="1"/>
          <p:nvPr/>
        </p:nvSpPr>
        <p:spPr>
          <a:xfrm>
            <a:off x="6907301" y="3158964"/>
            <a:ext cx="120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30" name="Oval 25">
            <a:extLst>
              <a:ext uri="{FF2B5EF4-FFF2-40B4-BE49-F238E27FC236}">
                <a16:creationId xmlns="" xmlns:a16="http://schemas.microsoft.com/office/drawing/2014/main" id="{82CA885B-5508-4831-B933-D4F5A5EC01F8}"/>
              </a:ext>
            </a:extLst>
          </p:cNvPr>
          <p:cNvSpPr/>
          <p:nvPr/>
        </p:nvSpPr>
        <p:spPr>
          <a:xfrm>
            <a:off x="7005409" y="2438401"/>
            <a:ext cx="471837" cy="435131"/>
          </a:xfrm>
          <a:prstGeom prst="ellipse">
            <a:avLst/>
          </a:prstGeom>
          <a:solidFill>
            <a:schemeClr val="accent3"/>
          </a:solidFill>
          <a:ln w="635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7918DEEB-5169-4178-839A-022B803D4014}"/>
              </a:ext>
            </a:extLst>
          </p:cNvPr>
          <p:cNvSpPr txBox="1"/>
          <p:nvPr/>
        </p:nvSpPr>
        <p:spPr>
          <a:xfrm>
            <a:off x="3099153" y="4699434"/>
            <a:ext cx="1586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120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7918DEEB-5169-4178-839A-022B803D4014}"/>
              </a:ext>
            </a:extLst>
          </p:cNvPr>
          <p:cNvSpPr txBox="1"/>
          <p:nvPr/>
        </p:nvSpPr>
        <p:spPr>
          <a:xfrm>
            <a:off x="5046773" y="4107479"/>
            <a:ext cx="1586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120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7918DEEB-5169-4178-839A-022B803D4014}"/>
              </a:ext>
            </a:extLst>
          </p:cNvPr>
          <p:cNvSpPr txBox="1"/>
          <p:nvPr/>
        </p:nvSpPr>
        <p:spPr>
          <a:xfrm>
            <a:off x="6938530" y="3483382"/>
            <a:ext cx="1586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120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입력하세요 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입력하세요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187" b="11939"/>
          <a:stretch/>
        </p:blipFill>
        <p:spPr>
          <a:xfrm>
            <a:off x="1238346" y="4310396"/>
            <a:ext cx="429762" cy="330372"/>
          </a:xfrm>
          <a:prstGeom prst="rect">
            <a:avLst/>
          </a:prstGeom>
        </p:spPr>
      </p:pic>
      <p:grpSp>
        <p:nvGrpSpPr>
          <p:cNvPr id="39" name="그룹 38"/>
          <p:cNvGrpSpPr/>
          <p:nvPr/>
        </p:nvGrpSpPr>
        <p:grpSpPr>
          <a:xfrm>
            <a:off x="3241258" y="3738427"/>
            <a:ext cx="464837" cy="297191"/>
            <a:chOff x="5122764" y="3348495"/>
            <a:chExt cx="464837" cy="297191"/>
          </a:xfrm>
        </p:grpSpPr>
        <p:sp>
          <p:nvSpPr>
            <p:cNvPr id="40" name="AutoShape 68"/>
            <p:cNvSpPr>
              <a:spLocks noChangeAspect="1" noChangeArrowheads="1" noTextEdit="1"/>
            </p:cNvSpPr>
            <p:nvPr/>
          </p:nvSpPr>
          <p:spPr bwMode="auto">
            <a:xfrm>
              <a:off x="5122764" y="3348495"/>
              <a:ext cx="464837" cy="2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1" name="Freeform 70"/>
            <p:cNvSpPr>
              <a:spLocks noEditPoints="1"/>
            </p:cNvSpPr>
            <p:nvPr/>
          </p:nvSpPr>
          <p:spPr bwMode="auto">
            <a:xfrm>
              <a:off x="5176670" y="3348495"/>
              <a:ext cx="316665" cy="158050"/>
            </a:xfrm>
            <a:custGeom>
              <a:avLst/>
              <a:gdLst>
                <a:gd name="T0" fmla="*/ 1327 w 2243"/>
                <a:gd name="T1" fmla="*/ 0 h 1120"/>
                <a:gd name="T2" fmla="*/ 13 w 2243"/>
                <a:gd name="T3" fmla="*/ 641 h 1120"/>
                <a:gd name="T4" fmla="*/ 5 w 2243"/>
                <a:gd name="T5" fmla="*/ 645 h 1120"/>
                <a:gd name="T6" fmla="*/ 0 w 2243"/>
                <a:gd name="T7" fmla="*/ 723 h 1120"/>
                <a:gd name="T8" fmla="*/ 1029 w 2243"/>
                <a:gd name="T9" fmla="*/ 1118 h 1120"/>
                <a:gd name="T10" fmla="*/ 1036 w 2243"/>
                <a:gd name="T11" fmla="*/ 1120 h 1120"/>
                <a:gd name="T12" fmla="*/ 2216 w 2243"/>
                <a:gd name="T13" fmla="*/ 347 h 1120"/>
                <a:gd name="T14" fmla="*/ 2221 w 2243"/>
                <a:gd name="T15" fmla="*/ 343 h 1120"/>
                <a:gd name="T16" fmla="*/ 2243 w 2243"/>
                <a:gd name="T17" fmla="*/ 241 h 1120"/>
                <a:gd name="T18" fmla="*/ 1327 w 2243"/>
                <a:gd name="T19" fmla="*/ 0 h 1120"/>
                <a:gd name="T20" fmla="*/ 1327 w 2243"/>
                <a:gd name="T21" fmla="*/ 0 h 1120"/>
                <a:gd name="T22" fmla="*/ 1328 w 2243"/>
                <a:gd name="T23" fmla="*/ 31 h 1120"/>
                <a:gd name="T24" fmla="*/ 2190 w 2243"/>
                <a:gd name="T25" fmla="*/ 258 h 1120"/>
                <a:gd name="T26" fmla="*/ 1038 w 2243"/>
                <a:gd name="T27" fmla="*/ 1009 h 1120"/>
                <a:gd name="T28" fmla="*/ 56 w 2243"/>
                <a:gd name="T29" fmla="*/ 652 h 1120"/>
                <a:gd name="T30" fmla="*/ 1328 w 2243"/>
                <a:gd name="T31" fmla="*/ 31 h 1120"/>
                <a:gd name="T32" fmla="*/ 1328 w 2243"/>
                <a:gd name="T33" fmla="*/ 31 h 1120"/>
                <a:gd name="T34" fmla="*/ 1033 w 2243"/>
                <a:gd name="T35" fmla="*/ 1087 h 1120"/>
                <a:gd name="T36" fmla="*/ 31 w 2243"/>
                <a:gd name="T37" fmla="*/ 703 h 1120"/>
                <a:gd name="T38" fmla="*/ 33 w 2243"/>
                <a:gd name="T39" fmla="*/ 675 h 1120"/>
                <a:gd name="T40" fmla="*/ 1034 w 2243"/>
                <a:gd name="T41" fmla="*/ 1038 h 1120"/>
                <a:gd name="T42" fmla="*/ 1042 w 2243"/>
                <a:gd name="T43" fmla="*/ 1042 h 1120"/>
                <a:gd name="T44" fmla="*/ 2203 w 2243"/>
                <a:gd name="T45" fmla="*/ 285 h 1120"/>
                <a:gd name="T46" fmla="*/ 2194 w 2243"/>
                <a:gd name="T47" fmla="*/ 325 h 1120"/>
                <a:gd name="T48" fmla="*/ 1033 w 2243"/>
                <a:gd name="T49" fmla="*/ 1087 h 1120"/>
                <a:gd name="T50" fmla="*/ 1033 w 2243"/>
                <a:gd name="T51" fmla="*/ 1087 h 1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3" h="1120">
                  <a:moveTo>
                    <a:pt x="1327" y="0"/>
                  </a:moveTo>
                  <a:lnTo>
                    <a:pt x="13" y="641"/>
                  </a:lnTo>
                  <a:lnTo>
                    <a:pt x="5" y="645"/>
                  </a:lnTo>
                  <a:lnTo>
                    <a:pt x="0" y="723"/>
                  </a:lnTo>
                  <a:lnTo>
                    <a:pt x="1029" y="1118"/>
                  </a:lnTo>
                  <a:lnTo>
                    <a:pt x="1036" y="1120"/>
                  </a:lnTo>
                  <a:lnTo>
                    <a:pt x="2216" y="347"/>
                  </a:lnTo>
                  <a:lnTo>
                    <a:pt x="2221" y="343"/>
                  </a:lnTo>
                  <a:lnTo>
                    <a:pt x="2243" y="241"/>
                  </a:lnTo>
                  <a:lnTo>
                    <a:pt x="1327" y="0"/>
                  </a:lnTo>
                  <a:lnTo>
                    <a:pt x="1327" y="0"/>
                  </a:lnTo>
                  <a:close/>
                  <a:moveTo>
                    <a:pt x="1328" y="31"/>
                  </a:moveTo>
                  <a:lnTo>
                    <a:pt x="2190" y="258"/>
                  </a:lnTo>
                  <a:lnTo>
                    <a:pt x="1038" y="1009"/>
                  </a:lnTo>
                  <a:lnTo>
                    <a:pt x="56" y="652"/>
                  </a:lnTo>
                  <a:lnTo>
                    <a:pt x="1328" y="31"/>
                  </a:lnTo>
                  <a:lnTo>
                    <a:pt x="1328" y="31"/>
                  </a:lnTo>
                  <a:close/>
                  <a:moveTo>
                    <a:pt x="1033" y="1087"/>
                  </a:moveTo>
                  <a:lnTo>
                    <a:pt x="31" y="703"/>
                  </a:lnTo>
                  <a:lnTo>
                    <a:pt x="33" y="675"/>
                  </a:lnTo>
                  <a:lnTo>
                    <a:pt x="1034" y="1038"/>
                  </a:lnTo>
                  <a:lnTo>
                    <a:pt x="1042" y="1042"/>
                  </a:lnTo>
                  <a:lnTo>
                    <a:pt x="2203" y="285"/>
                  </a:lnTo>
                  <a:lnTo>
                    <a:pt x="2194" y="325"/>
                  </a:lnTo>
                  <a:lnTo>
                    <a:pt x="1033" y="1087"/>
                  </a:lnTo>
                  <a:lnTo>
                    <a:pt x="1033" y="10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Freeform 71"/>
            <p:cNvSpPr>
              <a:spLocks noEditPoints="1"/>
            </p:cNvSpPr>
            <p:nvPr/>
          </p:nvSpPr>
          <p:spPr bwMode="auto">
            <a:xfrm>
              <a:off x="5122764" y="3409739"/>
              <a:ext cx="464837" cy="235947"/>
            </a:xfrm>
            <a:custGeom>
              <a:avLst/>
              <a:gdLst>
                <a:gd name="T0" fmla="*/ 1926 w 3294"/>
                <a:gd name="T1" fmla="*/ 0 h 1672"/>
                <a:gd name="T2" fmla="*/ 15 w 3294"/>
                <a:gd name="T3" fmla="*/ 1015 h 1672"/>
                <a:gd name="T4" fmla="*/ 4 w 3294"/>
                <a:gd name="T5" fmla="*/ 1020 h 1672"/>
                <a:gd name="T6" fmla="*/ 0 w 3294"/>
                <a:gd name="T7" fmla="*/ 1135 h 1672"/>
                <a:gd name="T8" fmla="*/ 1543 w 3294"/>
                <a:gd name="T9" fmla="*/ 1668 h 1672"/>
                <a:gd name="T10" fmla="*/ 1554 w 3294"/>
                <a:gd name="T11" fmla="*/ 1672 h 1672"/>
                <a:gd name="T12" fmla="*/ 3260 w 3294"/>
                <a:gd name="T13" fmla="*/ 466 h 1672"/>
                <a:gd name="T14" fmla="*/ 3267 w 3294"/>
                <a:gd name="T15" fmla="*/ 461 h 1672"/>
                <a:gd name="T16" fmla="*/ 3294 w 3294"/>
                <a:gd name="T17" fmla="*/ 310 h 1672"/>
                <a:gd name="T18" fmla="*/ 1926 w 3294"/>
                <a:gd name="T19" fmla="*/ 0 h 1672"/>
                <a:gd name="T20" fmla="*/ 1926 w 3294"/>
                <a:gd name="T21" fmla="*/ 0 h 1672"/>
                <a:gd name="T22" fmla="*/ 45 w 3294"/>
                <a:gd name="T23" fmla="*/ 1064 h 1672"/>
                <a:gd name="T24" fmla="*/ 1532 w 3294"/>
                <a:gd name="T25" fmla="*/ 1547 h 1672"/>
                <a:gd name="T26" fmla="*/ 1530 w 3294"/>
                <a:gd name="T27" fmla="*/ 1618 h 1672"/>
                <a:gd name="T28" fmla="*/ 45 w 3294"/>
                <a:gd name="T29" fmla="*/ 1104 h 1672"/>
                <a:gd name="T30" fmla="*/ 45 w 3294"/>
                <a:gd name="T31" fmla="*/ 1064 h 1672"/>
                <a:gd name="T32" fmla="*/ 45 w 3294"/>
                <a:gd name="T33" fmla="*/ 1064 h 1672"/>
                <a:gd name="T34" fmla="*/ 3227 w 3294"/>
                <a:gd name="T35" fmla="*/ 436 h 1672"/>
                <a:gd name="T36" fmla="*/ 1573 w 3294"/>
                <a:gd name="T37" fmla="*/ 1603 h 1672"/>
                <a:gd name="T38" fmla="*/ 1575 w 3294"/>
                <a:gd name="T39" fmla="*/ 1543 h 1672"/>
                <a:gd name="T40" fmla="*/ 3238 w 3294"/>
                <a:gd name="T41" fmla="*/ 376 h 1672"/>
                <a:gd name="T42" fmla="*/ 3227 w 3294"/>
                <a:gd name="T43" fmla="*/ 436 h 1672"/>
                <a:gd name="T44" fmla="*/ 3227 w 3294"/>
                <a:gd name="T45" fmla="*/ 436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94" h="1672">
                  <a:moveTo>
                    <a:pt x="1926" y="0"/>
                  </a:moveTo>
                  <a:lnTo>
                    <a:pt x="15" y="1015"/>
                  </a:lnTo>
                  <a:lnTo>
                    <a:pt x="4" y="1020"/>
                  </a:lnTo>
                  <a:lnTo>
                    <a:pt x="0" y="1135"/>
                  </a:lnTo>
                  <a:lnTo>
                    <a:pt x="1543" y="1668"/>
                  </a:lnTo>
                  <a:lnTo>
                    <a:pt x="1554" y="1672"/>
                  </a:lnTo>
                  <a:lnTo>
                    <a:pt x="3260" y="466"/>
                  </a:lnTo>
                  <a:lnTo>
                    <a:pt x="3267" y="461"/>
                  </a:lnTo>
                  <a:lnTo>
                    <a:pt x="3294" y="310"/>
                  </a:lnTo>
                  <a:lnTo>
                    <a:pt x="1926" y="0"/>
                  </a:lnTo>
                  <a:lnTo>
                    <a:pt x="1926" y="0"/>
                  </a:lnTo>
                  <a:close/>
                  <a:moveTo>
                    <a:pt x="45" y="1064"/>
                  </a:moveTo>
                  <a:lnTo>
                    <a:pt x="1532" y="1547"/>
                  </a:lnTo>
                  <a:lnTo>
                    <a:pt x="1530" y="1618"/>
                  </a:lnTo>
                  <a:lnTo>
                    <a:pt x="45" y="1104"/>
                  </a:lnTo>
                  <a:lnTo>
                    <a:pt x="45" y="1064"/>
                  </a:lnTo>
                  <a:lnTo>
                    <a:pt x="45" y="1064"/>
                  </a:lnTo>
                  <a:close/>
                  <a:moveTo>
                    <a:pt x="3227" y="436"/>
                  </a:moveTo>
                  <a:lnTo>
                    <a:pt x="1573" y="1603"/>
                  </a:lnTo>
                  <a:lnTo>
                    <a:pt x="1575" y="1543"/>
                  </a:lnTo>
                  <a:lnTo>
                    <a:pt x="3238" y="376"/>
                  </a:lnTo>
                  <a:lnTo>
                    <a:pt x="3227" y="436"/>
                  </a:lnTo>
                  <a:lnTo>
                    <a:pt x="3227" y="4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8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855" t="26537" r="17586" b="26566"/>
          <a:stretch/>
        </p:blipFill>
        <p:spPr>
          <a:xfrm>
            <a:off x="5145103" y="3100469"/>
            <a:ext cx="363401" cy="259951"/>
          </a:xfrm>
          <a:prstGeom prst="rect">
            <a:avLst/>
          </a:prstGeom>
          <a:solidFill>
            <a:srgbClr val="8DA5BD">
              <a:alpha val="0"/>
            </a:srgbClr>
          </a:solidFill>
        </p:spPr>
      </p:pic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8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855" t="26537" r="17586" b="26566"/>
          <a:stretch/>
        </p:blipFill>
        <p:spPr>
          <a:xfrm>
            <a:off x="5199320" y="3172585"/>
            <a:ext cx="363401" cy="259951"/>
          </a:xfrm>
          <a:prstGeom prst="rect">
            <a:avLst/>
          </a:prstGeom>
          <a:solidFill>
            <a:srgbClr val="8DA5BD">
              <a:alpha val="0"/>
            </a:srgbClr>
          </a:solidFill>
        </p:spPr>
      </p:pic>
      <p:grpSp>
        <p:nvGrpSpPr>
          <p:cNvPr id="45" name="그룹 44"/>
          <p:cNvGrpSpPr/>
          <p:nvPr/>
        </p:nvGrpSpPr>
        <p:grpSpPr>
          <a:xfrm>
            <a:off x="7127011" y="2537034"/>
            <a:ext cx="319755" cy="292776"/>
            <a:chOff x="3767700" y="3345822"/>
            <a:chExt cx="508000" cy="465138"/>
          </a:xfrm>
        </p:grpSpPr>
        <p:sp>
          <p:nvSpPr>
            <p:cNvPr id="46" name="AutoShape 116"/>
            <p:cNvSpPr>
              <a:spLocks noChangeAspect="1" noChangeArrowheads="1" noTextEdit="1"/>
            </p:cNvSpPr>
            <p:nvPr/>
          </p:nvSpPr>
          <p:spPr bwMode="auto">
            <a:xfrm>
              <a:off x="3767700" y="3345822"/>
              <a:ext cx="508000" cy="465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7" name="Freeform 118"/>
            <p:cNvSpPr>
              <a:spLocks noEditPoints="1"/>
            </p:cNvSpPr>
            <p:nvPr/>
          </p:nvSpPr>
          <p:spPr bwMode="auto">
            <a:xfrm>
              <a:off x="3778813" y="3687135"/>
              <a:ext cx="33338" cy="41275"/>
            </a:xfrm>
            <a:custGeom>
              <a:avLst/>
              <a:gdLst>
                <a:gd name="T0" fmla="*/ 41 w 107"/>
                <a:gd name="T1" fmla="*/ 19 h 130"/>
                <a:gd name="T2" fmla="*/ 41 w 107"/>
                <a:gd name="T3" fmla="*/ 112 h 130"/>
                <a:gd name="T4" fmla="*/ 107 w 107"/>
                <a:gd name="T5" fmla="*/ 112 h 130"/>
                <a:gd name="T6" fmla="*/ 107 w 107"/>
                <a:gd name="T7" fmla="*/ 19 h 130"/>
                <a:gd name="T8" fmla="*/ 41 w 107"/>
                <a:gd name="T9" fmla="*/ 19 h 130"/>
                <a:gd name="T10" fmla="*/ 41 w 107"/>
                <a:gd name="T11" fmla="*/ 19 h 130"/>
                <a:gd name="T12" fmla="*/ 23 w 107"/>
                <a:gd name="T13" fmla="*/ 12 h 130"/>
                <a:gd name="T14" fmla="*/ 23 w 107"/>
                <a:gd name="T15" fmla="*/ 118 h 130"/>
                <a:gd name="T16" fmla="*/ 23 w 107"/>
                <a:gd name="T17" fmla="*/ 118 h 130"/>
                <a:gd name="T18" fmla="*/ 22 w 107"/>
                <a:gd name="T19" fmla="*/ 123 h 130"/>
                <a:gd name="T20" fmla="*/ 20 w 107"/>
                <a:gd name="T21" fmla="*/ 126 h 130"/>
                <a:gd name="T22" fmla="*/ 16 w 107"/>
                <a:gd name="T23" fmla="*/ 129 h 130"/>
                <a:gd name="T24" fmla="*/ 12 w 107"/>
                <a:gd name="T25" fmla="*/ 130 h 130"/>
                <a:gd name="T26" fmla="*/ 12 w 107"/>
                <a:gd name="T27" fmla="*/ 130 h 130"/>
                <a:gd name="T28" fmla="*/ 6 w 107"/>
                <a:gd name="T29" fmla="*/ 129 h 130"/>
                <a:gd name="T30" fmla="*/ 3 w 107"/>
                <a:gd name="T31" fmla="*/ 126 h 130"/>
                <a:gd name="T32" fmla="*/ 1 w 107"/>
                <a:gd name="T33" fmla="*/ 123 h 130"/>
                <a:gd name="T34" fmla="*/ 0 w 107"/>
                <a:gd name="T35" fmla="*/ 118 h 130"/>
                <a:gd name="T36" fmla="*/ 0 w 107"/>
                <a:gd name="T37" fmla="*/ 12 h 130"/>
                <a:gd name="T38" fmla="*/ 0 w 107"/>
                <a:gd name="T39" fmla="*/ 12 h 130"/>
                <a:gd name="T40" fmla="*/ 1 w 107"/>
                <a:gd name="T41" fmla="*/ 8 h 130"/>
                <a:gd name="T42" fmla="*/ 3 w 107"/>
                <a:gd name="T43" fmla="*/ 3 h 130"/>
                <a:gd name="T44" fmla="*/ 6 w 107"/>
                <a:gd name="T45" fmla="*/ 1 h 130"/>
                <a:gd name="T46" fmla="*/ 12 w 107"/>
                <a:gd name="T47" fmla="*/ 0 h 130"/>
                <a:gd name="T48" fmla="*/ 12 w 107"/>
                <a:gd name="T49" fmla="*/ 0 h 130"/>
                <a:gd name="T50" fmla="*/ 16 w 107"/>
                <a:gd name="T51" fmla="*/ 1 h 130"/>
                <a:gd name="T52" fmla="*/ 20 w 107"/>
                <a:gd name="T53" fmla="*/ 3 h 130"/>
                <a:gd name="T54" fmla="*/ 22 w 107"/>
                <a:gd name="T55" fmla="*/ 8 h 130"/>
                <a:gd name="T56" fmla="*/ 23 w 107"/>
                <a:gd name="T57" fmla="*/ 12 h 130"/>
                <a:gd name="T58" fmla="*/ 23 w 107"/>
                <a:gd name="T59" fmla="*/ 12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7" h="130">
                  <a:moveTo>
                    <a:pt x="41" y="19"/>
                  </a:moveTo>
                  <a:lnTo>
                    <a:pt x="41" y="112"/>
                  </a:lnTo>
                  <a:lnTo>
                    <a:pt x="107" y="112"/>
                  </a:lnTo>
                  <a:lnTo>
                    <a:pt x="107" y="19"/>
                  </a:lnTo>
                  <a:lnTo>
                    <a:pt x="41" y="19"/>
                  </a:lnTo>
                  <a:lnTo>
                    <a:pt x="41" y="19"/>
                  </a:lnTo>
                  <a:close/>
                  <a:moveTo>
                    <a:pt x="23" y="12"/>
                  </a:moveTo>
                  <a:lnTo>
                    <a:pt x="23" y="118"/>
                  </a:lnTo>
                  <a:lnTo>
                    <a:pt x="23" y="118"/>
                  </a:lnTo>
                  <a:lnTo>
                    <a:pt x="22" y="123"/>
                  </a:lnTo>
                  <a:lnTo>
                    <a:pt x="20" y="126"/>
                  </a:lnTo>
                  <a:lnTo>
                    <a:pt x="16" y="129"/>
                  </a:lnTo>
                  <a:lnTo>
                    <a:pt x="12" y="130"/>
                  </a:lnTo>
                  <a:lnTo>
                    <a:pt x="12" y="130"/>
                  </a:lnTo>
                  <a:lnTo>
                    <a:pt x="6" y="129"/>
                  </a:lnTo>
                  <a:lnTo>
                    <a:pt x="3" y="126"/>
                  </a:lnTo>
                  <a:lnTo>
                    <a:pt x="1" y="123"/>
                  </a:lnTo>
                  <a:lnTo>
                    <a:pt x="0" y="118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8"/>
                  </a:lnTo>
                  <a:lnTo>
                    <a:pt x="3" y="3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6" y="1"/>
                  </a:lnTo>
                  <a:lnTo>
                    <a:pt x="20" y="3"/>
                  </a:lnTo>
                  <a:lnTo>
                    <a:pt x="22" y="8"/>
                  </a:lnTo>
                  <a:lnTo>
                    <a:pt x="23" y="12"/>
                  </a:lnTo>
                  <a:lnTo>
                    <a:pt x="23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8" name="Freeform 119"/>
            <p:cNvSpPr>
              <a:spLocks/>
            </p:cNvSpPr>
            <p:nvPr/>
          </p:nvSpPr>
          <p:spPr bwMode="auto">
            <a:xfrm>
              <a:off x="3789925" y="3442660"/>
              <a:ext cx="468313" cy="33338"/>
            </a:xfrm>
            <a:custGeom>
              <a:avLst/>
              <a:gdLst>
                <a:gd name="T0" fmla="*/ 1477 w 1477"/>
                <a:gd name="T1" fmla="*/ 109 h 109"/>
                <a:gd name="T2" fmla="*/ 1477 w 1477"/>
                <a:gd name="T3" fmla="*/ 0 h 109"/>
                <a:gd name="T4" fmla="*/ 0 w 1477"/>
                <a:gd name="T5" fmla="*/ 0 h 109"/>
                <a:gd name="T6" fmla="*/ 0 w 1477"/>
                <a:gd name="T7" fmla="*/ 109 h 109"/>
                <a:gd name="T8" fmla="*/ 1477 w 1477"/>
                <a:gd name="T9" fmla="*/ 109 h 109"/>
                <a:gd name="T10" fmla="*/ 1477 w 1477"/>
                <a:gd name="T11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7" h="109">
                  <a:moveTo>
                    <a:pt x="1477" y="109"/>
                  </a:moveTo>
                  <a:lnTo>
                    <a:pt x="1477" y="0"/>
                  </a:lnTo>
                  <a:lnTo>
                    <a:pt x="0" y="0"/>
                  </a:lnTo>
                  <a:lnTo>
                    <a:pt x="0" y="109"/>
                  </a:lnTo>
                  <a:lnTo>
                    <a:pt x="1477" y="109"/>
                  </a:lnTo>
                  <a:lnTo>
                    <a:pt x="1477" y="1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9" name="Freeform 120"/>
            <p:cNvSpPr>
              <a:spLocks/>
            </p:cNvSpPr>
            <p:nvPr/>
          </p:nvSpPr>
          <p:spPr bwMode="auto">
            <a:xfrm>
              <a:off x="3802625" y="3488697"/>
              <a:ext cx="444500" cy="180975"/>
            </a:xfrm>
            <a:custGeom>
              <a:avLst/>
              <a:gdLst>
                <a:gd name="T0" fmla="*/ 1175 w 1403"/>
                <a:gd name="T1" fmla="*/ 570 h 570"/>
                <a:gd name="T2" fmla="*/ 1175 w 1403"/>
                <a:gd name="T3" fmla="*/ 570 h 570"/>
                <a:gd name="T4" fmla="*/ 1199 w 1403"/>
                <a:gd name="T5" fmla="*/ 557 h 570"/>
                <a:gd name="T6" fmla="*/ 1223 w 1403"/>
                <a:gd name="T7" fmla="*/ 541 h 570"/>
                <a:gd name="T8" fmla="*/ 1246 w 1403"/>
                <a:gd name="T9" fmla="*/ 524 h 570"/>
                <a:gd name="T10" fmla="*/ 1267 w 1403"/>
                <a:gd name="T11" fmla="*/ 506 h 570"/>
                <a:gd name="T12" fmla="*/ 1288 w 1403"/>
                <a:gd name="T13" fmla="*/ 487 h 570"/>
                <a:gd name="T14" fmla="*/ 1305 w 1403"/>
                <a:gd name="T15" fmla="*/ 469 h 570"/>
                <a:gd name="T16" fmla="*/ 1323 w 1403"/>
                <a:gd name="T17" fmla="*/ 450 h 570"/>
                <a:gd name="T18" fmla="*/ 1339 w 1403"/>
                <a:gd name="T19" fmla="*/ 431 h 570"/>
                <a:gd name="T20" fmla="*/ 1353 w 1403"/>
                <a:gd name="T21" fmla="*/ 412 h 570"/>
                <a:gd name="T22" fmla="*/ 1366 w 1403"/>
                <a:gd name="T23" fmla="*/ 394 h 570"/>
                <a:gd name="T24" fmla="*/ 1377 w 1403"/>
                <a:gd name="T25" fmla="*/ 378 h 570"/>
                <a:gd name="T26" fmla="*/ 1386 w 1403"/>
                <a:gd name="T27" fmla="*/ 362 h 570"/>
                <a:gd name="T28" fmla="*/ 1393 w 1403"/>
                <a:gd name="T29" fmla="*/ 347 h 570"/>
                <a:gd name="T30" fmla="*/ 1398 w 1403"/>
                <a:gd name="T31" fmla="*/ 335 h 570"/>
                <a:gd name="T32" fmla="*/ 1401 w 1403"/>
                <a:gd name="T33" fmla="*/ 325 h 570"/>
                <a:gd name="T34" fmla="*/ 1403 w 1403"/>
                <a:gd name="T35" fmla="*/ 316 h 570"/>
                <a:gd name="T36" fmla="*/ 1403 w 1403"/>
                <a:gd name="T37" fmla="*/ 0 h 570"/>
                <a:gd name="T38" fmla="*/ 0 w 1403"/>
                <a:gd name="T39" fmla="*/ 0 h 570"/>
                <a:gd name="T40" fmla="*/ 0 w 1403"/>
                <a:gd name="T41" fmla="*/ 316 h 570"/>
                <a:gd name="T42" fmla="*/ 0 w 1403"/>
                <a:gd name="T43" fmla="*/ 316 h 570"/>
                <a:gd name="T44" fmla="*/ 1 w 1403"/>
                <a:gd name="T45" fmla="*/ 326 h 570"/>
                <a:gd name="T46" fmla="*/ 4 w 1403"/>
                <a:gd name="T47" fmla="*/ 339 h 570"/>
                <a:gd name="T48" fmla="*/ 9 w 1403"/>
                <a:gd name="T49" fmla="*/ 352 h 570"/>
                <a:gd name="T50" fmla="*/ 16 w 1403"/>
                <a:gd name="T51" fmla="*/ 366 h 570"/>
                <a:gd name="T52" fmla="*/ 25 w 1403"/>
                <a:gd name="T53" fmla="*/ 383 h 570"/>
                <a:gd name="T54" fmla="*/ 36 w 1403"/>
                <a:gd name="T55" fmla="*/ 400 h 570"/>
                <a:gd name="T56" fmla="*/ 48 w 1403"/>
                <a:gd name="T57" fmla="*/ 418 h 570"/>
                <a:gd name="T58" fmla="*/ 63 w 1403"/>
                <a:gd name="T59" fmla="*/ 436 h 570"/>
                <a:gd name="T60" fmla="*/ 77 w 1403"/>
                <a:gd name="T61" fmla="*/ 455 h 570"/>
                <a:gd name="T62" fmla="*/ 95 w 1403"/>
                <a:gd name="T63" fmla="*/ 473 h 570"/>
                <a:gd name="T64" fmla="*/ 113 w 1403"/>
                <a:gd name="T65" fmla="*/ 491 h 570"/>
                <a:gd name="T66" fmla="*/ 133 w 1403"/>
                <a:gd name="T67" fmla="*/ 509 h 570"/>
                <a:gd name="T68" fmla="*/ 153 w 1403"/>
                <a:gd name="T69" fmla="*/ 525 h 570"/>
                <a:gd name="T70" fmla="*/ 176 w 1403"/>
                <a:gd name="T71" fmla="*/ 542 h 570"/>
                <a:gd name="T72" fmla="*/ 199 w 1403"/>
                <a:gd name="T73" fmla="*/ 557 h 570"/>
                <a:gd name="T74" fmla="*/ 224 w 1403"/>
                <a:gd name="T75" fmla="*/ 570 h 570"/>
                <a:gd name="T76" fmla="*/ 1175 w 1403"/>
                <a:gd name="T77" fmla="*/ 570 h 570"/>
                <a:gd name="T78" fmla="*/ 1175 w 1403"/>
                <a:gd name="T79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403" h="570">
                  <a:moveTo>
                    <a:pt x="1175" y="570"/>
                  </a:moveTo>
                  <a:lnTo>
                    <a:pt x="1175" y="570"/>
                  </a:lnTo>
                  <a:lnTo>
                    <a:pt x="1199" y="557"/>
                  </a:lnTo>
                  <a:lnTo>
                    <a:pt x="1223" y="541"/>
                  </a:lnTo>
                  <a:lnTo>
                    <a:pt x="1246" y="524"/>
                  </a:lnTo>
                  <a:lnTo>
                    <a:pt x="1267" y="506"/>
                  </a:lnTo>
                  <a:lnTo>
                    <a:pt x="1288" y="487"/>
                  </a:lnTo>
                  <a:lnTo>
                    <a:pt x="1305" y="469"/>
                  </a:lnTo>
                  <a:lnTo>
                    <a:pt x="1323" y="450"/>
                  </a:lnTo>
                  <a:lnTo>
                    <a:pt x="1339" y="431"/>
                  </a:lnTo>
                  <a:lnTo>
                    <a:pt x="1353" y="412"/>
                  </a:lnTo>
                  <a:lnTo>
                    <a:pt x="1366" y="394"/>
                  </a:lnTo>
                  <a:lnTo>
                    <a:pt x="1377" y="378"/>
                  </a:lnTo>
                  <a:lnTo>
                    <a:pt x="1386" y="362"/>
                  </a:lnTo>
                  <a:lnTo>
                    <a:pt x="1393" y="347"/>
                  </a:lnTo>
                  <a:lnTo>
                    <a:pt x="1398" y="335"/>
                  </a:lnTo>
                  <a:lnTo>
                    <a:pt x="1401" y="325"/>
                  </a:lnTo>
                  <a:lnTo>
                    <a:pt x="1403" y="316"/>
                  </a:lnTo>
                  <a:lnTo>
                    <a:pt x="1403" y="0"/>
                  </a:lnTo>
                  <a:lnTo>
                    <a:pt x="0" y="0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1" y="326"/>
                  </a:lnTo>
                  <a:lnTo>
                    <a:pt x="4" y="339"/>
                  </a:lnTo>
                  <a:lnTo>
                    <a:pt x="9" y="352"/>
                  </a:lnTo>
                  <a:lnTo>
                    <a:pt x="16" y="366"/>
                  </a:lnTo>
                  <a:lnTo>
                    <a:pt x="25" y="383"/>
                  </a:lnTo>
                  <a:lnTo>
                    <a:pt x="36" y="400"/>
                  </a:lnTo>
                  <a:lnTo>
                    <a:pt x="48" y="418"/>
                  </a:lnTo>
                  <a:lnTo>
                    <a:pt x="63" y="436"/>
                  </a:lnTo>
                  <a:lnTo>
                    <a:pt x="77" y="455"/>
                  </a:lnTo>
                  <a:lnTo>
                    <a:pt x="95" y="473"/>
                  </a:lnTo>
                  <a:lnTo>
                    <a:pt x="113" y="491"/>
                  </a:lnTo>
                  <a:lnTo>
                    <a:pt x="133" y="509"/>
                  </a:lnTo>
                  <a:lnTo>
                    <a:pt x="153" y="525"/>
                  </a:lnTo>
                  <a:lnTo>
                    <a:pt x="176" y="542"/>
                  </a:lnTo>
                  <a:lnTo>
                    <a:pt x="199" y="557"/>
                  </a:lnTo>
                  <a:lnTo>
                    <a:pt x="224" y="570"/>
                  </a:lnTo>
                  <a:lnTo>
                    <a:pt x="1175" y="570"/>
                  </a:lnTo>
                  <a:lnTo>
                    <a:pt x="1175" y="57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0" name="Freeform 121"/>
            <p:cNvSpPr>
              <a:spLocks/>
            </p:cNvSpPr>
            <p:nvPr/>
          </p:nvSpPr>
          <p:spPr bwMode="auto">
            <a:xfrm>
              <a:off x="3818500" y="3682372"/>
              <a:ext cx="82550" cy="52388"/>
            </a:xfrm>
            <a:custGeom>
              <a:avLst/>
              <a:gdLst>
                <a:gd name="T0" fmla="*/ 166 w 260"/>
                <a:gd name="T1" fmla="*/ 153 h 165"/>
                <a:gd name="T2" fmla="*/ 166 w 260"/>
                <a:gd name="T3" fmla="*/ 153 h 165"/>
                <a:gd name="T4" fmla="*/ 167 w 260"/>
                <a:gd name="T5" fmla="*/ 141 h 165"/>
                <a:gd name="T6" fmla="*/ 168 w 260"/>
                <a:gd name="T7" fmla="*/ 129 h 165"/>
                <a:gd name="T8" fmla="*/ 171 w 260"/>
                <a:gd name="T9" fmla="*/ 117 h 165"/>
                <a:gd name="T10" fmla="*/ 173 w 260"/>
                <a:gd name="T11" fmla="*/ 105 h 165"/>
                <a:gd name="T12" fmla="*/ 177 w 260"/>
                <a:gd name="T13" fmla="*/ 94 h 165"/>
                <a:gd name="T14" fmla="*/ 181 w 260"/>
                <a:gd name="T15" fmla="*/ 83 h 165"/>
                <a:gd name="T16" fmla="*/ 186 w 260"/>
                <a:gd name="T17" fmla="*/ 73 h 165"/>
                <a:gd name="T18" fmla="*/ 192 w 260"/>
                <a:gd name="T19" fmla="*/ 63 h 165"/>
                <a:gd name="T20" fmla="*/ 199 w 260"/>
                <a:gd name="T21" fmla="*/ 53 h 165"/>
                <a:gd name="T22" fmla="*/ 205 w 260"/>
                <a:gd name="T23" fmla="*/ 44 h 165"/>
                <a:gd name="T24" fmla="*/ 213 w 260"/>
                <a:gd name="T25" fmla="*/ 35 h 165"/>
                <a:gd name="T26" fmla="*/ 222 w 260"/>
                <a:gd name="T27" fmla="*/ 27 h 165"/>
                <a:gd name="T28" fmla="*/ 231 w 260"/>
                <a:gd name="T29" fmla="*/ 19 h 165"/>
                <a:gd name="T30" fmla="*/ 240 w 260"/>
                <a:gd name="T31" fmla="*/ 13 h 165"/>
                <a:gd name="T32" fmla="*/ 250 w 260"/>
                <a:gd name="T33" fmla="*/ 6 h 165"/>
                <a:gd name="T34" fmla="*/ 260 w 260"/>
                <a:gd name="T35" fmla="*/ 0 h 165"/>
                <a:gd name="T36" fmla="*/ 10 w 260"/>
                <a:gd name="T37" fmla="*/ 0 h 165"/>
                <a:gd name="T38" fmla="*/ 10 w 260"/>
                <a:gd name="T39" fmla="*/ 0 h 165"/>
                <a:gd name="T40" fmla="*/ 5 w 260"/>
                <a:gd name="T41" fmla="*/ 0 h 165"/>
                <a:gd name="T42" fmla="*/ 2 w 260"/>
                <a:gd name="T43" fmla="*/ 3 h 165"/>
                <a:gd name="T44" fmla="*/ 0 w 260"/>
                <a:gd name="T45" fmla="*/ 6 h 165"/>
                <a:gd name="T46" fmla="*/ 0 w 260"/>
                <a:gd name="T47" fmla="*/ 10 h 165"/>
                <a:gd name="T48" fmla="*/ 0 w 260"/>
                <a:gd name="T49" fmla="*/ 155 h 165"/>
                <a:gd name="T50" fmla="*/ 0 w 260"/>
                <a:gd name="T51" fmla="*/ 155 h 165"/>
                <a:gd name="T52" fmla="*/ 0 w 260"/>
                <a:gd name="T53" fmla="*/ 158 h 165"/>
                <a:gd name="T54" fmla="*/ 2 w 260"/>
                <a:gd name="T55" fmla="*/ 161 h 165"/>
                <a:gd name="T56" fmla="*/ 5 w 260"/>
                <a:gd name="T57" fmla="*/ 164 h 165"/>
                <a:gd name="T58" fmla="*/ 10 w 260"/>
                <a:gd name="T59" fmla="*/ 165 h 165"/>
                <a:gd name="T60" fmla="*/ 167 w 260"/>
                <a:gd name="T61" fmla="*/ 165 h 165"/>
                <a:gd name="T62" fmla="*/ 167 w 260"/>
                <a:gd name="T63" fmla="*/ 165 h 165"/>
                <a:gd name="T64" fmla="*/ 166 w 260"/>
                <a:gd name="T65" fmla="*/ 153 h 165"/>
                <a:gd name="T66" fmla="*/ 166 w 260"/>
                <a:gd name="T67" fmla="*/ 153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0" h="165">
                  <a:moveTo>
                    <a:pt x="166" y="153"/>
                  </a:moveTo>
                  <a:lnTo>
                    <a:pt x="166" y="153"/>
                  </a:lnTo>
                  <a:lnTo>
                    <a:pt x="167" y="141"/>
                  </a:lnTo>
                  <a:lnTo>
                    <a:pt x="168" y="129"/>
                  </a:lnTo>
                  <a:lnTo>
                    <a:pt x="171" y="117"/>
                  </a:lnTo>
                  <a:lnTo>
                    <a:pt x="173" y="105"/>
                  </a:lnTo>
                  <a:lnTo>
                    <a:pt x="177" y="94"/>
                  </a:lnTo>
                  <a:lnTo>
                    <a:pt x="181" y="83"/>
                  </a:lnTo>
                  <a:lnTo>
                    <a:pt x="186" y="73"/>
                  </a:lnTo>
                  <a:lnTo>
                    <a:pt x="192" y="63"/>
                  </a:lnTo>
                  <a:lnTo>
                    <a:pt x="199" y="53"/>
                  </a:lnTo>
                  <a:lnTo>
                    <a:pt x="205" y="44"/>
                  </a:lnTo>
                  <a:lnTo>
                    <a:pt x="213" y="35"/>
                  </a:lnTo>
                  <a:lnTo>
                    <a:pt x="222" y="27"/>
                  </a:lnTo>
                  <a:lnTo>
                    <a:pt x="231" y="19"/>
                  </a:lnTo>
                  <a:lnTo>
                    <a:pt x="240" y="13"/>
                  </a:lnTo>
                  <a:lnTo>
                    <a:pt x="250" y="6"/>
                  </a:lnTo>
                  <a:lnTo>
                    <a:pt x="260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8"/>
                  </a:lnTo>
                  <a:lnTo>
                    <a:pt x="2" y="161"/>
                  </a:lnTo>
                  <a:lnTo>
                    <a:pt x="5" y="164"/>
                  </a:lnTo>
                  <a:lnTo>
                    <a:pt x="10" y="165"/>
                  </a:lnTo>
                  <a:lnTo>
                    <a:pt x="167" y="165"/>
                  </a:lnTo>
                  <a:lnTo>
                    <a:pt x="167" y="165"/>
                  </a:lnTo>
                  <a:lnTo>
                    <a:pt x="166" y="153"/>
                  </a:lnTo>
                  <a:lnTo>
                    <a:pt x="166" y="1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1" name="Freeform 122"/>
            <p:cNvSpPr>
              <a:spLocks noEditPoints="1"/>
            </p:cNvSpPr>
            <p:nvPr/>
          </p:nvSpPr>
          <p:spPr bwMode="auto">
            <a:xfrm>
              <a:off x="3877238" y="3682372"/>
              <a:ext cx="96838" cy="96838"/>
            </a:xfrm>
            <a:custGeom>
              <a:avLst/>
              <a:gdLst>
                <a:gd name="T0" fmla="*/ 141 w 305"/>
                <a:gd name="T1" fmla="*/ 268 h 306"/>
                <a:gd name="T2" fmla="*/ 108 w 305"/>
                <a:gd name="T3" fmla="*/ 260 h 306"/>
                <a:gd name="T4" fmla="*/ 80 w 305"/>
                <a:gd name="T5" fmla="*/ 242 h 306"/>
                <a:gd name="T6" fmla="*/ 57 w 305"/>
                <a:gd name="T7" fmla="*/ 217 h 306"/>
                <a:gd name="T8" fmla="*/ 43 w 305"/>
                <a:gd name="T9" fmla="*/ 187 h 306"/>
                <a:gd name="T10" fmla="*/ 37 w 305"/>
                <a:gd name="T11" fmla="*/ 153 h 306"/>
                <a:gd name="T12" fmla="*/ 39 w 305"/>
                <a:gd name="T13" fmla="*/ 130 h 306"/>
                <a:gd name="T14" fmla="*/ 52 w 305"/>
                <a:gd name="T15" fmla="*/ 99 h 306"/>
                <a:gd name="T16" fmla="*/ 72 w 305"/>
                <a:gd name="T17" fmla="*/ 72 h 306"/>
                <a:gd name="T18" fmla="*/ 98 w 305"/>
                <a:gd name="T19" fmla="*/ 52 h 306"/>
                <a:gd name="T20" fmla="*/ 130 w 305"/>
                <a:gd name="T21" fmla="*/ 41 h 306"/>
                <a:gd name="T22" fmla="*/ 152 w 305"/>
                <a:gd name="T23" fmla="*/ 38 h 306"/>
                <a:gd name="T24" fmla="*/ 187 w 305"/>
                <a:gd name="T25" fmla="*/ 43 h 306"/>
                <a:gd name="T26" fmla="*/ 217 w 305"/>
                <a:gd name="T27" fmla="*/ 57 h 306"/>
                <a:gd name="T28" fmla="*/ 242 w 305"/>
                <a:gd name="T29" fmla="*/ 80 h 306"/>
                <a:gd name="T30" fmla="*/ 258 w 305"/>
                <a:gd name="T31" fmla="*/ 109 h 306"/>
                <a:gd name="T32" fmla="*/ 267 w 305"/>
                <a:gd name="T33" fmla="*/ 141 h 306"/>
                <a:gd name="T34" fmla="*/ 267 w 305"/>
                <a:gd name="T35" fmla="*/ 165 h 306"/>
                <a:gd name="T36" fmla="*/ 258 w 305"/>
                <a:gd name="T37" fmla="*/ 198 h 306"/>
                <a:gd name="T38" fmla="*/ 242 w 305"/>
                <a:gd name="T39" fmla="*/ 226 h 306"/>
                <a:gd name="T40" fmla="*/ 217 w 305"/>
                <a:gd name="T41" fmla="*/ 249 h 306"/>
                <a:gd name="T42" fmla="*/ 187 w 305"/>
                <a:gd name="T43" fmla="*/ 263 h 306"/>
                <a:gd name="T44" fmla="*/ 152 w 305"/>
                <a:gd name="T45" fmla="*/ 269 h 306"/>
                <a:gd name="T46" fmla="*/ 152 w 305"/>
                <a:gd name="T47" fmla="*/ 0 h 306"/>
                <a:gd name="T48" fmla="*/ 108 w 305"/>
                <a:gd name="T49" fmla="*/ 8 h 306"/>
                <a:gd name="T50" fmla="*/ 67 w 305"/>
                <a:gd name="T51" fmla="*/ 27 h 306"/>
                <a:gd name="T52" fmla="*/ 35 w 305"/>
                <a:gd name="T53" fmla="*/ 56 h 306"/>
                <a:gd name="T54" fmla="*/ 13 w 305"/>
                <a:gd name="T55" fmla="*/ 94 h 306"/>
                <a:gd name="T56" fmla="*/ 1 w 305"/>
                <a:gd name="T57" fmla="*/ 138 h 306"/>
                <a:gd name="T58" fmla="*/ 1 w 305"/>
                <a:gd name="T59" fmla="*/ 169 h 306"/>
                <a:gd name="T60" fmla="*/ 13 w 305"/>
                <a:gd name="T61" fmla="*/ 213 h 306"/>
                <a:gd name="T62" fmla="*/ 35 w 305"/>
                <a:gd name="T63" fmla="*/ 250 h 306"/>
                <a:gd name="T64" fmla="*/ 67 w 305"/>
                <a:gd name="T65" fmla="*/ 280 h 306"/>
                <a:gd name="T66" fmla="*/ 108 w 305"/>
                <a:gd name="T67" fmla="*/ 299 h 306"/>
                <a:gd name="T68" fmla="*/ 152 w 305"/>
                <a:gd name="T69" fmla="*/ 306 h 306"/>
                <a:gd name="T70" fmla="*/ 184 w 305"/>
                <a:gd name="T71" fmla="*/ 302 h 306"/>
                <a:gd name="T72" fmla="*/ 225 w 305"/>
                <a:gd name="T73" fmla="*/ 287 h 306"/>
                <a:gd name="T74" fmla="*/ 261 w 305"/>
                <a:gd name="T75" fmla="*/ 261 h 306"/>
                <a:gd name="T76" fmla="*/ 286 w 305"/>
                <a:gd name="T77" fmla="*/ 226 h 306"/>
                <a:gd name="T78" fmla="*/ 302 w 305"/>
                <a:gd name="T79" fmla="*/ 184 h 306"/>
                <a:gd name="T80" fmla="*/ 305 w 305"/>
                <a:gd name="T81" fmla="*/ 153 h 306"/>
                <a:gd name="T82" fmla="*/ 298 w 305"/>
                <a:gd name="T83" fmla="*/ 108 h 306"/>
                <a:gd name="T84" fmla="*/ 279 w 305"/>
                <a:gd name="T85" fmla="*/ 69 h 306"/>
                <a:gd name="T86" fmla="*/ 250 w 305"/>
                <a:gd name="T87" fmla="*/ 36 h 306"/>
                <a:gd name="T88" fmla="*/ 212 w 305"/>
                <a:gd name="T89" fmla="*/ 13 h 306"/>
                <a:gd name="T90" fmla="*/ 168 w 305"/>
                <a:gd name="T91" fmla="*/ 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5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30" y="266"/>
                  </a:lnTo>
                  <a:lnTo>
                    <a:pt x="119" y="263"/>
                  </a:lnTo>
                  <a:lnTo>
                    <a:pt x="108" y="260"/>
                  </a:lnTo>
                  <a:lnTo>
                    <a:pt x="98" y="254"/>
                  </a:lnTo>
                  <a:lnTo>
                    <a:pt x="89" y="249"/>
                  </a:lnTo>
                  <a:lnTo>
                    <a:pt x="80" y="242"/>
                  </a:lnTo>
                  <a:lnTo>
                    <a:pt x="72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2" y="208"/>
                  </a:lnTo>
                  <a:lnTo>
                    <a:pt x="46" y="198"/>
                  </a:lnTo>
                  <a:lnTo>
                    <a:pt x="43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3" y="119"/>
                  </a:lnTo>
                  <a:lnTo>
                    <a:pt x="46" y="109"/>
                  </a:lnTo>
                  <a:lnTo>
                    <a:pt x="52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2" y="72"/>
                  </a:lnTo>
                  <a:lnTo>
                    <a:pt x="80" y="64"/>
                  </a:lnTo>
                  <a:lnTo>
                    <a:pt x="89" y="57"/>
                  </a:lnTo>
                  <a:lnTo>
                    <a:pt x="98" y="52"/>
                  </a:lnTo>
                  <a:lnTo>
                    <a:pt x="108" y="47"/>
                  </a:lnTo>
                  <a:lnTo>
                    <a:pt x="119" y="43"/>
                  </a:lnTo>
                  <a:lnTo>
                    <a:pt x="130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5" y="38"/>
                  </a:lnTo>
                  <a:lnTo>
                    <a:pt x="176" y="41"/>
                  </a:lnTo>
                  <a:lnTo>
                    <a:pt x="187" y="43"/>
                  </a:lnTo>
                  <a:lnTo>
                    <a:pt x="198" y="47"/>
                  </a:lnTo>
                  <a:lnTo>
                    <a:pt x="208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4" y="72"/>
                  </a:lnTo>
                  <a:lnTo>
                    <a:pt x="242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3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3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2" y="226"/>
                  </a:lnTo>
                  <a:lnTo>
                    <a:pt x="234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8" y="254"/>
                  </a:lnTo>
                  <a:lnTo>
                    <a:pt x="198" y="260"/>
                  </a:lnTo>
                  <a:lnTo>
                    <a:pt x="187" y="263"/>
                  </a:lnTo>
                  <a:lnTo>
                    <a:pt x="176" y="266"/>
                  </a:lnTo>
                  <a:lnTo>
                    <a:pt x="165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7" y="1"/>
                  </a:lnTo>
                  <a:lnTo>
                    <a:pt x="122" y="4"/>
                  </a:lnTo>
                  <a:lnTo>
                    <a:pt x="108" y="8"/>
                  </a:lnTo>
                  <a:lnTo>
                    <a:pt x="93" y="13"/>
                  </a:lnTo>
                  <a:lnTo>
                    <a:pt x="80" y="19"/>
                  </a:lnTo>
                  <a:lnTo>
                    <a:pt x="67" y="27"/>
                  </a:lnTo>
                  <a:lnTo>
                    <a:pt x="56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9" y="81"/>
                  </a:lnTo>
                  <a:lnTo>
                    <a:pt x="13" y="94"/>
                  </a:lnTo>
                  <a:lnTo>
                    <a:pt x="7" y="108"/>
                  </a:lnTo>
                  <a:lnTo>
                    <a:pt x="4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4" y="184"/>
                  </a:lnTo>
                  <a:lnTo>
                    <a:pt x="7" y="198"/>
                  </a:lnTo>
                  <a:lnTo>
                    <a:pt x="13" y="213"/>
                  </a:lnTo>
                  <a:lnTo>
                    <a:pt x="19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6" y="271"/>
                  </a:lnTo>
                  <a:lnTo>
                    <a:pt x="67" y="280"/>
                  </a:lnTo>
                  <a:lnTo>
                    <a:pt x="80" y="287"/>
                  </a:lnTo>
                  <a:lnTo>
                    <a:pt x="93" y="293"/>
                  </a:lnTo>
                  <a:lnTo>
                    <a:pt x="108" y="299"/>
                  </a:lnTo>
                  <a:lnTo>
                    <a:pt x="122" y="302"/>
                  </a:lnTo>
                  <a:lnTo>
                    <a:pt x="137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8" y="304"/>
                  </a:lnTo>
                  <a:lnTo>
                    <a:pt x="184" y="302"/>
                  </a:lnTo>
                  <a:lnTo>
                    <a:pt x="198" y="299"/>
                  </a:lnTo>
                  <a:lnTo>
                    <a:pt x="212" y="293"/>
                  </a:lnTo>
                  <a:lnTo>
                    <a:pt x="225" y="287"/>
                  </a:lnTo>
                  <a:lnTo>
                    <a:pt x="238" y="280"/>
                  </a:lnTo>
                  <a:lnTo>
                    <a:pt x="250" y="271"/>
                  </a:lnTo>
                  <a:lnTo>
                    <a:pt x="261" y="261"/>
                  </a:lnTo>
                  <a:lnTo>
                    <a:pt x="271" y="250"/>
                  </a:lnTo>
                  <a:lnTo>
                    <a:pt x="279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8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5" y="153"/>
                  </a:lnTo>
                  <a:lnTo>
                    <a:pt x="305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8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9" y="69"/>
                  </a:lnTo>
                  <a:lnTo>
                    <a:pt x="271" y="56"/>
                  </a:lnTo>
                  <a:lnTo>
                    <a:pt x="261" y="45"/>
                  </a:lnTo>
                  <a:lnTo>
                    <a:pt x="250" y="36"/>
                  </a:lnTo>
                  <a:lnTo>
                    <a:pt x="238" y="27"/>
                  </a:lnTo>
                  <a:lnTo>
                    <a:pt x="225" y="19"/>
                  </a:lnTo>
                  <a:lnTo>
                    <a:pt x="212" y="13"/>
                  </a:lnTo>
                  <a:lnTo>
                    <a:pt x="198" y="8"/>
                  </a:lnTo>
                  <a:lnTo>
                    <a:pt x="184" y="4"/>
                  </a:lnTo>
                  <a:lnTo>
                    <a:pt x="168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2" name="Freeform 123"/>
            <p:cNvSpPr>
              <a:spLocks noEditPoints="1"/>
            </p:cNvSpPr>
            <p:nvPr/>
          </p:nvSpPr>
          <p:spPr bwMode="auto">
            <a:xfrm>
              <a:off x="3904225" y="3709360"/>
              <a:ext cx="42863" cy="42863"/>
            </a:xfrm>
            <a:custGeom>
              <a:avLst/>
              <a:gdLst>
                <a:gd name="T0" fmla="*/ 66 w 133"/>
                <a:gd name="T1" fmla="*/ 95 h 133"/>
                <a:gd name="T2" fmla="*/ 55 w 133"/>
                <a:gd name="T3" fmla="*/ 93 h 133"/>
                <a:gd name="T4" fmla="*/ 46 w 133"/>
                <a:gd name="T5" fmla="*/ 88 h 133"/>
                <a:gd name="T6" fmla="*/ 41 w 133"/>
                <a:gd name="T7" fmla="*/ 79 h 133"/>
                <a:gd name="T8" fmla="*/ 38 w 133"/>
                <a:gd name="T9" fmla="*/ 67 h 133"/>
                <a:gd name="T10" fmla="*/ 38 w 133"/>
                <a:gd name="T11" fmla="*/ 62 h 133"/>
                <a:gd name="T12" fmla="*/ 43 w 133"/>
                <a:gd name="T13" fmla="*/ 51 h 133"/>
                <a:gd name="T14" fmla="*/ 51 w 133"/>
                <a:gd name="T15" fmla="*/ 43 h 133"/>
                <a:gd name="T16" fmla="*/ 61 w 133"/>
                <a:gd name="T17" fmla="*/ 40 h 133"/>
                <a:gd name="T18" fmla="*/ 66 w 133"/>
                <a:gd name="T19" fmla="*/ 38 h 133"/>
                <a:gd name="T20" fmla="*/ 77 w 133"/>
                <a:gd name="T21" fmla="*/ 41 h 133"/>
                <a:gd name="T22" fmla="*/ 88 w 133"/>
                <a:gd name="T23" fmla="*/ 47 h 133"/>
                <a:gd name="T24" fmla="*/ 93 w 133"/>
                <a:gd name="T25" fmla="*/ 56 h 133"/>
                <a:gd name="T26" fmla="*/ 95 w 133"/>
                <a:gd name="T27" fmla="*/ 67 h 133"/>
                <a:gd name="T28" fmla="*/ 95 w 133"/>
                <a:gd name="T29" fmla="*/ 73 h 133"/>
                <a:gd name="T30" fmla="*/ 91 w 133"/>
                <a:gd name="T31" fmla="*/ 83 h 133"/>
                <a:gd name="T32" fmla="*/ 83 w 133"/>
                <a:gd name="T33" fmla="*/ 91 h 133"/>
                <a:gd name="T34" fmla="*/ 73 w 133"/>
                <a:gd name="T35" fmla="*/ 95 h 133"/>
                <a:gd name="T36" fmla="*/ 66 w 133"/>
                <a:gd name="T37" fmla="*/ 95 h 133"/>
                <a:gd name="T38" fmla="*/ 66 w 133"/>
                <a:gd name="T39" fmla="*/ 0 h 133"/>
                <a:gd name="T40" fmla="*/ 53 w 133"/>
                <a:gd name="T41" fmla="*/ 3 h 133"/>
                <a:gd name="T42" fmla="*/ 29 w 133"/>
                <a:gd name="T43" fmla="*/ 12 h 133"/>
                <a:gd name="T44" fmla="*/ 12 w 133"/>
                <a:gd name="T45" fmla="*/ 29 h 133"/>
                <a:gd name="T46" fmla="*/ 2 w 133"/>
                <a:gd name="T47" fmla="*/ 54 h 133"/>
                <a:gd name="T48" fmla="*/ 0 w 133"/>
                <a:gd name="T49" fmla="*/ 67 h 133"/>
                <a:gd name="T50" fmla="*/ 0 w 133"/>
                <a:gd name="T51" fmla="*/ 74 h 133"/>
                <a:gd name="T52" fmla="*/ 6 w 133"/>
                <a:gd name="T53" fmla="*/ 93 h 133"/>
                <a:gd name="T54" fmla="*/ 19 w 133"/>
                <a:gd name="T55" fmla="*/ 114 h 133"/>
                <a:gd name="T56" fmla="*/ 41 w 133"/>
                <a:gd name="T57" fmla="*/ 128 h 133"/>
                <a:gd name="T58" fmla="*/ 60 w 133"/>
                <a:gd name="T59" fmla="*/ 133 h 133"/>
                <a:gd name="T60" fmla="*/ 66 w 133"/>
                <a:gd name="T61" fmla="*/ 133 h 133"/>
                <a:gd name="T62" fmla="*/ 80 w 133"/>
                <a:gd name="T63" fmla="*/ 132 h 133"/>
                <a:gd name="T64" fmla="*/ 104 w 133"/>
                <a:gd name="T65" fmla="*/ 122 h 133"/>
                <a:gd name="T66" fmla="*/ 122 w 133"/>
                <a:gd name="T67" fmla="*/ 104 h 133"/>
                <a:gd name="T68" fmla="*/ 132 w 133"/>
                <a:gd name="T69" fmla="*/ 81 h 133"/>
                <a:gd name="T70" fmla="*/ 133 w 133"/>
                <a:gd name="T71" fmla="*/ 67 h 133"/>
                <a:gd name="T72" fmla="*/ 132 w 133"/>
                <a:gd name="T73" fmla="*/ 61 h 133"/>
                <a:gd name="T74" fmla="*/ 128 w 133"/>
                <a:gd name="T75" fmla="*/ 42 h 133"/>
                <a:gd name="T76" fmla="*/ 113 w 133"/>
                <a:gd name="T77" fmla="*/ 21 h 133"/>
                <a:gd name="T78" fmla="*/ 93 w 133"/>
                <a:gd name="T79" fmla="*/ 6 h 133"/>
                <a:gd name="T80" fmla="*/ 73 w 133"/>
                <a:gd name="T81" fmla="*/ 2 h 133"/>
                <a:gd name="T82" fmla="*/ 66 w 133"/>
                <a:gd name="T8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3" h="133">
                  <a:moveTo>
                    <a:pt x="66" y="95"/>
                  </a:moveTo>
                  <a:lnTo>
                    <a:pt x="66" y="95"/>
                  </a:lnTo>
                  <a:lnTo>
                    <a:pt x="61" y="95"/>
                  </a:lnTo>
                  <a:lnTo>
                    <a:pt x="55" y="93"/>
                  </a:lnTo>
                  <a:lnTo>
                    <a:pt x="51" y="91"/>
                  </a:lnTo>
                  <a:lnTo>
                    <a:pt x="46" y="88"/>
                  </a:lnTo>
                  <a:lnTo>
                    <a:pt x="43" y="83"/>
                  </a:lnTo>
                  <a:lnTo>
                    <a:pt x="41" y="79"/>
                  </a:lnTo>
                  <a:lnTo>
                    <a:pt x="38" y="73"/>
                  </a:lnTo>
                  <a:lnTo>
                    <a:pt x="38" y="67"/>
                  </a:lnTo>
                  <a:lnTo>
                    <a:pt x="38" y="67"/>
                  </a:lnTo>
                  <a:lnTo>
                    <a:pt x="38" y="62"/>
                  </a:lnTo>
                  <a:lnTo>
                    <a:pt x="41" y="56"/>
                  </a:lnTo>
                  <a:lnTo>
                    <a:pt x="43" y="51"/>
                  </a:lnTo>
                  <a:lnTo>
                    <a:pt x="46" y="47"/>
                  </a:lnTo>
                  <a:lnTo>
                    <a:pt x="51" y="43"/>
                  </a:lnTo>
                  <a:lnTo>
                    <a:pt x="55" y="41"/>
                  </a:lnTo>
                  <a:lnTo>
                    <a:pt x="61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3" y="40"/>
                  </a:lnTo>
                  <a:lnTo>
                    <a:pt x="77" y="41"/>
                  </a:lnTo>
                  <a:lnTo>
                    <a:pt x="83" y="43"/>
                  </a:lnTo>
                  <a:lnTo>
                    <a:pt x="88" y="47"/>
                  </a:lnTo>
                  <a:lnTo>
                    <a:pt x="91" y="51"/>
                  </a:lnTo>
                  <a:lnTo>
                    <a:pt x="93" y="56"/>
                  </a:lnTo>
                  <a:lnTo>
                    <a:pt x="95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5" y="73"/>
                  </a:lnTo>
                  <a:lnTo>
                    <a:pt x="93" y="79"/>
                  </a:lnTo>
                  <a:lnTo>
                    <a:pt x="91" y="83"/>
                  </a:lnTo>
                  <a:lnTo>
                    <a:pt x="88" y="88"/>
                  </a:lnTo>
                  <a:lnTo>
                    <a:pt x="83" y="91"/>
                  </a:lnTo>
                  <a:lnTo>
                    <a:pt x="77" y="93"/>
                  </a:lnTo>
                  <a:lnTo>
                    <a:pt x="73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1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2" y="29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" y="81"/>
                  </a:lnTo>
                  <a:lnTo>
                    <a:pt x="6" y="93"/>
                  </a:lnTo>
                  <a:lnTo>
                    <a:pt x="12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1" y="128"/>
                  </a:lnTo>
                  <a:lnTo>
                    <a:pt x="53" y="132"/>
                  </a:lnTo>
                  <a:lnTo>
                    <a:pt x="60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80" y="132"/>
                  </a:lnTo>
                  <a:lnTo>
                    <a:pt x="93" y="128"/>
                  </a:lnTo>
                  <a:lnTo>
                    <a:pt x="104" y="122"/>
                  </a:lnTo>
                  <a:lnTo>
                    <a:pt x="113" y="114"/>
                  </a:lnTo>
                  <a:lnTo>
                    <a:pt x="122" y="104"/>
                  </a:lnTo>
                  <a:lnTo>
                    <a:pt x="128" y="93"/>
                  </a:lnTo>
                  <a:lnTo>
                    <a:pt x="132" y="81"/>
                  </a:lnTo>
                  <a:lnTo>
                    <a:pt x="132" y="74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2" y="61"/>
                  </a:lnTo>
                  <a:lnTo>
                    <a:pt x="132" y="54"/>
                  </a:lnTo>
                  <a:lnTo>
                    <a:pt x="128" y="42"/>
                  </a:lnTo>
                  <a:lnTo>
                    <a:pt x="122" y="29"/>
                  </a:lnTo>
                  <a:lnTo>
                    <a:pt x="113" y="21"/>
                  </a:lnTo>
                  <a:lnTo>
                    <a:pt x="104" y="12"/>
                  </a:lnTo>
                  <a:lnTo>
                    <a:pt x="93" y="6"/>
                  </a:lnTo>
                  <a:lnTo>
                    <a:pt x="80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3" name="Freeform 124"/>
            <p:cNvSpPr>
              <a:spLocks/>
            </p:cNvSpPr>
            <p:nvPr/>
          </p:nvSpPr>
          <p:spPr bwMode="auto">
            <a:xfrm>
              <a:off x="3951850" y="3682372"/>
              <a:ext cx="138113" cy="52388"/>
            </a:xfrm>
            <a:custGeom>
              <a:avLst/>
              <a:gdLst>
                <a:gd name="T0" fmla="*/ 344 w 437"/>
                <a:gd name="T1" fmla="*/ 165 h 165"/>
                <a:gd name="T2" fmla="*/ 344 w 437"/>
                <a:gd name="T3" fmla="*/ 165 h 165"/>
                <a:gd name="T4" fmla="*/ 344 w 437"/>
                <a:gd name="T5" fmla="*/ 153 h 165"/>
                <a:gd name="T6" fmla="*/ 344 w 437"/>
                <a:gd name="T7" fmla="*/ 153 h 165"/>
                <a:gd name="T8" fmla="*/ 344 w 437"/>
                <a:gd name="T9" fmla="*/ 141 h 165"/>
                <a:gd name="T10" fmla="*/ 345 w 437"/>
                <a:gd name="T11" fmla="*/ 129 h 165"/>
                <a:gd name="T12" fmla="*/ 347 w 437"/>
                <a:gd name="T13" fmla="*/ 117 h 165"/>
                <a:gd name="T14" fmla="*/ 350 w 437"/>
                <a:gd name="T15" fmla="*/ 105 h 165"/>
                <a:gd name="T16" fmla="*/ 354 w 437"/>
                <a:gd name="T17" fmla="*/ 94 h 165"/>
                <a:gd name="T18" fmla="*/ 358 w 437"/>
                <a:gd name="T19" fmla="*/ 83 h 165"/>
                <a:gd name="T20" fmla="*/ 364 w 437"/>
                <a:gd name="T21" fmla="*/ 73 h 165"/>
                <a:gd name="T22" fmla="*/ 369 w 437"/>
                <a:gd name="T23" fmla="*/ 63 h 165"/>
                <a:gd name="T24" fmla="*/ 376 w 437"/>
                <a:gd name="T25" fmla="*/ 53 h 165"/>
                <a:gd name="T26" fmla="*/ 383 w 437"/>
                <a:gd name="T27" fmla="*/ 44 h 165"/>
                <a:gd name="T28" fmla="*/ 391 w 437"/>
                <a:gd name="T29" fmla="*/ 35 h 165"/>
                <a:gd name="T30" fmla="*/ 399 w 437"/>
                <a:gd name="T31" fmla="*/ 27 h 165"/>
                <a:gd name="T32" fmla="*/ 407 w 437"/>
                <a:gd name="T33" fmla="*/ 19 h 165"/>
                <a:gd name="T34" fmla="*/ 416 w 437"/>
                <a:gd name="T35" fmla="*/ 13 h 165"/>
                <a:gd name="T36" fmla="*/ 426 w 437"/>
                <a:gd name="T37" fmla="*/ 6 h 165"/>
                <a:gd name="T38" fmla="*/ 437 w 437"/>
                <a:gd name="T39" fmla="*/ 0 h 165"/>
                <a:gd name="T40" fmla="*/ 0 w 437"/>
                <a:gd name="T41" fmla="*/ 0 h 165"/>
                <a:gd name="T42" fmla="*/ 0 w 437"/>
                <a:gd name="T43" fmla="*/ 0 h 165"/>
                <a:gd name="T44" fmla="*/ 10 w 437"/>
                <a:gd name="T45" fmla="*/ 6 h 165"/>
                <a:gd name="T46" fmla="*/ 20 w 437"/>
                <a:gd name="T47" fmla="*/ 13 h 165"/>
                <a:gd name="T48" fmla="*/ 29 w 437"/>
                <a:gd name="T49" fmla="*/ 19 h 165"/>
                <a:gd name="T50" fmla="*/ 38 w 437"/>
                <a:gd name="T51" fmla="*/ 27 h 165"/>
                <a:gd name="T52" fmla="*/ 47 w 437"/>
                <a:gd name="T53" fmla="*/ 35 h 165"/>
                <a:gd name="T54" fmla="*/ 53 w 437"/>
                <a:gd name="T55" fmla="*/ 44 h 165"/>
                <a:gd name="T56" fmla="*/ 61 w 437"/>
                <a:gd name="T57" fmla="*/ 53 h 165"/>
                <a:gd name="T58" fmla="*/ 68 w 437"/>
                <a:gd name="T59" fmla="*/ 63 h 165"/>
                <a:gd name="T60" fmla="*/ 73 w 437"/>
                <a:gd name="T61" fmla="*/ 73 h 165"/>
                <a:gd name="T62" fmla="*/ 78 w 437"/>
                <a:gd name="T63" fmla="*/ 83 h 165"/>
                <a:gd name="T64" fmla="*/ 82 w 437"/>
                <a:gd name="T65" fmla="*/ 94 h 165"/>
                <a:gd name="T66" fmla="*/ 87 w 437"/>
                <a:gd name="T67" fmla="*/ 105 h 165"/>
                <a:gd name="T68" fmla="*/ 89 w 437"/>
                <a:gd name="T69" fmla="*/ 117 h 165"/>
                <a:gd name="T70" fmla="*/ 91 w 437"/>
                <a:gd name="T71" fmla="*/ 129 h 165"/>
                <a:gd name="T72" fmla="*/ 92 w 437"/>
                <a:gd name="T73" fmla="*/ 141 h 165"/>
                <a:gd name="T74" fmla="*/ 94 w 437"/>
                <a:gd name="T75" fmla="*/ 153 h 165"/>
                <a:gd name="T76" fmla="*/ 94 w 437"/>
                <a:gd name="T77" fmla="*/ 153 h 165"/>
                <a:gd name="T78" fmla="*/ 92 w 437"/>
                <a:gd name="T79" fmla="*/ 165 h 165"/>
                <a:gd name="T80" fmla="*/ 344 w 437"/>
                <a:gd name="T81" fmla="*/ 165 h 165"/>
                <a:gd name="T82" fmla="*/ 344 w 437"/>
                <a:gd name="T83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7" h="165">
                  <a:moveTo>
                    <a:pt x="344" y="165"/>
                  </a:moveTo>
                  <a:lnTo>
                    <a:pt x="344" y="165"/>
                  </a:lnTo>
                  <a:lnTo>
                    <a:pt x="344" y="153"/>
                  </a:lnTo>
                  <a:lnTo>
                    <a:pt x="344" y="153"/>
                  </a:lnTo>
                  <a:lnTo>
                    <a:pt x="344" y="141"/>
                  </a:lnTo>
                  <a:lnTo>
                    <a:pt x="345" y="129"/>
                  </a:lnTo>
                  <a:lnTo>
                    <a:pt x="347" y="117"/>
                  </a:lnTo>
                  <a:lnTo>
                    <a:pt x="350" y="105"/>
                  </a:lnTo>
                  <a:lnTo>
                    <a:pt x="354" y="94"/>
                  </a:lnTo>
                  <a:lnTo>
                    <a:pt x="358" y="83"/>
                  </a:lnTo>
                  <a:lnTo>
                    <a:pt x="364" y="73"/>
                  </a:lnTo>
                  <a:lnTo>
                    <a:pt x="369" y="63"/>
                  </a:lnTo>
                  <a:lnTo>
                    <a:pt x="376" y="53"/>
                  </a:lnTo>
                  <a:lnTo>
                    <a:pt x="383" y="44"/>
                  </a:lnTo>
                  <a:lnTo>
                    <a:pt x="391" y="35"/>
                  </a:lnTo>
                  <a:lnTo>
                    <a:pt x="399" y="27"/>
                  </a:lnTo>
                  <a:lnTo>
                    <a:pt x="407" y="19"/>
                  </a:lnTo>
                  <a:lnTo>
                    <a:pt x="416" y="13"/>
                  </a:lnTo>
                  <a:lnTo>
                    <a:pt x="426" y="6"/>
                  </a:lnTo>
                  <a:lnTo>
                    <a:pt x="437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7" y="35"/>
                  </a:lnTo>
                  <a:lnTo>
                    <a:pt x="53" y="44"/>
                  </a:lnTo>
                  <a:lnTo>
                    <a:pt x="61" y="53"/>
                  </a:lnTo>
                  <a:lnTo>
                    <a:pt x="68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2" y="94"/>
                  </a:lnTo>
                  <a:lnTo>
                    <a:pt x="87" y="105"/>
                  </a:lnTo>
                  <a:lnTo>
                    <a:pt x="89" y="117"/>
                  </a:lnTo>
                  <a:lnTo>
                    <a:pt x="91" y="129"/>
                  </a:lnTo>
                  <a:lnTo>
                    <a:pt x="92" y="141"/>
                  </a:lnTo>
                  <a:lnTo>
                    <a:pt x="94" y="153"/>
                  </a:lnTo>
                  <a:lnTo>
                    <a:pt x="94" y="153"/>
                  </a:lnTo>
                  <a:lnTo>
                    <a:pt x="92" y="165"/>
                  </a:lnTo>
                  <a:lnTo>
                    <a:pt x="344" y="165"/>
                  </a:lnTo>
                  <a:lnTo>
                    <a:pt x="344" y="16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4" name="Freeform 125"/>
            <p:cNvSpPr>
              <a:spLocks/>
            </p:cNvSpPr>
            <p:nvPr/>
          </p:nvSpPr>
          <p:spPr bwMode="auto">
            <a:xfrm>
              <a:off x="4140763" y="3682372"/>
              <a:ext cx="95250" cy="52388"/>
            </a:xfrm>
            <a:custGeom>
              <a:avLst/>
              <a:gdLst>
                <a:gd name="T0" fmla="*/ 292 w 302"/>
                <a:gd name="T1" fmla="*/ 0 h 165"/>
                <a:gd name="T2" fmla="*/ 0 w 302"/>
                <a:gd name="T3" fmla="*/ 0 h 165"/>
                <a:gd name="T4" fmla="*/ 0 w 302"/>
                <a:gd name="T5" fmla="*/ 0 h 165"/>
                <a:gd name="T6" fmla="*/ 10 w 302"/>
                <a:gd name="T7" fmla="*/ 6 h 165"/>
                <a:gd name="T8" fmla="*/ 20 w 302"/>
                <a:gd name="T9" fmla="*/ 13 h 165"/>
                <a:gd name="T10" fmla="*/ 29 w 302"/>
                <a:gd name="T11" fmla="*/ 19 h 165"/>
                <a:gd name="T12" fmla="*/ 38 w 302"/>
                <a:gd name="T13" fmla="*/ 27 h 165"/>
                <a:gd name="T14" fmla="*/ 46 w 302"/>
                <a:gd name="T15" fmla="*/ 35 h 165"/>
                <a:gd name="T16" fmla="*/ 54 w 302"/>
                <a:gd name="T17" fmla="*/ 44 h 165"/>
                <a:gd name="T18" fmla="*/ 61 w 302"/>
                <a:gd name="T19" fmla="*/ 53 h 165"/>
                <a:gd name="T20" fmla="*/ 67 w 302"/>
                <a:gd name="T21" fmla="*/ 63 h 165"/>
                <a:gd name="T22" fmla="*/ 73 w 302"/>
                <a:gd name="T23" fmla="*/ 73 h 165"/>
                <a:gd name="T24" fmla="*/ 78 w 302"/>
                <a:gd name="T25" fmla="*/ 83 h 165"/>
                <a:gd name="T26" fmla="*/ 83 w 302"/>
                <a:gd name="T27" fmla="*/ 94 h 165"/>
                <a:gd name="T28" fmla="*/ 86 w 302"/>
                <a:gd name="T29" fmla="*/ 105 h 165"/>
                <a:gd name="T30" fmla="*/ 90 w 302"/>
                <a:gd name="T31" fmla="*/ 117 h 165"/>
                <a:gd name="T32" fmla="*/ 92 w 302"/>
                <a:gd name="T33" fmla="*/ 129 h 165"/>
                <a:gd name="T34" fmla="*/ 93 w 302"/>
                <a:gd name="T35" fmla="*/ 141 h 165"/>
                <a:gd name="T36" fmla="*/ 93 w 302"/>
                <a:gd name="T37" fmla="*/ 153 h 165"/>
                <a:gd name="T38" fmla="*/ 93 w 302"/>
                <a:gd name="T39" fmla="*/ 153 h 165"/>
                <a:gd name="T40" fmla="*/ 93 w 302"/>
                <a:gd name="T41" fmla="*/ 165 h 165"/>
                <a:gd name="T42" fmla="*/ 292 w 302"/>
                <a:gd name="T43" fmla="*/ 165 h 165"/>
                <a:gd name="T44" fmla="*/ 292 w 302"/>
                <a:gd name="T45" fmla="*/ 165 h 165"/>
                <a:gd name="T46" fmla="*/ 295 w 302"/>
                <a:gd name="T47" fmla="*/ 164 h 165"/>
                <a:gd name="T48" fmla="*/ 299 w 302"/>
                <a:gd name="T49" fmla="*/ 161 h 165"/>
                <a:gd name="T50" fmla="*/ 301 w 302"/>
                <a:gd name="T51" fmla="*/ 158 h 165"/>
                <a:gd name="T52" fmla="*/ 302 w 302"/>
                <a:gd name="T53" fmla="*/ 155 h 165"/>
                <a:gd name="T54" fmla="*/ 302 w 302"/>
                <a:gd name="T55" fmla="*/ 10 h 165"/>
                <a:gd name="T56" fmla="*/ 302 w 302"/>
                <a:gd name="T57" fmla="*/ 10 h 165"/>
                <a:gd name="T58" fmla="*/ 301 w 302"/>
                <a:gd name="T59" fmla="*/ 6 h 165"/>
                <a:gd name="T60" fmla="*/ 299 w 302"/>
                <a:gd name="T61" fmla="*/ 3 h 165"/>
                <a:gd name="T62" fmla="*/ 295 w 302"/>
                <a:gd name="T63" fmla="*/ 0 h 165"/>
                <a:gd name="T64" fmla="*/ 292 w 302"/>
                <a:gd name="T65" fmla="*/ 0 h 165"/>
                <a:gd name="T66" fmla="*/ 292 w 302"/>
                <a:gd name="T67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02" h="165">
                  <a:moveTo>
                    <a:pt x="29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0" y="6"/>
                  </a:lnTo>
                  <a:lnTo>
                    <a:pt x="20" y="13"/>
                  </a:lnTo>
                  <a:lnTo>
                    <a:pt x="29" y="19"/>
                  </a:lnTo>
                  <a:lnTo>
                    <a:pt x="38" y="27"/>
                  </a:lnTo>
                  <a:lnTo>
                    <a:pt x="46" y="35"/>
                  </a:lnTo>
                  <a:lnTo>
                    <a:pt x="54" y="44"/>
                  </a:lnTo>
                  <a:lnTo>
                    <a:pt x="61" y="53"/>
                  </a:lnTo>
                  <a:lnTo>
                    <a:pt x="67" y="63"/>
                  </a:lnTo>
                  <a:lnTo>
                    <a:pt x="73" y="73"/>
                  </a:lnTo>
                  <a:lnTo>
                    <a:pt x="78" y="83"/>
                  </a:lnTo>
                  <a:lnTo>
                    <a:pt x="83" y="94"/>
                  </a:lnTo>
                  <a:lnTo>
                    <a:pt x="86" y="105"/>
                  </a:lnTo>
                  <a:lnTo>
                    <a:pt x="90" y="117"/>
                  </a:lnTo>
                  <a:lnTo>
                    <a:pt x="92" y="129"/>
                  </a:lnTo>
                  <a:lnTo>
                    <a:pt x="93" y="141"/>
                  </a:lnTo>
                  <a:lnTo>
                    <a:pt x="93" y="153"/>
                  </a:lnTo>
                  <a:lnTo>
                    <a:pt x="93" y="153"/>
                  </a:lnTo>
                  <a:lnTo>
                    <a:pt x="93" y="165"/>
                  </a:lnTo>
                  <a:lnTo>
                    <a:pt x="292" y="165"/>
                  </a:lnTo>
                  <a:lnTo>
                    <a:pt x="292" y="165"/>
                  </a:lnTo>
                  <a:lnTo>
                    <a:pt x="295" y="164"/>
                  </a:lnTo>
                  <a:lnTo>
                    <a:pt x="299" y="161"/>
                  </a:lnTo>
                  <a:lnTo>
                    <a:pt x="301" y="158"/>
                  </a:lnTo>
                  <a:lnTo>
                    <a:pt x="302" y="155"/>
                  </a:lnTo>
                  <a:lnTo>
                    <a:pt x="302" y="10"/>
                  </a:lnTo>
                  <a:lnTo>
                    <a:pt x="302" y="10"/>
                  </a:lnTo>
                  <a:lnTo>
                    <a:pt x="301" y="6"/>
                  </a:lnTo>
                  <a:lnTo>
                    <a:pt x="299" y="3"/>
                  </a:lnTo>
                  <a:lnTo>
                    <a:pt x="295" y="0"/>
                  </a:lnTo>
                  <a:lnTo>
                    <a:pt x="292" y="0"/>
                  </a:lnTo>
                  <a:lnTo>
                    <a:pt x="29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5" name="Freeform 126"/>
            <p:cNvSpPr>
              <a:spLocks noEditPoints="1"/>
            </p:cNvSpPr>
            <p:nvPr/>
          </p:nvSpPr>
          <p:spPr bwMode="auto">
            <a:xfrm>
              <a:off x="4066150" y="3682372"/>
              <a:ext cx="96838" cy="96838"/>
            </a:xfrm>
            <a:custGeom>
              <a:avLst/>
              <a:gdLst>
                <a:gd name="T0" fmla="*/ 141 w 304"/>
                <a:gd name="T1" fmla="*/ 268 h 306"/>
                <a:gd name="T2" fmla="*/ 107 w 304"/>
                <a:gd name="T3" fmla="*/ 260 h 306"/>
                <a:gd name="T4" fmla="*/ 79 w 304"/>
                <a:gd name="T5" fmla="*/ 242 h 306"/>
                <a:gd name="T6" fmla="*/ 57 w 304"/>
                <a:gd name="T7" fmla="*/ 217 h 306"/>
                <a:gd name="T8" fmla="*/ 42 w 304"/>
                <a:gd name="T9" fmla="*/ 187 h 306"/>
                <a:gd name="T10" fmla="*/ 37 w 304"/>
                <a:gd name="T11" fmla="*/ 153 h 306"/>
                <a:gd name="T12" fmla="*/ 39 w 304"/>
                <a:gd name="T13" fmla="*/ 130 h 306"/>
                <a:gd name="T14" fmla="*/ 50 w 304"/>
                <a:gd name="T15" fmla="*/ 99 h 306"/>
                <a:gd name="T16" fmla="*/ 70 w 304"/>
                <a:gd name="T17" fmla="*/ 72 h 306"/>
                <a:gd name="T18" fmla="*/ 97 w 304"/>
                <a:gd name="T19" fmla="*/ 52 h 306"/>
                <a:gd name="T20" fmla="*/ 128 w 304"/>
                <a:gd name="T21" fmla="*/ 41 h 306"/>
                <a:gd name="T22" fmla="*/ 152 w 304"/>
                <a:gd name="T23" fmla="*/ 38 h 306"/>
                <a:gd name="T24" fmla="*/ 186 w 304"/>
                <a:gd name="T25" fmla="*/ 43 h 306"/>
                <a:gd name="T26" fmla="*/ 217 w 304"/>
                <a:gd name="T27" fmla="*/ 57 h 306"/>
                <a:gd name="T28" fmla="*/ 241 w 304"/>
                <a:gd name="T29" fmla="*/ 80 h 306"/>
                <a:gd name="T30" fmla="*/ 258 w 304"/>
                <a:gd name="T31" fmla="*/ 109 h 306"/>
                <a:gd name="T32" fmla="*/ 267 w 304"/>
                <a:gd name="T33" fmla="*/ 141 h 306"/>
                <a:gd name="T34" fmla="*/ 267 w 304"/>
                <a:gd name="T35" fmla="*/ 165 h 306"/>
                <a:gd name="T36" fmla="*/ 258 w 304"/>
                <a:gd name="T37" fmla="*/ 198 h 306"/>
                <a:gd name="T38" fmla="*/ 241 w 304"/>
                <a:gd name="T39" fmla="*/ 226 h 306"/>
                <a:gd name="T40" fmla="*/ 217 w 304"/>
                <a:gd name="T41" fmla="*/ 249 h 306"/>
                <a:gd name="T42" fmla="*/ 186 w 304"/>
                <a:gd name="T43" fmla="*/ 263 h 306"/>
                <a:gd name="T44" fmla="*/ 152 w 304"/>
                <a:gd name="T45" fmla="*/ 269 h 306"/>
                <a:gd name="T46" fmla="*/ 152 w 304"/>
                <a:gd name="T47" fmla="*/ 0 h 306"/>
                <a:gd name="T48" fmla="*/ 107 w 304"/>
                <a:gd name="T49" fmla="*/ 8 h 306"/>
                <a:gd name="T50" fmla="*/ 67 w 304"/>
                <a:gd name="T51" fmla="*/ 27 h 306"/>
                <a:gd name="T52" fmla="*/ 35 w 304"/>
                <a:gd name="T53" fmla="*/ 56 h 306"/>
                <a:gd name="T54" fmla="*/ 12 w 304"/>
                <a:gd name="T55" fmla="*/ 94 h 306"/>
                <a:gd name="T56" fmla="*/ 1 w 304"/>
                <a:gd name="T57" fmla="*/ 138 h 306"/>
                <a:gd name="T58" fmla="*/ 1 w 304"/>
                <a:gd name="T59" fmla="*/ 169 h 306"/>
                <a:gd name="T60" fmla="*/ 12 w 304"/>
                <a:gd name="T61" fmla="*/ 213 h 306"/>
                <a:gd name="T62" fmla="*/ 35 w 304"/>
                <a:gd name="T63" fmla="*/ 250 h 306"/>
                <a:gd name="T64" fmla="*/ 67 w 304"/>
                <a:gd name="T65" fmla="*/ 280 h 306"/>
                <a:gd name="T66" fmla="*/ 107 w 304"/>
                <a:gd name="T67" fmla="*/ 299 h 306"/>
                <a:gd name="T68" fmla="*/ 152 w 304"/>
                <a:gd name="T69" fmla="*/ 306 h 306"/>
                <a:gd name="T70" fmla="*/ 183 w 304"/>
                <a:gd name="T71" fmla="*/ 302 h 306"/>
                <a:gd name="T72" fmla="*/ 224 w 304"/>
                <a:gd name="T73" fmla="*/ 287 h 306"/>
                <a:gd name="T74" fmla="*/ 259 w 304"/>
                <a:gd name="T75" fmla="*/ 261 h 306"/>
                <a:gd name="T76" fmla="*/ 286 w 304"/>
                <a:gd name="T77" fmla="*/ 226 h 306"/>
                <a:gd name="T78" fmla="*/ 302 w 304"/>
                <a:gd name="T79" fmla="*/ 184 h 306"/>
                <a:gd name="T80" fmla="*/ 304 w 304"/>
                <a:gd name="T81" fmla="*/ 153 h 306"/>
                <a:gd name="T82" fmla="*/ 297 w 304"/>
                <a:gd name="T83" fmla="*/ 108 h 306"/>
                <a:gd name="T84" fmla="*/ 278 w 304"/>
                <a:gd name="T85" fmla="*/ 69 h 306"/>
                <a:gd name="T86" fmla="*/ 249 w 304"/>
                <a:gd name="T87" fmla="*/ 36 h 306"/>
                <a:gd name="T88" fmla="*/ 211 w 304"/>
                <a:gd name="T89" fmla="*/ 13 h 306"/>
                <a:gd name="T90" fmla="*/ 167 w 304"/>
                <a:gd name="T91" fmla="*/ 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4" h="306">
                  <a:moveTo>
                    <a:pt x="152" y="269"/>
                  </a:moveTo>
                  <a:lnTo>
                    <a:pt x="152" y="269"/>
                  </a:lnTo>
                  <a:lnTo>
                    <a:pt x="141" y="268"/>
                  </a:lnTo>
                  <a:lnTo>
                    <a:pt x="128" y="266"/>
                  </a:lnTo>
                  <a:lnTo>
                    <a:pt x="117" y="263"/>
                  </a:lnTo>
                  <a:lnTo>
                    <a:pt x="107" y="260"/>
                  </a:lnTo>
                  <a:lnTo>
                    <a:pt x="97" y="254"/>
                  </a:lnTo>
                  <a:lnTo>
                    <a:pt x="87" y="249"/>
                  </a:lnTo>
                  <a:lnTo>
                    <a:pt x="79" y="242"/>
                  </a:lnTo>
                  <a:lnTo>
                    <a:pt x="70" y="235"/>
                  </a:lnTo>
                  <a:lnTo>
                    <a:pt x="64" y="226"/>
                  </a:lnTo>
                  <a:lnTo>
                    <a:pt x="57" y="217"/>
                  </a:lnTo>
                  <a:lnTo>
                    <a:pt x="50" y="208"/>
                  </a:lnTo>
                  <a:lnTo>
                    <a:pt x="46" y="198"/>
                  </a:lnTo>
                  <a:lnTo>
                    <a:pt x="42" y="187"/>
                  </a:lnTo>
                  <a:lnTo>
                    <a:pt x="39" y="176"/>
                  </a:lnTo>
                  <a:lnTo>
                    <a:pt x="38" y="165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8" y="141"/>
                  </a:lnTo>
                  <a:lnTo>
                    <a:pt x="39" y="130"/>
                  </a:lnTo>
                  <a:lnTo>
                    <a:pt x="42" y="119"/>
                  </a:lnTo>
                  <a:lnTo>
                    <a:pt x="46" y="109"/>
                  </a:lnTo>
                  <a:lnTo>
                    <a:pt x="50" y="99"/>
                  </a:lnTo>
                  <a:lnTo>
                    <a:pt x="57" y="89"/>
                  </a:lnTo>
                  <a:lnTo>
                    <a:pt x="64" y="80"/>
                  </a:lnTo>
                  <a:lnTo>
                    <a:pt x="70" y="72"/>
                  </a:lnTo>
                  <a:lnTo>
                    <a:pt x="79" y="64"/>
                  </a:lnTo>
                  <a:lnTo>
                    <a:pt x="87" y="57"/>
                  </a:lnTo>
                  <a:lnTo>
                    <a:pt x="97" y="52"/>
                  </a:lnTo>
                  <a:lnTo>
                    <a:pt x="107" y="47"/>
                  </a:lnTo>
                  <a:lnTo>
                    <a:pt x="117" y="43"/>
                  </a:lnTo>
                  <a:lnTo>
                    <a:pt x="128" y="41"/>
                  </a:lnTo>
                  <a:lnTo>
                    <a:pt x="141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64" y="38"/>
                  </a:lnTo>
                  <a:lnTo>
                    <a:pt x="175" y="41"/>
                  </a:lnTo>
                  <a:lnTo>
                    <a:pt x="186" y="43"/>
                  </a:lnTo>
                  <a:lnTo>
                    <a:pt x="197" y="47"/>
                  </a:lnTo>
                  <a:lnTo>
                    <a:pt x="207" y="52"/>
                  </a:lnTo>
                  <a:lnTo>
                    <a:pt x="217" y="57"/>
                  </a:lnTo>
                  <a:lnTo>
                    <a:pt x="226" y="64"/>
                  </a:lnTo>
                  <a:lnTo>
                    <a:pt x="233" y="72"/>
                  </a:lnTo>
                  <a:lnTo>
                    <a:pt x="241" y="80"/>
                  </a:lnTo>
                  <a:lnTo>
                    <a:pt x="248" y="89"/>
                  </a:lnTo>
                  <a:lnTo>
                    <a:pt x="254" y="99"/>
                  </a:lnTo>
                  <a:lnTo>
                    <a:pt x="258" y="109"/>
                  </a:lnTo>
                  <a:lnTo>
                    <a:pt x="262" y="119"/>
                  </a:lnTo>
                  <a:lnTo>
                    <a:pt x="265" y="130"/>
                  </a:lnTo>
                  <a:lnTo>
                    <a:pt x="267" y="141"/>
                  </a:lnTo>
                  <a:lnTo>
                    <a:pt x="267" y="153"/>
                  </a:lnTo>
                  <a:lnTo>
                    <a:pt x="267" y="153"/>
                  </a:lnTo>
                  <a:lnTo>
                    <a:pt x="267" y="165"/>
                  </a:lnTo>
                  <a:lnTo>
                    <a:pt x="265" y="176"/>
                  </a:lnTo>
                  <a:lnTo>
                    <a:pt x="262" y="187"/>
                  </a:lnTo>
                  <a:lnTo>
                    <a:pt x="258" y="198"/>
                  </a:lnTo>
                  <a:lnTo>
                    <a:pt x="254" y="208"/>
                  </a:lnTo>
                  <a:lnTo>
                    <a:pt x="248" y="217"/>
                  </a:lnTo>
                  <a:lnTo>
                    <a:pt x="241" y="226"/>
                  </a:lnTo>
                  <a:lnTo>
                    <a:pt x="233" y="235"/>
                  </a:lnTo>
                  <a:lnTo>
                    <a:pt x="226" y="242"/>
                  </a:lnTo>
                  <a:lnTo>
                    <a:pt x="217" y="249"/>
                  </a:lnTo>
                  <a:lnTo>
                    <a:pt x="207" y="254"/>
                  </a:lnTo>
                  <a:lnTo>
                    <a:pt x="197" y="260"/>
                  </a:lnTo>
                  <a:lnTo>
                    <a:pt x="186" y="263"/>
                  </a:lnTo>
                  <a:lnTo>
                    <a:pt x="175" y="266"/>
                  </a:lnTo>
                  <a:lnTo>
                    <a:pt x="164" y="268"/>
                  </a:lnTo>
                  <a:lnTo>
                    <a:pt x="152" y="269"/>
                  </a:lnTo>
                  <a:lnTo>
                    <a:pt x="152" y="269"/>
                  </a:lnTo>
                  <a:close/>
                  <a:moveTo>
                    <a:pt x="152" y="0"/>
                  </a:moveTo>
                  <a:lnTo>
                    <a:pt x="152" y="0"/>
                  </a:lnTo>
                  <a:lnTo>
                    <a:pt x="136" y="1"/>
                  </a:lnTo>
                  <a:lnTo>
                    <a:pt x="122" y="4"/>
                  </a:lnTo>
                  <a:lnTo>
                    <a:pt x="107" y="8"/>
                  </a:lnTo>
                  <a:lnTo>
                    <a:pt x="93" y="13"/>
                  </a:lnTo>
                  <a:lnTo>
                    <a:pt x="79" y="19"/>
                  </a:lnTo>
                  <a:lnTo>
                    <a:pt x="67" y="27"/>
                  </a:lnTo>
                  <a:lnTo>
                    <a:pt x="55" y="36"/>
                  </a:lnTo>
                  <a:lnTo>
                    <a:pt x="45" y="45"/>
                  </a:lnTo>
                  <a:lnTo>
                    <a:pt x="35" y="56"/>
                  </a:lnTo>
                  <a:lnTo>
                    <a:pt x="26" y="69"/>
                  </a:lnTo>
                  <a:lnTo>
                    <a:pt x="18" y="81"/>
                  </a:lnTo>
                  <a:lnTo>
                    <a:pt x="12" y="94"/>
                  </a:lnTo>
                  <a:lnTo>
                    <a:pt x="7" y="108"/>
                  </a:lnTo>
                  <a:lnTo>
                    <a:pt x="3" y="122"/>
                  </a:lnTo>
                  <a:lnTo>
                    <a:pt x="1" y="138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1" y="169"/>
                  </a:lnTo>
                  <a:lnTo>
                    <a:pt x="3" y="184"/>
                  </a:lnTo>
                  <a:lnTo>
                    <a:pt x="7" y="198"/>
                  </a:lnTo>
                  <a:lnTo>
                    <a:pt x="12" y="213"/>
                  </a:lnTo>
                  <a:lnTo>
                    <a:pt x="18" y="226"/>
                  </a:lnTo>
                  <a:lnTo>
                    <a:pt x="26" y="238"/>
                  </a:lnTo>
                  <a:lnTo>
                    <a:pt x="35" y="250"/>
                  </a:lnTo>
                  <a:lnTo>
                    <a:pt x="45" y="261"/>
                  </a:lnTo>
                  <a:lnTo>
                    <a:pt x="55" y="271"/>
                  </a:lnTo>
                  <a:lnTo>
                    <a:pt x="67" y="280"/>
                  </a:lnTo>
                  <a:lnTo>
                    <a:pt x="79" y="287"/>
                  </a:lnTo>
                  <a:lnTo>
                    <a:pt x="93" y="293"/>
                  </a:lnTo>
                  <a:lnTo>
                    <a:pt x="107" y="299"/>
                  </a:lnTo>
                  <a:lnTo>
                    <a:pt x="122" y="302"/>
                  </a:lnTo>
                  <a:lnTo>
                    <a:pt x="136" y="304"/>
                  </a:lnTo>
                  <a:lnTo>
                    <a:pt x="152" y="306"/>
                  </a:lnTo>
                  <a:lnTo>
                    <a:pt x="152" y="306"/>
                  </a:lnTo>
                  <a:lnTo>
                    <a:pt x="167" y="304"/>
                  </a:lnTo>
                  <a:lnTo>
                    <a:pt x="183" y="302"/>
                  </a:lnTo>
                  <a:lnTo>
                    <a:pt x="198" y="299"/>
                  </a:lnTo>
                  <a:lnTo>
                    <a:pt x="211" y="293"/>
                  </a:lnTo>
                  <a:lnTo>
                    <a:pt x="224" y="287"/>
                  </a:lnTo>
                  <a:lnTo>
                    <a:pt x="237" y="280"/>
                  </a:lnTo>
                  <a:lnTo>
                    <a:pt x="249" y="271"/>
                  </a:lnTo>
                  <a:lnTo>
                    <a:pt x="259" y="261"/>
                  </a:lnTo>
                  <a:lnTo>
                    <a:pt x="269" y="250"/>
                  </a:lnTo>
                  <a:lnTo>
                    <a:pt x="278" y="238"/>
                  </a:lnTo>
                  <a:lnTo>
                    <a:pt x="286" y="226"/>
                  </a:lnTo>
                  <a:lnTo>
                    <a:pt x="293" y="213"/>
                  </a:lnTo>
                  <a:lnTo>
                    <a:pt x="297" y="198"/>
                  </a:lnTo>
                  <a:lnTo>
                    <a:pt x="302" y="184"/>
                  </a:lnTo>
                  <a:lnTo>
                    <a:pt x="304" y="169"/>
                  </a:lnTo>
                  <a:lnTo>
                    <a:pt x="304" y="153"/>
                  </a:lnTo>
                  <a:lnTo>
                    <a:pt x="304" y="153"/>
                  </a:lnTo>
                  <a:lnTo>
                    <a:pt x="304" y="138"/>
                  </a:lnTo>
                  <a:lnTo>
                    <a:pt x="302" y="122"/>
                  </a:lnTo>
                  <a:lnTo>
                    <a:pt x="297" y="108"/>
                  </a:lnTo>
                  <a:lnTo>
                    <a:pt x="293" y="94"/>
                  </a:lnTo>
                  <a:lnTo>
                    <a:pt x="286" y="81"/>
                  </a:lnTo>
                  <a:lnTo>
                    <a:pt x="278" y="69"/>
                  </a:lnTo>
                  <a:lnTo>
                    <a:pt x="269" y="56"/>
                  </a:lnTo>
                  <a:lnTo>
                    <a:pt x="259" y="45"/>
                  </a:lnTo>
                  <a:lnTo>
                    <a:pt x="249" y="36"/>
                  </a:lnTo>
                  <a:lnTo>
                    <a:pt x="237" y="27"/>
                  </a:lnTo>
                  <a:lnTo>
                    <a:pt x="224" y="19"/>
                  </a:lnTo>
                  <a:lnTo>
                    <a:pt x="211" y="13"/>
                  </a:lnTo>
                  <a:lnTo>
                    <a:pt x="198" y="8"/>
                  </a:lnTo>
                  <a:lnTo>
                    <a:pt x="183" y="4"/>
                  </a:lnTo>
                  <a:lnTo>
                    <a:pt x="167" y="1"/>
                  </a:lnTo>
                  <a:lnTo>
                    <a:pt x="152" y="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6" name="Freeform 127"/>
            <p:cNvSpPr>
              <a:spLocks noEditPoints="1"/>
            </p:cNvSpPr>
            <p:nvPr/>
          </p:nvSpPr>
          <p:spPr bwMode="auto">
            <a:xfrm>
              <a:off x="4094725" y="3709360"/>
              <a:ext cx="41275" cy="42863"/>
            </a:xfrm>
            <a:custGeom>
              <a:avLst/>
              <a:gdLst>
                <a:gd name="T0" fmla="*/ 66 w 132"/>
                <a:gd name="T1" fmla="*/ 95 h 133"/>
                <a:gd name="T2" fmla="*/ 55 w 132"/>
                <a:gd name="T3" fmla="*/ 93 h 133"/>
                <a:gd name="T4" fmla="*/ 46 w 132"/>
                <a:gd name="T5" fmla="*/ 88 h 133"/>
                <a:gd name="T6" fmla="*/ 39 w 132"/>
                <a:gd name="T7" fmla="*/ 79 h 133"/>
                <a:gd name="T8" fmla="*/ 37 w 132"/>
                <a:gd name="T9" fmla="*/ 67 h 133"/>
                <a:gd name="T10" fmla="*/ 38 w 132"/>
                <a:gd name="T11" fmla="*/ 62 h 133"/>
                <a:gd name="T12" fmla="*/ 42 w 132"/>
                <a:gd name="T13" fmla="*/ 51 h 133"/>
                <a:gd name="T14" fmla="*/ 50 w 132"/>
                <a:gd name="T15" fmla="*/ 43 h 133"/>
                <a:gd name="T16" fmla="*/ 60 w 132"/>
                <a:gd name="T17" fmla="*/ 40 h 133"/>
                <a:gd name="T18" fmla="*/ 66 w 132"/>
                <a:gd name="T19" fmla="*/ 38 h 133"/>
                <a:gd name="T20" fmla="*/ 77 w 132"/>
                <a:gd name="T21" fmla="*/ 41 h 133"/>
                <a:gd name="T22" fmla="*/ 86 w 132"/>
                <a:gd name="T23" fmla="*/ 47 h 133"/>
                <a:gd name="T24" fmla="*/ 93 w 132"/>
                <a:gd name="T25" fmla="*/ 56 h 133"/>
                <a:gd name="T26" fmla="*/ 95 w 132"/>
                <a:gd name="T27" fmla="*/ 67 h 133"/>
                <a:gd name="T28" fmla="*/ 94 w 132"/>
                <a:gd name="T29" fmla="*/ 73 h 133"/>
                <a:gd name="T30" fmla="*/ 89 w 132"/>
                <a:gd name="T31" fmla="*/ 83 h 133"/>
                <a:gd name="T32" fmla="*/ 81 w 132"/>
                <a:gd name="T33" fmla="*/ 91 h 133"/>
                <a:gd name="T34" fmla="*/ 71 w 132"/>
                <a:gd name="T35" fmla="*/ 95 h 133"/>
                <a:gd name="T36" fmla="*/ 66 w 132"/>
                <a:gd name="T37" fmla="*/ 95 h 133"/>
                <a:gd name="T38" fmla="*/ 66 w 132"/>
                <a:gd name="T39" fmla="*/ 0 h 133"/>
                <a:gd name="T40" fmla="*/ 52 w 132"/>
                <a:gd name="T41" fmla="*/ 3 h 133"/>
                <a:gd name="T42" fmla="*/ 29 w 132"/>
                <a:gd name="T43" fmla="*/ 12 h 133"/>
                <a:gd name="T44" fmla="*/ 11 w 132"/>
                <a:gd name="T45" fmla="*/ 29 h 133"/>
                <a:gd name="T46" fmla="*/ 1 w 132"/>
                <a:gd name="T47" fmla="*/ 54 h 133"/>
                <a:gd name="T48" fmla="*/ 0 w 132"/>
                <a:gd name="T49" fmla="*/ 67 h 133"/>
                <a:gd name="T50" fmla="*/ 0 w 132"/>
                <a:gd name="T51" fmla="*/ 74 h 133"/>
                <a:gd name="T52" fmla="*/ 4 w 132"/>
                <a:gd name="T53" fmla="*/ 93 h 133"/>
                <a:gd name="T54" fmla="*/ 19 w 132"/>
                <a:gd name="T55" fmla="*/ 114 h 133"/>
                <a:gd name="T56" fmla="*/ 40 w 132"/>
                <a:gd name="T57" fmla="*/ 128 h 133"/>
                <a:gd name="T58" fmla="*/ 59 w 132"/>
                <a:gd name="T59" fmla="*/ 133 h 133"/>
                <a:gd name="T60" fmla="*/ 66 w 132"/>
                <a:gd name="T61" fmla="*/ 133 h 133"/>
                <a:gd name="T62" fmla="*/ 79 w 132"/>
                <a:gd name="T63" fmla="*/ 132 h 133"/>
                <a:gd name="T64" fmla="*/ 103 w 132"/>
                <a:gd name="T65" fmla="*/ 122 h 133"/>
                <a:gd name="T66" fmla="*/ 121 w 132"/>
                <a:gd name="T67" fmla="*/ 104 h 133"/>
                <a:gd name="T68" fmla="*/ 131 w 132"/>
                <a:gd name="T69" fmla="*/ 81 h 133"/>
                <a:gd name="T70" fmla="*/ 132 w 132"/>
                <a:gd name="T71" fmla="*/ 67 h 133"/>
                <a:gd name="T72" fmla="*/ 132 w 132"/>
                <a:gd name="T73" fmla="*/ 61 h 133"/>
                <a:gd name="T74" fmla="*/ 127 w 132"/>
                <a:gd name="T75" fmla="*/ 42 h 133"/>
                <a:gd name="T76" fmla="*/ 113 w 132"/>
                <a:gd name="T77" fmla="*/ 21 h 133"/>
                <a:gd name="T78" fmla="*/ 92 w 132"/>
                <a:gd name="T79" fmla="*/ 6 h 133"/>
                <a:gd name="T80" fmla="*/ 73 w 132"/>
                <a:gd name="T81" fmla="*/ 2 h 133"/>
                <a:gd name="T82" fmla="*/ 66 w 132"/>
                <a:gd name="T8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32" h="133">
                  <a:moveTo>
                    <a:pt x="66" y="95"/>
                  </a:moveTo>
                  <a:lnTo>
                    <a:pt x="66" y="95"/>
                  </a:lnTo>
                  <a:lnTo>
                    <a:pt x="60" y="95"/>
                  </a:lnTo>
                  <a:lnTo>
                    <a:pt x="55" y="93"/>
                  </a:lnTo>
                  <a:lnTo>
                    <a:pt x="50" y="91"/>
                  </a:lnTo>
                  <a:lnTo>
                    <a:pt x="46" y="88"/>
                  </a:lnTo>
                  <a:lnTo>
                    <a:pt x="42" y="83"/>
                  </a:lnTo>
                  <a:lnTo>
                    <a:pt x="39" y="79"/>
                  </a:lnTo>
                  <a:lnTo>
                    <a:pt x="38" y="73"/>
                  </a:lnTo>
                  <a:lnTo>
                    <a:pt x="37" y="67"/>
                  </a:lnTo>
                  <a:lnTo>
                    <a:pt x="37" y="67"/>
                  </a:lnTo>
                  <a:lnTo>
                    <a:pt x="38" y="62"/>
                  </a:lnTo>
                  <a:lnTo>
                    <a:pt x="39" y="56"/>
                  </a:lnTo>
                  <a:lnTo>
                    <a:pt x="42" y="51"/>
                  </a:lnTo>
                  <a:lnTo>
                    <a:pt x="46" y="47"/>
                  </a:lnTo>
                  <a:lnTo>
                    <a:pt x="50" y="43"/>
                  </a:lnTo>
                  <a:lnTo>
                    <a:pt x="55" y="41"/>
                  </a:lnTo>
                  <a:lnTo>
                    <a:pt x="60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71" y="40"/>
                  </a:lnTo>
                  <a:lnTo>
                    <a:pt x="77" y="41"/>
                  </a:lnTo>
                  <a:lnTo>
                    <a:pt x="81" y="43"/>
                  </a:lnTo>
                  <a:lnTo>
                    <a:pt x="86" y="47"/>
                  </a:lnTo>
                  <a:lnTo>
                    <a:pt x="89" y="51"/>
                  </a:lnTo>
                  <a:lnTo>
                    <a:pt x="93" y="56"/>
                  </a:lnTo>
                  <a:lnTo>
                    <a:pt x="94" y="62"/>
                  </a:lnTo>
                  <a:lnTo>
                    <a:pt x="95" y="67"/>
                  </a:lnTo>
                  <a:lnTo>
                    <a:pt x="95" y="67"/>
                  </a:lnTo>
                  <a:lnTo>
                    <a:pt x="94" y="73"/>
                  </a:lnTo>
                  <a:lnTo>
                    <a:pt x="93" y="79"/>
                  </a:lnTo>
                  <a:lnTo>
                    <a:pt x="89" y="83"/>
                  </a:lnTo>
                  <a:lnTo>
                    <a:pt x="86" y="88"/>
                  </a:lnTo>
                  <a:lnTo>
                    <a:pt x="81" y="91"/>
                  </a:lnTo>
                  <a:lnTo>
                    <a:pt x="77" y="93"/>
                  </a:lnTo>
                  <a:lnTo>
                    <a:pt x="71" y="95"/>
                  </a:lnTo>
                  <a:lnTo>
                    <a:pt x="66" y="95"/>
                  </a:lnTo>
                  <a:lnTo>
                    <a:pt x="66" y="95"/>
                  </a:lnTo>
                  <a:close/>
                  <a:moveTo>
                    <a:pt x="66" y="0"/>
                  </a:moveTo>
                  <a:lnTo>
                    <a:pt x="66" y="0"/>
                  </a:lnTo>
                  <a:lnTo>
                    <a:pt x="59" y="2"/>
                  </a:lnTo>
                  <a:lnTo>
                    <a:pt x="52" y="3"/>
                  </a:lnTo>
                  <a:lnTo>
                    <a:pt x="40" y="6"/>
                  </a:lnTo>
                  <a:lnTo>
                    <a:pt x="29" y="12"/>
                  </a:lnTo>
                  <a:lnTo>
                    <a:pt x="19" y="21"/>
                  </a:lnTo>
                  <a:lnTo>
                    <a:pt x="11" y="29"/>
                  </a:lnTo>
                  <a:lnTo>
                    <a:pt x="4" y="42"/>
                  </a:lnTo>
                  <a:lnTo>
                    <a:pt x="1" y="54"/>
                  </a:lnTo>
                  <a:lnTo>
                    <a:pt x="0" y="6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1" y="81"/>
                  </a:lnTo>
                  <a:lnTo>
                    <a:pt x="4" y="93"/>
                  </a:lnTo>
                  <a:lnTo>
                    <a:pt x="11" y="104"/>
                  </a:lnTo>
                  <a:lnTo>
                    <a:pt x="19" y="114"/>
                  </a:lnTo>
                  <a:lnTo>
                    <a:pt x="29" y="122"/>
                  </a:lnTo>
                  <a:lnTo>
                    <a:pt x="40" y="128"/>
                  </a:lnTo>
                  <a:lnTo>
                    <a:pt x="52" y="132"/>
                  </a:lnTo>
                  <a:lnTo>
                    <a:pt x="59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73" y="133"/>
                  </a:lnTo>
                  <a:lnTo>
                    <a:pt x="79" y="132"/>
                  </a:lnTo>
                  <a:lnTo>
                    <a:pt x="92" y="128"/>
                  </a:lnTo>
                  <a:lnTo>
                    <a:pt x="103" y="122"/>
                  </a:lnTo>
                  <a:lnTo>
                    <a:pt x="113" y="114"/>
                  </a:lnTo>
                  <a:lnTo>
                    <a:pt x="121" y="104"/>
                  </a:lnTo>
                  <a:lnTo>
                    <a:pt x="127" y="93"/>
                  </a:lnTo>
                  <a:lnTo>
                    <a:pt x="131" y="81"/>
                  </a:lnTo>
                  <a:lnTo>
                    <a:pt x="132" y="74"/>
                  </a:lnTo>
                  <a:lnTo>
                    <a:pt x="132" y="67"/>
                  </a:lnTo>
                  <a:lnTo>
                    <a:pt x="132" y="67"/>
                  </a:lnTo>
                  <a:lnTo>
                    <a:pt x="132" y="61"/>
                  </a:lnTo>
                  <a:lnTo>
                    <a:pt x="131" y="54"/>
                  </a:lnTo>
                  <a:lnTo>
                    <a:pt x="127" y="42"/>
                  </a:lnTo>
                  <a:lnTo>
                    <a:pt x="121" y="29"/>
                  </a:lnTo>
                  <a:lnTo>
                    <a:pt x="113" y="21"/>
                  </a:lnTo>
                  <a:lnTo>
                    <a:pt x="103" y="12"/>
                  </a:lnTo>
                  <a:lnTo>
                    <a:pt x="92" y="6"/>
                  </a:lnTo>
                  <a:lnTo>
                    <a:pt x="79" y="3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7" name="Freeform 128"/>
            <p:cNvSpPr>
              <a:spLocks/>
            </p:cNvSpPr>
            <p:nvPr/>
          </p:nvSpPr>
          <p:spPr bwMode="auto">
            <a:xfrm>
              <a:off x="3980425" y="3742697"/>
              <a:ext cx="80963" cy="28575"/>
            </a:xfrm>
            <a:custGeom>
              <a:avLst/>
              <a:gdLst>
                <a:gd name="T0" fmla="*/ 0 w 256"/>
                <a:gd name="T1" fmla="*/ 0 h 92"/>
                <a:gd name="T2" fmla="*/ 0 w 256"/>
                <a:gd name="T3" fmla="*/ 11 h 92"/>
                <a:gd name="T4" fmla="*/ 0 w 256"/>
                <a:gd name="T5" fmla="*/ 11 h 92"/>
                <a:gd name="T6" fmla="*/ 0 w 256"/>
                <a:gd name="T7" fmla="*/ 19 h 92"/>
                <a:gd name="T8" fmla="*/ 1 w 256"/>
                <a:gd name="T9" fmla="*/ 27 h 92"/>
                <a:gd name="T10" fmla="*/ 4 w 256"/>
                <a:gd name="T11" fmla="*/ 35 h 92"/>
                <a:gd name="T12" fmla="*/ 6 w 256"/>
                <a:gd name="T13" fmla="*/ 43 h 92"/>
                <a:gd name="T14" fmla="*/ 9 w 256"/>
                <a:gd name="T15" fmla="*/ 49 h 92"/>
                <a:gd name="T16" fmla="*/ 14 w 256"/>
                <a:gd name="T17" fmla="*/ 56 h 92"/>
                <a:gd name="T18" fmla="*/ 18 w 256"/>
                <a:gd name="T19" fmla="*/ 63 h 92"/>
                <a:gd name="T20" fmla="*/ 24 w 256"/>
                <a:gd name="T21" fmla="*/ 69 h 92"/>
                <a:gd name="T22" fmla="*/ 29 w 256"/>
                <a:gd name="T23" fmla="*/ 73 h 92"/>
                <a:gd name="T24" fmla="*/ 36 w 256"/>
                <a:gd name="T25" fmla="*/ 79 h 92"/>
                <a:gd name="T26" fmla="*/ 43 w 256"/>
                <a:gd name="T27" fmla="*/ 82 h 92"/>
                <a:gd name="T28" fmla="*/ 49 w 256"/>
                <a:gd name="T29" fmla="*/ 85 h 92"/>
                <a:gd name="T30" fmla="*/ 57 w 256"/>
                <a:gd name="T31" fmla="*/ 89 h 92"/>
                <a:gd name="T32" fmla="*/ 65 w 256"/>
                <a:gd name="T33" fmla="*/ 91 h 92"/>
                <a:gd name="T34" fmla="*/ 73 w 256"/>
                <a:gd name="T35" fmla="*/ 92 h 92"/>
                <a:gd name="T36" fmla="*/ 81 w 256"/>
                <a:gd name="T37" fmla="*/ 92 h 92"/>
                <a:gd name="T38" fmla="*/ 176 w 256"/>
                <a:gd name="T39" fmla="*/ 92 h 92"/>
                <a:gd name="T40" fmla="*/ 176 w 256"/>
                <a:gd name="T41" fmla="*/ 92 h 92"/>
                <a:gd name="T42" fmla="*/ 183 w 256"/>
                <a:gd name="T43" fmla="*/ 92 h 92"/>
                <a:gd name="T44" fmla="*/ 191 w 256"/>
                <a:gd name="T45" fmla="*/ 91 h 92"/>
                <a:gd name="T46" fmla="*/ 199 w 256"/>
                <a:gd name="T47" fmla="*/ 89 h 92"/>
                <a:gd name="T48" fmla="*/ 207 w 256"/>
                <a:gd name="T49" fmla="*/ 85 h 92"/>
                <a:gd name="T50" fmla="*/ 214 w 256"/>
                <a:gd name="T51" fmla="*/ 82 h 92"/>
                <a:gd name="T52" fmla="*/ 220 w 256"/>
                <a:gd name="T53" fmla="*/ 79 h 92"/>
                <a:gd name="T54" fmla="*/ 227 w 256"/>
                <a:gd name="T55" fmla="*/ 73 h 92"/>
                <a:gd name="T56" fmla="*/ 233 w 256"/>
                <a:gd name="T57" fmla="*/ 69 h 92"/>
                <a:gd name="T58" fmla="*/ 238 w 256"/>
                <a:gd name="T59" fmla="*/ 63 h 92"/>
                <a:gd name="T60" fmla="*/ 243 w 256"/>
                <a:gd name="T61" fmla="*/ 56 h 92"/>
                <a:gd name="T62" fmla="*/ 246 w 256"/>
                <a:gd name="T63" fmla="*/ 49 h 92"/>
                <a:gd name="T64" fmla="*/ 249 w 256"/>
                <a:gd name="T65" fmla="*/ 43 h 92"/>
                <a:gd name="T66" fmla="*/ 253 w 256"/>
                <a:gd name="T67" fmla="*/ 35 h 92"/>
                <a:gd name="T68" fmla="*/ 255 w 256"/>
                <a:gd name="T69" fmla="*/ 27 h 92"/>
                <a:gd name="T70" fmla="*/ 256 w 256"/>
                <a:gd name="T71" fmla="*/ 19 h 92"/>
                <a:gd name="T72" fmla="*/ 256 w 256"/>
                <a:gd name="T73" fmla="*/ 11 h 92"/>
                <a:gd name="T74" fmla="*/ 256 w 256"/>
                <a:gd name="T75" fmla="*/ 0 h 92"/>
                <a:gd name="T76" fmla="*/ 0 w 256"/>
                <a:gd name="T77" fmla="*/ 0 h 92"/>
                <a:gd name="T78" fmla="*/ 0 w 256"/>
                <a:gd name="T79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56" h="92">
                  <a:moveTo>
                    <a:pt x="0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0" y="19"/>
                  </a:lnTo>
                  <a:lnTo>
                    <a:pt x="1" y="27"/>
                  </a:lnTo>
                  <a:lnTo>
                    <a:pt x="4" y="35"/>
                  </a:lnTo>
                  <a:lnTo>
                    <a:pt x="6" y="43"/>
                  </a:lnTo>
                  <a:lnTo>
                    <a:pt x="9" y="49"/>
                  </a:lnTo>
                  <a:lnTo>
                    <a:pt x="14" y="56"/>
                  </a:lnTo>
                  <a:lnTo>
                    <a:pt x="18" y="63"/>
                  </a:lnTo>
                  <a:lnTo>
                    <a:pt x="24" y="69"/>
                  </a:lnTo>
                  <a:lnTo>
                    <a:pt x="29" y="73"/>
                  </a:lnTo>
                  <a:lnTo>
                    <a:pt x="36" y="79"/>
                  </a:lnTo>
                  <a:lnTo>
                    <a:pt x="43" y="82"/>
                  </a:lnTo>
                  <a:lnTo>
                    <a:pt x="49" y="85"/>
                  </a:lnTo>
                  <a:lnTo>
                    <a:pt x="57" y="89"/>
                  </a:lnTo>
                  <a:lnTo>
                    <a:pt x="65" y="91"/>
                  </a:lnTo>
                  <a:lnTo>
                    <a:pt x="73" y="92"/>
                  </a:lnTo>
                  <a:lnTo>
                    <a:pt x="81" y="92"/>
                  </a:lnTo>
                  <a:lnTo>
                    <a:pt x="176" y="92"/>
                  </a:lnTo>
                  <a:lnTo>
                    <a:pt x="176" y="92"/>
                  </a:lnTo>
                  <a:lnTo>
                    <a:pt x="183" y="92"/>
                  </a:lnTo>
                  <a:lnTo>
                    <a:pt x="191" y="91"/>
                  </a:lnTo>
                  <a:lnTo>
                    <a:pt x="199" y="89"/>
                  </a:lnTo>
                  <a:lnTo>
                    <a:pt x="207" y="85"/>
                  </a:lnTo>
                  <a:lnTo>
                    <a:pt x="214" y="82"/>
                  </a:lnTo>
                  <a:lnTo>
                    <a:pt x="220" y="79"/>
                  </a:lnTo>
                  <a:lnTo>
                    <a:pt x="227" y="73"/>
                  </a:lnTo>
                  <a:lnTo>
                    <a:pt x="233" y="69"/>
                  </a:lnTo>
                  <a:lnTo>
                    <a:pt x="238" y="63"/>
                  </a:lnTo>
                  <a:lnTo>
                    <a:pt x="243" y="56"/>
                  </a:lnTo>
                  <a:lnTo>
                    <a:pt x="246" y="49"/>
                  </a:lnTo>
                  <a:lnTo>
                    <a:pt x="249" y="43"/>
                  </a:lnTo>
                  <a:lnTo>
                    <a:pt x="253" y="35"/>
                  </a:lnTo>
                  <a:lnTo>
                    <a:pt x="255" y="27"/>
                  </a:lnTo>
                  <a:lnTo>
                    <a:pt x="256" y="19"/>
                  </a:lnTo>
                  <a:lnTo>
                    <a:pt x="256" y="11"/>
                  </a:lnTo>
                  <a:lnTo>
                    <a:pt x="2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8" name="Freeform 129"/>
            <p:cNvSpPr>
              <a:spLocks/>
            </p:cNvSpPr>
            <p:nvPr/>
          </p:nvSpPr>
          <p:spPr bwMode="auto">
            <a:xfrm>
              <a:off x="3767700" y="3779210"/>
              <a:ext cx="508000" cy="11113"/>
            </a:xfrm>
            <a:custGeom>
              <a:avLst/>
              <a:gdLst>
                <a:gd name="T0" fmla="*/ 1600 w 1600"/>
                <a:gd name="T1" fmla="*/ 15 h 32"/>
                <a:gd name="T2" fmla="*/ 1600 w 1600"/>
                <a:gd name="T3" fmla="*/ 15 h 32"/>
                <a:gd name="T4" fmla="*/ 1600 w 1600"/>
                <a:gd name="T5" fmla="*/ 19 h 32"/>
                <a:gd name="T6" fmla="*/ 1599 w 1600"/>
                <a:gd name="T7" fmla="*/ 22 h 32"/>
                <a:gd name="T8" fmla="*/ 1596 w 1600"/>
                <a:gd name="T9" fmla="*/ 28 h 32"/>
                <a:gd name="T10" fmla="*/ 1590 w 1600"/>
                <a:gd name="T11" fmla="*/ 31 h 32"/>
                <a:gd name="T12" fmla="*/ 1587 w 1600"/>
                <a:gd name="T13" fmla="*/ 32 h 32"/>
                <a:gd name="T14" fmla="*/ 1583 w 1600"/>
                <a:gd name="T15" fmla="*/ 32 h 32"/>
                <a:gd name="T16" fmla="*/ 17 w 1600"/>
                <a:gd name="T17" fmla="*/ 32 h 32"/>
                <a:gd name="T18" fmla="*/ 17 w 1600"/>
                <a:gd name="T19" fmla="*/ 32 h 32"/>
                <a:gd name="T20" fmla="*/ 13 w 1600"/>
                <a:gd name="T21" fmla="*/ 32 h 32"/>
                <a:gd name="T22" fmla="*/ 10 w 1600"/>
                <a:gd name="T23" fmla="*/ 31 h 32"/>
                <a:gd name="T24" fmla="*/ 4 w 1600"/>
                <a:gd name="T25" fmla="*/ 28 h 32"/>
                <a:gd name="T26" fmla="*/ 1 w 1600"/>
                <a:gd name="T27" fmla="*/ 22 h 32"/>
                <a:gd name="T28" fmla="*/ 0 w 1600"/>
                <a:gd name="T29" fmla="*/ 15 h 32"/>
                <a:gd name="T30" fmla="*/ 0 w 1600"/>
                <a:gd name="T31" fmla="*/ 15 h 32"/>
                <a:gd name="T32" fmla="*/ 0 w 1600"/>
                <a:gd name="T33" fmla="*/ 15 h 32"/>
                <a:gd name="T34" fmla="*/ 1 w 1600"/>
                <a:gd name="T35" fmla="*/ 10 h 32"/>
                <a:gd name="T36" fmla="*/ 4 w 1600"/>
                <a:gd name="T37" fmla="*/ 4 h 32"/>
                <a:gd name="T38" fmla="*/ 10 w 1600"/>
                <a:gd name="T39" fmla="*/ 1 h 32"/>
                <a:gd name="T40" fmla="*/ 13 w 1600"/>
                <a:gd name="T41" fmla="*/ 0 h 32"/>
                <a:gd name="T42" fmla="*/ 17 w 1600"/>
                <a:gd name="T43" fmla="*/ 0 h 32"/>
                <a:gd name="T44" fmla="*/ 1583 w 1600"/>
                <a:gd name="T45" fmla="*/ 0 h 32"/>
                <a:gd name="T46" fmla="*/ 1583 w 1600"/>
                <a:gd name="T47" fmla="*/ 0 h 32"/>
                <a:gd name="T48" fmla="*/ 1587 w 1600"/>
                <a:gd name="T49" fmla="*/ 0 h 32"/>
                <a:gd name="T50" fmla="*/ 1590 w 1600"/>
                <a:gd name="T51" fmla="*/ 1 h 32"/>
                <a:gd name="T52" fmla="*/ 1596 w 1600"/>
                <a:gd name="T53" fmla="*/ 4 h 32"/>
                <a:gd name="T54" fmla="*/ 1599 w 1600"/>
                <a:gd name="T55" fmla="*/ 10 h 32"/>
                <a:gd name="T56" fmla="*/ 1600 w 1600"/>
                <a:gd name="T57" fmla="*/ 12 h 32"/>
                <a:gd name="T58" fmla="*/ 1600 w 1600"/>
                <a:gd name="T59" fmla="*/ 15 h 32"/>
                <a:gd name="T60" fmla="*/ 1600 w 1600"/>
                <a:gd name="T61" fmla="*/ 15 h 32"/>
                <a:gd name="T62" fmla="*/ 1600 w 1600"/>
                <a:gd name="T63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0" h="32">
                  <a:moveTo>
                    <a:pt x="1600" y="15"/>
                  </a:moveTo>
                  <a:lnTo>
                    <a:pt x="1600" y="15"/>
                  </a:lnTo>
                  <a:lnTo>
                    <a:pt x="1600" y="19"/>
                  </a:lnTo>
                  <a:lnTo>
                    <a:pt x="1599" y="22"/>
                  </a:lnTo>
                  <a:lnTo>
                    <a:pt x="1596" y="28"/>
                  </a:lnTo>
                  <a:lnTo>
                    <a:pt x="1590" y="31"/>
                  </a:lnTo>
                  <a:lnTo>
                    <a:pt x="1587" y="32"/>
                  </a:lnTo>
                  <a:lnTo>
                    <a:pt x="1583" y="32"/>
                  </a:lnTo>
                  <a:lnTo>
                    <a:pt x="17" y="32"/>
                  </a:lnTo>
                  <a:lnTo>
                    <a:pt x="17" y="32"/>
                  </a:lnTo>
                  <a:lnTo>
                    <a:pt x="13" y="32"/>
                  </a:lnTo>
                  <a:lnTo>
                    <a:pt x="10" y="31"/>
                  </a:lnTo>
                  <a:lnTo>
                    <a:pt x="4" y="28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4" y="4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583" y="0"/>
                  </a:lnTo>
                  <a:lnTo>
                    <a:pt x="1583" y="0"/>
                  </a:lnTo>
                  <a:lnTo>
                    <a:pt x="1587" y="0"/>
                  </a:lnTo>
                  <a:lnTo>
                    <a:pt x="1590" y="1"/>
                  </a:lnTo>
                  <a:lnTo>
                    <a:pt x="1596" y="4"/>
                  </a:lnTo>
                  <a:lnTo>
                    <a:pt x="1599" y="10"/>
                  </a:lnTo>
                  <a:lnTo>
                    <a:pt x="1600" y="12"/>
                  </a:lnTo>
                  <a:lnTo>
                    <a:pt x="1600" y="15"/>
                  </a:lnTo>
                  <a:lnTo>
                    <a:pt x="1600" y="15"/>
                  </a:lnTo>
                  <a:lnTo>
                    <a:pt x="1600" y="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9" name="Freeform 130"/>
            <p:cNvSpPr>
              <a:spLocks noEditPoints="1"/>
            </p:cNvSpPr>
            <p:nvPr/>
          </p:nvSpPr>
          <p:spPr bwMode="auto">
            <a:xfrm>
              <a:off x="4240775" y="3687135"/>
              <a:ext cx="34925" cy="41275"/>
            </a:xfrm>
            <a:custGeom>
              <a:avLst/>
              <a:gdLst>
                <a:gd name="T0" fmla="*/ 0 w 107"/>
                <a:gd name="T1" fmla="*/ 19 h 130"/>
                <a:gd name="T2" fmla="*/ 0 w 107"/>
                <a:gd name="T3" fmla="*/ 112 h 130"/>
                <a:gd name="T4" fmla="*/ 66 w 107"/>
                <a:gd name="T5" fmla="*/ 112 h 130"/>
                <a:gd name="T6" fmla="*/ 66 w 107"/>
                <a:gd name="T7" fmla="*/ 19 h 130"/>
                <a:gd name="T8" fmla="*/ 0 w 107"/>
                <a:gd name="T9" fmla="*/ 19 h 130"/>
                <a:gd name="T10" fmla="*/ 0 w 107"/>
                <a:gd name="T11" fmla="*/ 19 h 130"/>
                <a:gd name="T12" fmla="*/ 95 w 107"/>
                <a:gd name="T13" fmla="*/ 0 h 130"/>
                <a:gd name="T14" fmla="*/ 95 w 107"/>
                <a:gd name="T15" fmla="*/ 0 h 130"/>
                <a:gd name="T16" fmla="*/ 99 w 107"/>
                <a:gd name="T17" fmla="*/ 1 h 130"/>
                <a:gd name="T18" fmla="*/ 104 w 107"/>
                <a:gd name="T19" fmla="*/ 3 h 130"/>
                <a:gd name="T20" fmla="*/ 106 w 107"/>
                <a:gd name="T21" fmla="*/ 8 h 130"/>
                <a:gd name="T22" fmla="*/ 107 w 107"/>
                <a:gd name="T23" fmla="*/ 12 h 130"/>
                <a:gd name="T24" fmla="*/ 107 w 107"/>
                <a:gd name="T25" fmla="*/ 118 h 130"/>
                <a:gd name="T26" fmla="*/ 107 w 107"/>
                <a:gd name="T27" fmla="*/ 118 h 130"/>
                <a:gd name="T28" fmla="*/ 106 w 107"/>
                <a:gd name="T29" fmla="*/ 123 h 130"/>
                <a:gd name="T30" fmla="*/ 104 w 107"/>
                <a:gd name="T31" fmla="*/ 126 h 130"/>
                <a:gd name="T32" fmla="*/ 99 w 107"/>
                <a:gd name="T33" fmla="*/ 129 h 130"/>
                <a:gd name="T34" fmla="*/ 95 w 107"/>
                <a:gd name="T35" fmla="*/ 130 h 130"/>
                <a:gd name="T36" fmla="*/ 95 w 107"/>
                <a:gd name="T37" fmla="*/ 130 h 130"/>
                <a:gd name="T38" fmla="*/ 90 w 107"/>
                <a:gd name="T39" fmla="*/ 129 h 130"/>
                <a:gd name="T40" fmla="*/ 86 w 107"/>
                <a:gd name="T41" fmla="*/ 126 h 130"/>
                <a:gd name="T42" fmla="*/ 83 w 107"/>
                <a:gd name="T43" fmla="*/ 123 h 130"/>
                <a:gd name="T44" fmla="*/ 82 w 107"/>
                <a:gd name="T45" fmla="*/ 118 h 130"/>
                <a:gd name="T46" fmla="*/ 82 w 107"/>
                <a:gd name="T47" fmla="*/ 12 h 130"/>
                <a:gd name="T48" fmla="*/ 82 w 107"/>
                <a:gd name="T49" fmla="*/ 12 h 130"/>
                <a:gd name="T50" fmla="*/ 83 w 107"/>
                <a:gd name="T51" fmla="*/ 8 h 130"/>
                <a:gd name="T52" fmla="*/ 86 w 107"/>
                <a:gd name="T53" fmla="*/ 3 h 130"/>
                <a:gd name="T54" fmla="*/ 90 w 107"/>
                <a:gd name="T55" fmla="*/ 1 h 130"/>
                <a:gd name="T56" fmla="*/ 95 w 107"/>
                <a:gd name="T57" fmla="*/ 0 h 130"/>
                <a:gd name="T58" fmla="*/ 95 w 107"/>
                <a:gd name="T59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07" h="130">
                  <a:moveTo>
                    <a:pt x="0" y="19"/>
                  </a:moveTo>
                  <a:lnTo>
                    <a:pt x="0" y="112"/>
                  </a:lnTo>
                  <a:lnTo>
                    <a:pt x="66" y="112"/>
                  </a:lnTo>
                  <a:lnTo>
                    <a:pt x="66" y="19"/>
                  </a:lnTo>
                  <a:lnTo>
                    <a:pt x="0" y="19"/>
                  </a:lnTo>
                  <a:lnTo>
                    <a:pt x="0" y="19"/>
                  </a:lnTo>
                  <a:close/>
                  <a:moveTo>
                    <a:pt x="95" y="0"/>
                  </a:moveTo>
                  <a:lnTo>
                    <a:pt x="95" y="0"/>
                  </a:lnTo>
                  <a:lnTo>
                    <a:pt x="99" y="1"/>
                  </a:lnTo>
                  <a:lnTo>
                    <a:pt x="104" y="3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06" y="123"/>
                  </a:lnTo>
                  <a:lnTo>
                    <a:pt x="104" y="126"/>
                  </a:lnTo>
                  <a:lnTo>
                    <a:pt x="99" y="129"/>
                  </a:lnTo>
                  <a:lnTo>
                    <a:pt x="95" y="130"/>
                  </a:lnTo>
                  <a:lnTo>
                    <a:pt x="95" y="130"/>
                  </a:lnTo>
                  <a:lnTo>
                    <a:pt x="90" y="129"/>
                  </a:lnTo>
                  <a:lnTo>
                    <a:pt x="86" y="126"/>
                  </a:lnTo>
                  <a:lnTo>
                    <a:pt x="83" y="123"/>
                  </a:lnTo>
                  <a:lnTo>
                    <a:pt x="82" y="118"/>
                  </a:lnTo>
                  <a:lnTo>
                    <a:pt x="82" y="12"/>
                  </a:lnTo>
                  <a:lnTo>
                    <a:pt x="82" y="12"/>
                  </a:lnTo>
                  <a:lnTo>
                    <a:pt x="83" y="8"/>
                  </a:lnTo>
                  <a:lnTo>
                    <a:pt x="86" y="3"/>
                  </a:lnTo>
                  <a:lnTo>
                    <a:pt x="90" y="1"/>
                  </a:lnTo>
                  <a:lnTo>
                    <a:pt x="95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0" name="Freeform 131"/>
            <p:cNvSpPr>
              <a:spLocks/>
            </p:cNvSpPr>
            <p:nvPr/>
          </p:nvSpPr>
          <p:spPr bwMode="auto">
            <a:xfrm>
              <a:off x="3774050" y="3793497"/>
              <a:ext cx="496888" cy="17463"/>
            </a:xfrm>
            <a:custGeom>
              <a:avLst/>
              <a:gdLst>
                <a:gd name="T0" fmla="*/ 1565 w 1565"/>
                <a:gd name="T1" fmla="*/ 55 h 55"/>
                <a:gd name="T2" fmla="*/ 0 w 1565"/>
                <a:gd name="T3" fmla="*/ 55 h 55"/>
                <a:gd name="T4" fmla="*/ 0 w 1565"/>
                <a:gd name="T5" fmla="*/ 0 h 55"/>
                <a:gd name="T6" fmla="*/ 1565 w 1565"/>
                <a:gd name="T7" fmla="*/ 0 h 55"/>
                <a:gd name="T8" fmla="*/ 1565 w 1565"/>
                <a:gd name="T9" fmla="*/ 55 h 55"/>
                <a:gd name="T10" fmla="*/ 1565 w 1565"/>
                <a:gd name="T1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5" h="55">
                  <a:moveTo>
                    <a:pt x="1565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565" y="0"/>
                  </a:lnTo>
                  <a:lnTo>
                    <a:pt x="1565" y="55"/>
                  </a:lnTo>
                  <a:lnTo>
                    <a:pt x="1565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1" name="Freeform 132"/>
            <p:cNvSpPr>
              <a:spLocks/>
            </p:cNvSpPr>
            <p:nvPr/>
          </p:nvSpPr>
          <p:spPr bwMode="auto">
            <a:xfrm>
              <a:off x="3943913" y="3345822"/>
              <a:ext cx="273050" cy="85725"/>
            </a:xfrm>
            <a:custGeom>
              <a:avLst/>
              <a:gdLst>
                <a:gd name="T0" fmla="*/ 338 w 864"/>
                <a:gd name="T1" fmla="*/ 270 h 270"/>
                <a:gd name="T2" fmla="*/ 864 w 864"/>
                <a:gd name="T3" fmla="*/ 270 h 270"/>
                <a:gd name="T4" fmla="*/ 320 w 864"/>
                <a:gd name="T5" fmla="*/ 13 h 270"/>
                <a:gd name="T6" fmla="*/ 320 w 864"/>
                <a:gd name="T7" fmla="*/ 13 h 270"/>
                <a:gd name="T8" fmla="*/ 305 w 864"/>
                <a:gd name="T9" fmla="*/ 8 h 270"/>
                <a:gd name="T10" fmla="*/ 288 w 864"/>
                <a:gd name="T11" fmla="*/ 3 h 270"/>
                <a:gd name="T12" fmla="*/ 270 w 864"/>
                <a:gd name="T13" fmla="*/ 1 h 270"/>
                <a:gd name="T14" fmla="*/ 251 w 864"/>
                <a:gd name="T15" fmla="*/ 0 h 270"/>
                <a:gd name="T16" fmla="*/ 234 w 864"/>
                <a:gd name="T17" fmla="*/ 1 h 270"/>
                <a:gd name="T18" fmla="*/ 216 w 864"/>
                <a:gd name="T19" fmla="*/ 3 h 270"/>
                <a:gd name="T20" fmla="*/ 199 w 864"/>
                <a:gd name="T21" fmla="*/ 8 h 270"/>
                <a:gd name="T22" fmla="*/ 184 w 864"/>
                <a:gd name="T23" fmla="*/ 13 h 270"/>
                <a:gd name="T24" fmla="*/ 0 w 864"/>
                <a:gd name="T25" fmla="*/ 101 h 270"/>
                <a:gd name="T26" fmla="*/ 338 w 864"/>
                <a:gd name="T27" fmla="*/ 270 h 270"/>
                <a:gd name="T28" fmla="*/ 338 w 864"/>
                <a:gd name="T29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64" h="270">
                  <a:moveTo>
                    <a:pt x="338" y="270"/>
                  </a:moveTo>
                  <a:lnTo>
                    <a:pt x="864" y="270"/>
                  </a:lnTo>
                  <a:lnTo>
                    <a:pt x="320" y="13"/>
                  </a:lnTo>
                  <a:lnTo>
                    <a:pt x="320" y="13"/>
                  </a:lnTo>
                  <a:lnTo>
                    <a:pt x="305" y="8"/>
                  </a:lnTo>
                  <a:lnTo>
                    <a:pt x="288" y="3"/>
                  </a:lnTo>
                  <a:lnTo>
                    <a:pt x="270" y="1"/>
                  </a:lnTo>
                  <a:lnTo>
                    <a:pt x="251" y="0"/>
                  </a:lnTo>
                  <a:lnTo>
                    <a:pt x="234" y="1"/>
                  </a:lnTo>
                  <a:lnTo>
                    <a:pt x="216" y="3"/>
                  </a:lnTo>
                  <a:lnTo>
                    <a:pt x="199" y="8"/>
                  </a:lnTo>
                  <a:lnTo>
                    <a:pt x="184" y="13"/>
                  </a:lnTo>
                  <a:lnTo>
                    <a:pt x="0" y="101"/>
                  </a:lnTo>
                  <a:lnTo>
                    <a:pt x="338" y="270"/>
                  </a:lnTo>
                  <a:lnTo>
                    <a:pt x="338" y="27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2" name="Freeform 133"/>
            <p:cNvSpPr>
              <a:spLocks/>
            </p:cNvSpPr>
            <p:nvPr/>
          </p:nvSpPr>
          <p:spPr bwMode="auto">
            <a:xfrm>
              <a:off x="3810563" y="3379160"/>
              <a:ext cx="225425" cy="52388"/>
            </a:xfrm>
            <a:custGeom>
              <a:avLst/>
              <a:gdLst>
                <a:gd name="T0" fmla="*/ 712 w 712"/>
                <a:gd name="T1" fmla="*/ 167 h 167"/>
                <a:gd name="T2" fmla="*/ 395 w 712"/>
                <a:gd name="T3" fmla="*/ 8 h 167"/>
                <a:gd name="T4" fmla="*/ 395 w 712"/>
                <a:gd name="T5" fmla="*/ 8 h 167"/>
                <a:gd name="T6" fmla="*/ 387 w 712"/>
                <a:gd name="T7" fmla="*/ 4 h 167"/>
                <a:gd name="T8" fmla="*/ 376 w 712"/>
                <a:gd name="T9" fmla="*/ 2 h 167"/>
                <a:gd name="T10" fmla="*/ 366 w 712"/>
                <a:gd name="T11" fmla="*/ 0 h 167"/>
                <a:gd name="T12" fmla="*/ 356 w 712"/>
                <a:gd name="T13" fmla="*/ 0 h 167"/>
                <a:gd name="T14" fmla="*/ 345 w 712"/>
                <a:gd name="T15" fmla="*/ 0 h 167"/>
                <a:gd name="T16" fmla="*/ 335 w 712"/>
                <a:gd name="T17" fmla="*/ 2 h 167"/>
                <a:gd name="T18" fmla="*/ 325 w 712"/>
                <a:gd name="T19" fmla="*/ 4 h 167"/>
                <a:gd name="T20" fmla="*/ 316 w 712"/>
                <a:gd name="T21" fmla="*/ 8 h 167"/>
                <a:gd name="T22" fmla="*/ 0 w 712"/>
                <a:gd name="T23" fmla="*/ 167 h 167"/>
                <a:gd name="T24" fmla="*/ 712 w 712"/>
                <a:gd name="T25" fmla="*/ 167 h 167"/>
                <a:gd name="T26" fmla="*/ 712 w 712"/>
                <a:gd name="T27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2" h="167">
                  <a:moveTo>
                    <a:pt x="712" y="167"/>
                  </a:moveTo>
                  <a:lnTo>
                    <a:pt x="395" y="8"/>
                  </a:lnTo>
                  <a:lnTo>
                    <a:pt x="395" y="8"/>
                  </a:lnTo>
                  <a:lnTo>
                    <a:pt x="387" y="4"/>
                  </a:lnTo>
                  <a:lnTo>
                    <a:pt x="376" y="2"/>
                  </a:lnTo>
                  <a:lnTo>
                    <a:pt x="366" y="0"/>
                  </a:lnTo>
                  <a:lnTo>
                    <a:pt x="356" y="0"/>
                  </a:lnTo>
                  <a:lnTo>
                    <a:pt x="345" y="0"/>
                  </a:lnTo>
                  <a:lnTo>
                    <a:pt x="335" y="2"/>
                  </a:lnTo>
                  <a:lnTo>
                    <a:pt x="325" y="4"/>
                  </a:lnTo>
                  <a:lnTo>
                    <a:pt x="316" y="8"/>
                  </a:lnTo>
                  <a:lnTo>
                    <a:pt x="0" y="167"/>
                  </a:lnTo>
                  <a:lnTo>
                    <a:pt x="712" y="167"/>
                  </a:lnTo>
                  <a:lnTo>
                    <a:pt x="712" y="16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4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개체 2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54" name="think-cell Slide" r:id="rId12" imgW="395" imgH="394" progId="TCLayout.ActiveDocument.1">
                  <p:embed/>
                </p:oleObj>
              </mc:Choice>
              <mc:Fallback>
                <p:oleObj name="think-cell Slide" r:id="rId12" imgW="395" imgH="394" progId="TCLayout.ActiveDocument.1">
                  <p:embed/>
                  <p:pic>
                    <p:nvPicPr>
                      <p:cNvPr id="23" name="개체 22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제목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ColumnHeader"/>
          <p:cNvSpPr>
            <a:spLocks noChangeArrowheads="1"/>
          </p:cNvSpPr>
          <p:nvPr/>
        </p:nvSpPr>
        <p:spPr bwMode="gray">
          <a:xfrm>
            <a:off x="520444" y="1811915"/>
            <a:ext cx="2038350" cy="340735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46800" bIns="46800" anchor="b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</a:p>
        </p:txBody>
      </p:sp>
      <p:sp>
        <p:nvSpPr>
          <p:cNvPr id="6" name="FlowTriangle"/>
          <p:cNvSpPr>
            <a:spLocks noChangeArrowheads="1"/>
          </p:cNvSpPr>
          <p:nvPr/>
        </p:nvSpPr>
        <p:spPr bwMode="gray">
          <a:xfrm rot="16200000">
            <a:off x="6607310" y="3526671"/>
            <a:ext cx="1152911" cy="26670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7" name="FlowTriangle"/>
          <p:cNvSpPr>
            <a:spLocks noChangeArrowheads="1"/>
          </p:cNvSpPr>
          <p:nvPr/>
        </p:nvSpPr>
        <p:spPr bwMode="gray">
          <a:xfrm rot="5400000">
            <a:off x="4466027" y="3526672"/>
            <a:ext cx="1152911" cy="26670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8" name="ColumnHeader"/>
          <p:cNvSpPr>
            <a:spLocks noChangeArrowheads="1"/>
          </p:cNvSpPr>
          <p:nvPr/>
        </p:nvSpPr>
        <p:spPr bwMode="gray">
          <a:xfrm>
            <a:off x="7343532" y="1811915"/>
            <a:ext cx="2038350" cy="340735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46800" bIns="46800" anchor="b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</a:p>
        </p:txBody>
      </p:sp>
      <p:sp>
        <p:nvSpPr>
          <p:cNvPr id="9" name="TextColumnContent"/>
          <p:cNvSpPr>
            <a:spLocks noChangeArrowheads="1"/>
          </p:cNvSpPr>
          <p:nvPr/>
        </p:nvSpPr>
        <p:spPr bwMode="gray">
          <a:xfrm>
            <a:off x="7343532" y="2202699"/>
            <a:ext cx="2038350" cy="3602038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tIns="91440" bIns="91440"/>
          <a:lstStyle/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20444" y="2751212"/>
            <a:ext cx="2070100" cy="19120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텍스트입력</a:t>
            </a:r>
            <a:endParaRPr kumimoji="0" lang="en-US" sz="1200" b="0" i="0" u="none" strike="noStrike" kern="0" cap="none" spc="-2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1" name="ColumnHeader"/>
          <p:cNvSpPr>
            <a:spLocks noChangeArrowheads="1"/>
          </p:cNvSpPr>
          <p:nvPr/>
        </p:nvSpPr>
        <p:spPr bwMode="gray">
          <a:xfrm>
            <a:off x="2815445" y="1811915"/>
            <a:ext cx="2038350" cy="340735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46800" bIns="46800" anchor="b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</a:p>
        </p:txBody>
      </p:sp>
      <p:sp>
        <p:nvSpPr>
          <p:cNvPr id="12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2847194" y="2716415"/>
            <a:ext cx="2008187" cy="496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36000" rIns="0" bIns="36000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847194" y="2335415"/>
            <a:ext cx="2008187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4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2847194" y="3739630"/>
            <a:ext cx="2008187" cy="496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36000" rIns="0" bIns="36000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2847194" y="3358630"/>
            <a:ext cx="2008187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6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2847194" y="4760994"/>
            <a:ext cx="2008187" cy="49684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36000" rIns="0" bIns="36000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2847194" y="4379994"/>
            <a:ext cx="2008187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8" name="ColumnHeader"/>
          <p:cNvSpPr>
            <a:spLocks noChangeArrowheads="1"/>
          </p:cNvSpPr>
          <p:nvPr/>
        </p:nvSpPr>
        <p:spPr bwMode="gray">
          <a:xfrm>
            <a:off x="5080282" y="1811915"/>
            <a:ext cx="2038350" cy="340735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tIns="46800" bIns="46800" anchor="b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 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5240967" y="2298018"/>
            <a:ext cx="1717897" cy="6794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5240967" y="3276850"/>
            <a:ext cx="1717897" cy="6794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5228662" y="4291541"/>
            <a:ext cx="1717897" cy="6794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1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4" name="Rectangle 16"/>
          <p:cNvSpPr/>
          <p:nvPr>
            <p:custDataLst>
              <p:tags r:id="rId9"/>
            </p:custDataLst>
          </p:nvPr>
        </p:nvSpPr>
        <p:spPr>
          <a:xfrm>
            <a:off x="5078696" y="1688804"/>
            <a:ext cx="2080682" cy="3569038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ysDash"/>
            <a:miter lim="800000"/>
          </a:ln>
          <a:effectLst/>
        </p:spPr>
        <p:txBody>
          <a:bodyPr tIns="90000" bIns="90000" rtlCol="0" anchor="ctr" anchorCtr="0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-2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20444" y="2152650"/>
            <a:ext cx="2070100" cy="18000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804861" y="2152650"/>
            <a:ext cx="2070100" cy="18000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089278" y="2152650"/>
            <a:ext cx="2070100" cy="18000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373696" y="2152650"/>
            <a:ext cx="2070100" cy="18000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takeaway_box"/>
          <p:cNvSpPr>
            <a:spLocks noChangeArrowheads="1"/>
          </p:cNvSpPr>
          <p:nvPr/>
        </p:nvSpPr>
        <p:spPr bwMode="gray">
          <a:xfrm>
            <a:off x="2057328" y="5666199"/>
            <a:ext cx="5592933" cy="531812"/>
          </a:xfrm>
          <a:prstGeom prst="rect">
            <a:avLst/>
          </a:prstGeom>
          <a:solidFill>
            <a:srgbClr val="E9B86E"/>
          </a:solidFill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anchor="ctr" anchorCtr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/>
              </a:rPr>
              <a:t>텍스트를 입력하시오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2341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7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제목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29218" y="2353148"/>
            <a:ext cx="2070100" cy="67945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629218" y="3348150"/>
            <a:ext cx="2070100" cy="67945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617340" y="4343152"/>
            <a:ext cx="2070100" cy="67945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617340" y="5338154"/>
            <a:ext cx="2070100" cy="67945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solidFill>
              <a:srgbClr val="E2E2E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3548699" y="2632920"/>
            <a:ext cx="2636828" cy="12192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 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입력하세요 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3548959" y="4226358"/>
            <a:ext cx="2636828" cy="12192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 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텍스트를 입력하세요</a:t>
            </a:r>
            <a:endParaRPr kumimoji="0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  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18" name="FlowTriangle"/>
          <p:cNvSpPr>
            <a:spLocks noChangeArrowheads="1"/>
          </p:cNvSpPr>
          <p:nvPr/>
        </p:nvSpPr>
        <p:spPr bwMode="gray">
          <a:xfrm rot="5400000">
            <a:off x="6180524" y="3835206"/>
            <a:ext cx="1161196" cy="421222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7286845" y="2632920"/>
            <a:ext cx="2070100" cy="679450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7286845" y="4766194"/>
            <a:ext cx="2070100" cy="679450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7" name="ColumnHeader"/>
          <p:cNvSpPr>
            <a:spLocks noChangeArrowheads="1"/>
          </p:cNvSpPr>
          <p:nvPr/>
        </p:nvSpPr>
        <p:spPr bwMode="gray">
          <a:xfrm>
            <a:off x="552947" y="1588007"/>
            <a:ext cx="2146371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38" name="ColumnHeader"/>
          <p:cNvSpPr>
            <a:spLocks noChangeArrowheads="1"/>
          </p:cNvSpPr>
          <p:nvPr/>
        </p:nvSpPr>
        <p:spPr bwMode="gray">
          <a:xfrm>
            <a:off x="3548699" y="1588007"/>
            <a:ext cx="2704382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39" name="ColumnHeader"/>
          <p:cNvSpPr>
            <a:spLocks noChangeArrowheads="1"/>
          </p:cNvSpPr>
          <p:nvPr/>
        </p:nvSpPr>
        <p:spPr bwMode="gray">
          <a:xfrm>
            <a:off x="7286845" y="1588007"/>
            <a:ext cx="207010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2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7286845" y="3699557"/>
            <a:ext cx="2070100" cy="679450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marL="0" marR="0" lvl="0" indent="0" algn="ctr" defTabSz="914400" rtl="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텍스트입력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62" name="FlowTriangle"/>
          <p:cNvSpPr>
            <a:spLocks noChangeArrowheads="1"/>
          </p:cNvSpPr>
          <p:nvPr/>
        </p:nvSpPr>
        <p:spPr bwMode="gray">
          <a:xfrm rot="10800000">
            <a:off x="8205309" y="3437249"/>
            <a:ext cx="310003" cy="17564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63" name="FlowTriangle"/>
          <p:cNvSpPr>
            <a:spLocks noChangeArrowheads="1"/>
          </p:cNvSpPr>
          <p:nvPr/>
        </p:nvSpPr>
        <p:spPr bwMode="gray">
          <a:xfrm rot="10800000">
            <a:off x="8205309" y="4491753"/>
            <a:ext cx="310003" cy="175640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  <p:sp>
        <p:nvSpPr>
          <p:cNvPr id="29" name="FlowTriangle"/>
          <p:cNvSpPr>
            <a:spLocks noChangeArrowheads="1"/>
          </p:cNvSpPr>
          <p:nvPr/>
        </p:nvSpPr>
        <p:spPr bwMode="gray">
          <a:xfrm rot="5400000">
            <a:off x="2599934" y="3835206"/>
            <a:ext cx="1161196" cy="421222"/>
          </a:xfrm>
          <a:prstGeom prst="triangle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rot="10800000" vert="eaVert" wrap="none" anchor="ctr"/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93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개체 30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03" name="think-cell Slide" r:id="rId28" imgW="395" imgH="394" progId="TCLayout.ActiveDocument.1">
                  <p:embed/>
                </p:oleObj>
              </mc:Choice>
              <mc:Fallback>
                <p:oleObj name="think-cell Slide" r:id="rId28" imgW="395" imgH="394" progId="TCLayout.ActiveDocument.1">
                  <p:embed/>
                  <p:pic>
                    <p:nvPicPr>
                      <p:cNvPr id="31" name="개체 30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제목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949327" y="3594196"/>
            <a:ext cx="2449888" cy="504825"/>
          </a:xfrm>
          <a:prstGeom prst="rect">
            <a:avLst/>
          </a:prstGeom>
          <a:solidFill>
            <a:srgbClr val="F6EEE0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lvl="0" algn="ctr" defTabSz="914400" eaLnBrk="0" latinLnBrk="1" hangingPunct="0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lang="en-US" altLang="ko-KR" sz="12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cxnSp>
        <p:nvCxnSpPr>
          <p:cNvPr id="6" name="AutoShape 6"/>
          <p:cNvCxnSpPr>
            <a:cxnSpLocks noChangeShapeType="1"/>
            <a:stCxn id="5" idx="3"/>
            <a:endCxn id="10" idx="1"/>
          </p:cNvCxnSpPr>
          <p:nvPr>
            <p:custDataLst>
              <p:tags r:id="rId4"/>
            </p:custDataLst>
          </p:nvPr>
        </p:nvCxnSpPr>
        <p:spPr bwMode="gray">
          <a:xfrm flipV="1">
            <a:off x="3399215" y="3846608"/>
            <a:ext cx="333002" cy="1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</p:cxnSp>
      <p:cxnSp>
        <p:nvCxnSpPr>
          <p:cNvPr id="7" name="AutoShape 7"/>
          <p:cNvCxnSpPr>
            <a:cxnSpLocks noChangeShapeType="1"/>
            <a:stCxn id="5" idx="3"/>
            <a:endCxn id="11" idx="1"/>
          </p:cNvCxnSpPr>
          <p:nvPr>
            <p:custDataLst>
              <p:tags r:id="rId5"/>
            </p:custDataLst>
          </p:nvPr>
        </p:nvCxnSpPr>
        <p:spPr bwMode="gray">
          <a:xfrm>
            <a:off x="3399215" y="3846609"/>
            <a:ext cx="333002" cy="65841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cxnSp>
      <p:sp>
        <p:nvSpPr>
          <p:cNvPr id="8" name="Rectangle 8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949327" y="1926455"/>
            <a:ext cx="2449888" cy="5032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949327" y="5243410"/>
            <a:ext cx="2452688" cy="5032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lvl="0" algn="ctr" defTabSz="914400" eaLnBrk="0" latinLnBrk="1" hangingPunct="0">
              <a:lnSpc>
                <a:spcPct val="90000"/>
              </a:lnSpc>
              <a:defRPr/>
            </a:pPr>
            <a:r>
              <a:rPr lang="ko-KR" altLang="en-US" sz="120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endParaRPr lang="en-US" altLang="ko-KR" sz="12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3732217" y="3592608"/>
            <a:ext cx="2449888" cy="508000"/>
          </a:xfrm>
          <a:prstGeom prst="rect">
            <a:avLst/>
          </a:prstGeom>
          <a:solidFill>
            <a:srgbClr val="F6EEE0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Sales and </a:t>
            </a:r>
          </a:p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marketing costs</a:t>
            </a:r>
          </a:p>
        </p:txBody>
      </p:sp>
      <p:sp>
        <p:nvSpPr>
          <p:cNvPr id="11" name="Rectangle 11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3732217" y="4252610"/>
            <a:ext cx="2449888" cy="504825"/>
          </a:xfrm>
          <a:prstGeom prst="rect">
            <a:avLst/>
          </a:prstGeom>
          <a:solidFill>
            <a:srgbClr val="F6EEE0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Manufacturing costs</a:t>
            </a:r>
          </a:p>
        </p:txBody>
      </p:sp>
      <p:sp>
        <p:nvSpPr>
          <p:cNvPr id="12" name="Rectangle 12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3732217" y="2932604"/>
            <a:ext cx="2452687" cy="504825"/>
          </a:xfrm>
          <a:prstGeom prst="rect">
            <a:avLst/>
          </a:prstGeom>
          <a:solidFill>
            <a:srgbClr val="F6EEE0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R&amp;D costs</a:t>
            </a:r>
          </a:p>
        </p:txBody>
      </p:sp>
      <p:sp>
        <p:nvSpPr>
          <p:cNvPr id="13" name="Rectangle 5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3732217" y="4912615"/>
            <a:ext cx="2449888" cy="50482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Development-related</a:t>
            </a:r>
          </a:p>
        </p:txBody>
      </p:sp>
      <p:sp>
        <p:nvSpPr>
          <p:cNvPr id="14" name="Rectangle 13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3732217" y="5572618"/>
            <a:ext cx="2449888" cy="50482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Sales-related</a:t>
            </a:r>
          </a:p>
        </p:txBody>
      </p:sp>
      <p:cxnSp>
        <p:nvCxnSpPr>
          <p:cNvPr id="15" name="AutoShape 14"/>
          <p:cNvCxnSpPr>
            <a:cxnSpLocks noChangeShapeType="1"/>
            <a:stCxn id="5" idx="3"/>
            <a:endCxn id="12" idx="1"/>
          </p:cNvCxnSpPr>
          <p:nvPr>
            <p:custDataLst>
              <p:tags r:id="rId13"/>
            </p:custDataLst>
          </p:nvPr>
        </p:nvCxnSpPr>
        <p:spPr bwMode="gray">
          <a:xfrm flipV="1">
            <a:off x="3399215" y="3185017"/>
            <a:ext cx="333002" cy="6615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cxnSp>
      <p:cxnSp>
        <p:nvCxnSpPr>
          <p:cNvPr id="16" name="AutoShape 15"/>
          <p:cNvCxnSpPr>
            <a:cxnSpLocks noChangeShapeType="1"/>
            <a:stCxn id="9" idx="3"/>
            <a:endCxn id="13" idx="1"/>
          </p:cNvCxnSpPr>
          <p:nvPr>
            <p:custDataLst>
              <p:tags r:id="rId14"/>
            </p:custDataLst>
          </p:nvPr>
        </p:nvCxnSpPr>
        <p:spPr bwMode="gray">
          <a:xfrm flipV="1">
            <a:off x="3402015" y="5165028"/>
            <a:ext cx="330202" cy="33000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cxnSp>
      <p:cxnSp>
        <p:nvCxnSpPr>
          <p:cNvPr id="17" name="AutoShape 16"/>
          <p:cNvCxnSpPr>
            <a:cxnSpLocks noChangeShapeType="1"/>
            <a:stCxn id="9" idx="3"/>
            <a:endCxn id="14" idx="1"/>
          </p:cNvCxnSpPr>
          <p:nvPr>
            <p:custDataLst>
              <p:tags r:id="rId15"/>
            </p:custDataLst>
          </p:nvPr>
        </p:nvCxnSpPr>
        <p:spPr bwMode="gray">
          <a:xfrm>
            <a:off x="3402015" y="5495029"/>
            <a:ext cx="330202" cy="3300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cxnSp>
      <p:sp>
        <p:nvSpPr>
          <p:cNvPr id="18" name="Oval 2"/>
          <p:cNvSpPr>
            <a:spLocks noChangeArrowheads="1"/>
          </p:cNvSpPr>
          <p:nvPr/>
        </p:nvSpPr>
        <p:spPr bwMode="gray">
          <a:xfrm>
            <a:off x="870929" y="1819737"/>
            <a:ext cx="226059" cy="226021"/>
          </a:xfrm>
          <a:prstGeom prst="ellipse">
            <a:avLst/>
          </a:prstGeom>
          <a:solidFill>
            <a:schemeClr val="tx2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</a:t>
            </a:r>
          </a:p>
        </p:txBody>
      </p:sp>
      <p:sp>
        <p:nvSpPr>
          <p:cNvPr id="19" name="Oval 3"/>
          <p:cNvSpPr>
            <a:spLocks noChangeArrowheads="1"/>
          </p:cNvSpPr>
          <p:nvPr/>
        </p:nvSpPr>
        <p:spPr bwMode="gray">
          <a:xfrm>
            <a:off x="870929" y="3514224"/>
            <a:ext cx="226059" cy="226021"/>
          </a:xfrm>
          <a:prstGeom prst="ellipse">
            <a:avLst/>
          </a:prstGeom>
          <a:solidFill>
            <a:schemeClr val="tx2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2</a:t>
            </a:r>
          </a:p>
        </p:txBody>
      </p:sp>
      <p:sp>
        <p:nvSpPr>
          <p:cNvPr id="20" name="Oval 4"/>
          <p:cNvSpPr>
            <a:spLocks noChangeArrowheads="1"/>
          </p:cNvSpPr>
          <p:nvPr/>
        </p:nvSpPr>
        <p:spPr bwMode="gray">
          <a:xfrm>
            <a:off x="872252" y="5165026"/>
            <a:ext cx="226059" cy="226021"/>
          </a:xfrm>
          <a:prstGeom prst="ellipse">
            <a:avLst/>
          </a:prstGeom>
          <a:solidFill>
            <a:schemeClr val="tx2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3</a:t>
            </a:r>
          </a:p>
        </p:txBody>
      </p:sp>
      <p:sp>
        <p:nvSpPr>
          <p:cNvPr id="21" name="Rectangle 4"/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6435592" y="3592608"/>
            <a:ext cx="2449888" cy="508000"/>
          </a:xfrm>
          <a:prstGeom prst="rect">
            <a:avLst/>
          </a:prstGeom>
          <a:solidFill>
            <a:schemeClr val="accent6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Sales and </a:t>
            </a:r>
          </a:p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marketing costs</a:t>
            </a:r>
          </a:p>
        </p:txBody>
      </p:sp>
      <p:sp>
        <p:nvSpPr>
          <p:cNvPr id="22" name="AutoShape 2"/>
          <p:cNvSpPr>
            <a:spLocks/>
          </p:cNvSpPr>
          <p:nvPr>
            <p:custDataLst>
              <p:tags r:id="rId17"/>
            </p:custDataLst>
          </p:nvPr>
        </p:nvSpPr>
        <p:spPr bwMode="gray">
          <a:xfrm flipH="1">
            <a:off x="6189282" y="3185016"/>
            <a:ext cx="239133" cy="1320007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chemeClr val="bg2"/>
            </a:solidFill>
            <a:round/>
            <a:headEnd/>
            <a:tailEnd type="none" w="lg" len="lg"/>
          </a:ln>
        </p:spPr>
        <p:txBody>
          <a:bodyPr wrap="none" lIns="173736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본고딕 Normal"/>
              <a:cs typeface="Arial"/>
            </a:endParaRPr>
          </a:p>
        </p:txBody>
      </p:sp>
      <p:sp>
        <p:nvSpPr>
          <p:cNvPr id="23" name="Rectangle 5"/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3732217" y="1612598"/>
            <a:ext cx="2449888" cy="5048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Development-related</a:t>
            </a:r>
          </a:p>
        </p:txBody>
      </p:sp>
      <p:sp>
        <p:nvSpPr>
          <p:cNvPr id="24" name="Rectangle 13"/>
          <p:cNvSpPr>
            <a:spLocks noChangeArrowheads="1"/>
          </p:cNvSpPr>
          <p:nvPr>
            <p:custDataLst>
              <p:tags r:id="rId19"/>
            </p:custDataLst>
          </p:nvPr>
        </p:nvSpPr>
        <p:spPr bwMode="gray">
          <a:xfrm>
            <a:off x="3732217" y="2272601"/>
            <a:ext cx="2449888" cy="50482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Sales-related</a:t>
            </a:r>
          </a:p>
        </p:txBody>
      </p:sp>
      <p:cxnSp>
        <p:nvCxnSpPr>
          <p:cNvPr id="25" name="AutoShape 15"/>
          <p:cNvCxnSpPr>
            <a:cxnSpLocks noChangeShapeType="1"/>
            <a:endCxn id="23" idx="1"/>
          </p:cNvCxnSpPr>
          <p:nvPr>
            <p:custDataLst>
              <p:tags r:id="rId20"/>
            </p:custDataLst>
          </p:nvPr>
        </p:nvCxnSpPr>
        <p:spPr bwMode="gray">
          <a:xfrm flipV="1">
            <a:off x="3402015" y="1865011"/>
            <a:ext cx="330202" cy="33000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cxnSp>
      <p:cxnSp>
        <p:nvCxnSpPr>
          <p:cNvPr id="26" name="AutoShape 16"/>
          <p:cNvCxnSpPr>
            <a:cxnSpLocks noChangeShapeType="1"/>
            <a:endCxn id="24" idx="1"/>
          </p:cNvCxnSpPr>
          <p:nvPr>
            <p:custDataLst>
              <p:tags r:id="rId21"/>
            </p:custDataLst>
          </p:nvPr>
        </p:nvCxnSpPr>
        <p:spPr bwMode="gray">
          <a:xfrm>
            <a:off x="3402015" y="2195012"/>
            <a:ext cx="330202" cy="33000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</p:spPr>
      </p:cxnSp>
      <p:sp>
        <p:nvSpPr>
          <p:cNvPr id="27" name="AutoShape 2"/>
          <p:cNvSpPr>
            <a:spLocks/>
          </p:cNvSpPr>
          <p:nvPr>
            <p:custDataLst>
              <p:tags r:id="rId22"/>
            </p:custDataLst>
          </p:nvPr>
        </p:nvSpPr>
        <p:spPr bwMode="gray">
          <a:xfrm flipH="1">
            <a:off x="6189281" y="1865011"/>
            <a:ext cx="239133" cy="660004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chemeClr val="bg2"/>
            </a:solidFill>
            <a:round/>
            <a:headEnd/>
            <a:tailEnd type="none" w="lg" len="lg"/>
          </a:ln>
        </p:spPr>
        <p:txBody>
          <a:bodyPr wrap="none" lIns="173736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본고딕 Normal"/>
              <a:cs typeface="Arial"/>
            </a:endParaRPr>
          </a:p>
        </p:txBody>
      </p:sp>
      <p:sp>
        <p:nvSpPr>
          <p:cNvPr id="28" name="Rectangle 4"/>
          <p:cNvSpPr>
            <a:spLocks noChangeArrowheads="1"/>
          </p:cNvSpPr>
          <p:nvPr>
            <p:custDataLst>
              <p:tags r:id="rId23"/>
            </p:custDataLst>
          </p:nvPr>
        </p:nvSpPr>
        <p:spPr bwMode="gray">
          <a:xfrm>
            <a:off x="6435592" y="1945490"/>
            <a:ext cx="2449888" cy="50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R&amp;D costs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29" name="Rectangle 4"/>
          <p:cNvSpPr>
            <a:spLocks noChangeArrowheads="1"/>
          </p:cNvSpPr>
          <p:nvPr>
            <p:custDataLst>
              <p:tags r:id="rId24"/>
            </p:custDataLst>
          </p:nvPr>
        </p:nvSpPr>
        <p:spPr bwMode="gray">
          <a:xfrm>
            <a:off x="6435592" y="5265633"/>
            <a:ext cx="2449888" cy="508000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Sales and </a:t>
            </a:r>
          </a:p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marketing costs</a:t>
            </a:r>
          </a:p>
        </p:txBody>
      </p:sp>
      <p:sp>
        <p:nvSpPr>
          <p:cNvPr id="30" name="AutoShape 2"/>
          <p:cNvSpPr>
            <a:spLocks/>
          </p:cNvSpPr>
          <p:nvPr>
            <p:custDataLst>
              <p:tags r:id="rId25"/>
            </p:custDataLst>
          </p:nvPr>
        </p:nvSpPr>
        <p:spPr bwMode="gray">
          <a:xfrm flipH="1">
            <a:off x="6189281" y="5189631"/>
            <a:ext cx="239133" cy="660004"/>
          </a:xfrm>
          <a:prstGeom prst="leftBrace">
            <a:avLst>
              <a:gd name="adj1" fmla="val 72093"/>
              <a:gd name="adj2" fmla="val 50000"/>
            </a:avLst>
          </a:prstGeom>
          <a:noFill/>
          <a:ln w="12700">
            <a:solidFill>
              <a:schemeClr val="bg2"/>
            </a:solidFill>
            <a:round/>
            <a:headEnd/>
            <a:tailEnd type="none" w="lg" len="lg"/>
          </a:ln>
        </p:spPr>
        <p:txBody>
          <a:bodyPr wrap="none" lIns="173736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본고딕 Norm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057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3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152171" y="1391416"/>
            <a:ext cx="2400300" cy="31000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algn="ctr" rotWithShape="0">
              <a:schemeClr val="tx2"/>
            </a:outerShdw>
          </a:effectLst>
        </p:spPr>
        <p:txBody>
          <a:bodyPr tIns="54000" bIns="54000" anchor="b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20" dirty="0" err="1">
                <a:solidFill>
                  <a:srgbClr val="002452"/>
                </a:solidFill>
                <a:latin typeface="본고딕 Medium"/>
                <a:ea typeface="본고딕 Medium"/>
              </a:rPr>
              <a:t>중</a:t>
            </a:r>
            <a:r>
              <a:rPr lang="ko-KR" altLang="en-US" sz="1600" spc="-20" dirty="0" err="1" smtClean="0">
                <a:solidFill>
                  <a:srgbClr val="002452"/>
                </a:solidFill>
                <a:latin typeface="본고딕 Medium"/>
                <a:ea typeface="본고딕 Medium"/>
              </a:rPr>
              <a:t>제목</a:t>
            </a:r>
            <a:r>
              <a:rPr lang="en-US" altLang="ko-KR" sz="1600" spc="-20" dirty="0" smtClean="0">
                <a:solidFill>
                  <a:srgbClr val="002452"/>
                </a:solidFill>
                <a:latin typeface="본고딕 Medium"/>
                <a:ea typeface="본고딕 Medium"/>
              </a:rPr>
              <a:t>/Medium 16pt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</a:endParaRPr>
          </a:p>
        </p:txBody>
      </p:sp>
      <p:grpSp>
        <p:nvGrpSpPr>
          <p:cNvPr id="154" name="Group 63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3398359" y="1847233"/>
            <a:ext cx="1154112" cy="669925"/>
            <a:chOff x="1985" y="1350"/>
            <a:chExt cx="727" cy="422"/>
          </a:xfrm>
          <a:solidFill>
            <a:schemeClr val="tx1">
              <a:lumMod val="10000"/>
              <a:lumOff val="90000"/>
            </a:schemeClr>
          </a:solidFill>
        </p:grpSpPr>
        <p:sp>
          <p:nvSpPr>
            <p:cNvPr id="155" name="Rectangle 6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gray">
            <a:xfrm>
              <a:off x="1985" y="1350"/>
              <a:ext cx="727" cy="18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18000" tIns="36000" rIns="18000" bIns="36000" anchor="ctr"/>
            <a:lstStyle>
              <a:lvl1pPr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</a:rPr>
                <a:t>Single-unit</a:t>
              </a:r>
            </a:p>
          </p:txBody>
        </p:sp>
        <p:sp>
          <p:nvSpPr>
            <p:cNvPr id="156" name="Rectangle 7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gray">
            <a:xfrm>
              <a:off x="1985" y="1591"/>
              <a:ext cx="727" cy="181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12700">
              <a:noFill/>
              <a:miter lim="800000"/>
              <a:headEnd/>
              <a:tailEnd/>
            </a:ln>
          </p:spPr>
          <p:txBody>
            <a:bodyPr lIns="18000" tIns="36000" rIns="18000" bIns="36000" anchor="ctr"/>
            <a:lstStyle>
              <a:lvl1pPr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</a:rPr>
                <a:t>Multi-unit</a:t>
              </a:r>
            </a:p>
          </p:txBody>
        </p:sp>
      </p:grpSp>
      <p:cxnSp>
        <p:nvCxnSpPr>
          <p:cNvPr id="157" name="AutoShape 8"/>
          <p:cNvCxnSpPr>
            <a:cxnSpLocks noChangeShapeType="1"/>
            <a:stCxn id="159" idx="3"/>
            <a:endCxn id="155" idx="1"/>
          </p:cNvCxnSpPr>
          <p:nvPr>
            <p:custDataLst>
              <p:tags r:id="rId3"/>
            </p:custDataLst>
          </p:nvPr>
        </p:nvCxnSpPr>
        <p:spPr bwMode="auto">
          <a:xfrm flipV="1">
            <a:off x="3107846" y="1991696"/>
            <a:ext cx="290513" cy="190500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8" name="AutoShape 9"/>
          <p:cNvCxnSpPr>
            <a:cxnSpLocks noChangeShapeType="1"/>
            <a:stCxn id="159" idx="3"/>
            <a:endCxn id="156" idx="1"/>
          </p:cNvCxnSpPr>
          <p:nvPr>
            <p:custDataLst>
              <p:tags r:id="rId4"/>
            </p:custDataLst>
          </p:nvPr>
        </p:nvCxnSpPr>
        <p:spPr bwMode="auto">
          <a:xfrm>
            <a:off x="3107846" y="2182196"/>
            <a:ext cx="290513" cy="192087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" name="Rectangle 10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2152171" y="1847233"/>
            <a:ext cx="955675" cy="669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rIns="18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Residential</a:t>
            </a:r>
          </a:p>
        </p:txBody>
      </p:sp>
      <p:sp>
        <p:nvSpPr>
          <p:cNvPr id="160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2152171" y="4412633"/>
            <a:ext cx="955675" cy="10699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rIns="18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Infra-structure</a:t>
            </a:r>
          </a:p>
        </p:txBody>
      </p:sp>
      <p:sp>
        <p:nvSpPr>
          <p:cNvPr id="161" name="Rectangle 12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3398359" y="5195271"/>
            <a:ext cx="1154112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Transportation</a:t>
            </a:r>
          </a:p>
        </p:txBody>
      </p:sp>
      <p:sp>
        <p:nvSpPr>
          <p:cNvPr id="162" name="Rectangle 13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3398359" y="4412633"/>
            <a:ext cx="1154112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Energy</a:t>
            </a:r>
          </a:p>
        </p:txBody>
      </p:sp>
      <p:sp>
        <p:nvSpPr>
          <p:cNvPr id="163" name="Rectangle 14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3398359" y="4803158"/>
            <a:ext cx="1154112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Public health</a:t>
            </a:r>
          </a:p>
        </p:txBody>
      </p:sp>
      <p:cxnSp>
        <p:nvCxnSpPr>
          <p:cNvPr id="164" name="AutoShape 15"/>
          <p:cNvCxnSpPr>
            <a:cxnSpLocks noChangeShapeType="1"/>
            <a:stCxn id="160" idx="3"/>
            <a:endCxn id="162" idx="1"/>
          </p:cNvCxnSpPr>
          <p:nvPr>
            <p:custDataLst>
              <p:tags r:id="rId10"/>
            </p:custDataLst>
          </p:nvPr>
        </p:nvCxnSpPr>
        <p:spPr bwMode="auto">
          <a:xfrm flipV="1">
            <a:off x="3107846" y="4557096"/>
            <a:ext cx="290513" cy="390525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5" name="AutoShape 16"/>
          <p:cNvCxnSpPr>
            <a:cxnSpLocks noChangeShapeType="1"/>
            <a:stCxn id="160" idx="3"/>
            <a:endCxn id="163" idx="1"/>
          </p:cNvCxnSpPr>
          <p:nvPr>
            <p:custDataLst>
              <p:tags r:id="rId11"/>
            </p:custDataLst>
          </p:nvPr>
        </p:nvCxnSpPr>
        <p:spPr bwMode="auto">
          <a:xfrm>
            <a:off x="3107846" y="4947621"/>
            <a:ext cx="290513" cy="0"/>
          </a:xfrm>
          <a:prstGeom prst="straightConnector1">
            <a:avLst/>
          </a:prstGeom>
          <a:noFill/>
          <a:ln w="9525">
            <a:solidFill>
              <a:schemeClr val="bg2"/>
            </a:solidFill>
            <a:round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6" name="AutoShape 17"/>
          <p:cNvCxnSpPr>
            <a:cxnSpLocks noChangeShapeType="1"/>
            <a:stCxn id="160" idx="3"/>
            <a:endCxn id="161" idx="1"/>
          </p:cNvCxnSpPr>
          <p:nvPr>
            <p:custDataLst>
              <p:tags r:id="rId12"/>
            </p:custDataLst>
          </p:nvPr>
        </p:nvCxnSpPr>
        <p:spPr bwMode="auto">
          <a:xfrm>
            <a:off x="3107846" y="4947621"/>
            <a:ext cx="290513" cy="392112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7" name="AutoShape 18"/>
          <p:cNvCxnSpPr>
            <a:cxnSpLocks noChangeShapeType="1"/>
            <a:stCxn id="190" idx="3"/>
            <a:endCxn id="159" idx="1"/>
          </p:cNvCxnSpPr>
          <p:nvPr>
            <p:custDataLst>
              <p:tags r:id="rId13"/>
            </p:custDataLst>
          </p:nvPr>
        </p:nvCxnSpPr>
        <p:spPr bwMode="gray">
          <a:xfrm flipV="1">
            <a:off x="1690209" y="2182196"/>
            <a:ext cx="461962" cy="1270000"/>
          </a:xfrm>
          <a:prstGeom prst="bentConnector3">
            <a:avLst>
              <a:gd name="adj1" fmla="val 49829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8" name="AutoShape 19"/>
          <p:cNvCxnSpPr>
            <a:cxnSpLocks noChangeShapeType="1"/>
            <a:stCxn id="190" idx="3"/>
            <a:endCxn id="160" idx="1"/>
          </p:cNvCxnSpPr>
          <p:nvPr>
            <p:custDataLst>
              <p:tags r:id="rId14"/>
            </p:custDataLst>
          </p:nvPr>
        </p:nvCxnSpPr>
        <p:spPr bwMode="gray">
          <a:xfrm>
            <a:off x="1690209" y="3452196"/>
            <a:ext cx="461962" cy="1495425"/>
          </a:xfrm>
          <a:prstGeom prst="bentConnector3">
            <a:avLst>
              <a:gd name="adj1" fmla="val 49829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9" name="Rectangle 20"/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7181371" y="1382183"/>
            <a:ext cx="1023938" cy="31924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algn="ctr" rotWithShape="0">
              <a:schemeClr val="tx2"/>
            </a:outerShdw>
          </a:effectLst>
        </p:spPr>
        <p:txBody>
          <a:bodyPr tIns="54000" bIns="54000" anchor="b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smtClean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Arial" panose="020B0604020202020204" pitchFamily="34" charset="0"/>
              </a:rPr>
              <a:t>CAGR</a:t>
            </a:r>
            <a:endParaRPr kumimoji="0" lang="en-US" altLang="ko-KR" sz="1600" b="0" i="0" u="none" strike="noStrike" kern="1200" cap="none" spc="-20" normalizeH="0" baseline="0" noProof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Arial" panose="020B0604020202020204" pitchFamily="34" charset="0"/>
            </a:endParaRPr>
          </a:p>
        </p:txBody>
      </p:sp>
      <p:sp>
        <p:nvSpPr>
          <p:cNvPr id="170" name="Rectangle 21"/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7181371" y="2039321"/>
            <a:ext cx="1028700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2.3%</a:t>
            </a:r>
          </a:p>
        </p:txBody>
      </p:sp>
      <p:sp>
        <p:nvSpPr>
          <p:cNvPr id="171" name="Rectangle 22"/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7181371" y="4412633"/>
            <a:ext cx="1028700" cy="287338"/>
          </a:xfrm>
          <a:prstGeom prst="rect">
            <a:avLst/>
          </a:prstGeom>
          <a:solidFill>
            <a:schemeClr val="accent6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6.2%</a:t>
            </a:r>
          </a:p>
        </p:txBody>
      </p:sp>
      <p:sp>
        <p:nvSpPr>
          <p:cNvPr id="172" name="Rectangle 23"/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7181371" y="4803158"/>
            <a:ext cx="1028700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4.2%</a:t>
            </a:r>
          </a:p>
        </p:txBody>
      </p:sp>
      <p:sp>
        <p:nvSpPr>
          <p:cNvPr id="173" name="Rectangle 24"/>
          <p:cNvSpPr>
            <a:spLocks noChangeArrowheads="1"/>
          </p:cNvSpPr>
          <p:nvPr>
            <p:custDataLst>
              <p:tags r:id="rId19"/>
            </p:custDataLst>
          </p:nvPr>
        </p:nvSpPr>
        <p:spPr bwMode="gray">
          <a:xfrm>
            <a:off x="7181371" y="5195271"/>
            <a:ext cx="1028700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3.0%</a:t>
            </a:r>
          </a:p>
        </p:txBody>
      </p:sp>
      <p:sp>
        <p:nvSpPr>
          <p:cNvPr id="174" name="Rectangle 26"/>
          <p:cNvSpPr>
            <a:spLocks noChangeArrowheads="1"/>
          </p:cNvSpPr>
          <p:nvPr>
            <p:custDataLst>
              <p:tags r:id="rId20"/>
            </p:custDataLst>
          </p:nvPr>
        </p:nvSpPr>
        <p:spPr bwMode="gray">
          <a:xfrm>
            <a:off x="8352946" y="2039321"/>
            <a:ext cx="1028700" cy="287337"/>
          </a:xfrm>
          <a:prstGeom prst="rect">
            <a:avLst/>
          </a:prstGeom>
          <a:solidFill>
            <a:schemeClr val="accent3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-13.2%</a:t>
            </a:r>
          </a:p>
        </p:txBody>
      </p:sp>
      <p:sp>
        <p:nvSpPr>
          <p:cNvPr id="175" name="Rectangle 27"/>
          <p:cNvSpPr>
            <a:spLocks noChangeArrowheads="1"/>
          </p:cNvSpPr>
          <p:nvPr>
            <p:custDataLst>
              <p:tags r:id="rId21"/>
            </p:custDataLst>
          </p:nvPr>
        </p:nvSpPr>
        <p:spPr bwMode="gray">
          <a:xfrm>
            <a:off x="8352946" y="4412633"/>
            <a:ext cx="1028700" cy="287338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-5.4%</a:t>
            </a:r>
          </a:p>
        </p:txBody>
      </p:sp>
      <p:sp>
        <p:nvSpPr>
          <p:cNvPr id="176" name="Rectangle 28"/>
          <p:cNvSpPr>
            <a:spLocks noChangeArrowheads="1"/>
          </p:cNvSpPr>
          <p:nvPr>
            <p:custDataLst>
              <p:tags r:id="rId22"/>
            </p:custDataLst>
          </p:nvPr>
        </p:nvSpPr>
        <p:spPr bwMode="gray">
          <a:xfrm>
            <a:off x="8352946" y="4803158"/>
            <a:ext cx="1028700" cy="287338"/>
          </a:xfrm>
          <a:prstGeom prst="rect">
            <a:avLst/>
          </a:prstGeom>
          <a:solidFill>
            <a:schemeClr val="accent6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7.6%</a:t>
            </a:r>
          </a:p>
        </p:txBody>
      </p:sp>
      <p:sp>
        <p:nvSpPr>
          <p:cNvPr id="177" name="Rectangle 29"/>
          <p:cNvSpPr>
            <a:spLocks noChangeArrowheads="1"/>
          </p:cNvSpPr>
          <p:nvPr>
            <p:custDataLst>
              <p:tags r:id="rId23"/>
            </p:custDataLst>
          </p:nvPr>
        </p:nvSpPr>
        <p:spPr bwMode="gray">
          <a:xfrm>
            <a:off x="8352946" y="5195271"/>
            <a:ext cx="1028700" cy="287337"/>
          </a:xfrm>
          <a:prstGeom prst="rect">
            <a:avLst/>
          </a:prstGeom>
          <a:solidFill>
            <a:schemeClr val="accent6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8.4%</a:t>
            </a:r>
          </a:p>
        </p:txBody>
      </p:sp>
      <p:sp>
        <p:nvSpPr>
          <p:cNvPr id="178" name="Rectangle 30"/>
          <p:cNvSpPr>
            <a:spLocks noChangeArrowheads="1"/>
          </p:cNvSpPr>
          <p:nvPr>
            <p:custDataLst>
              <p:tags r:id="rId24"/>
            </p:custDataLst>
          </p:nvPr>
        </p:nvSpPr>
        <p:spPr bwMode="gray">
          <a:xfrm>
            <a:off x="4833459" y="1413423"/>
            <a:ext cx="10287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54000" bIns="54000" anchor="b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smtClean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Arial" panose="020B0604020202020204" pitchFamily="34" charset="0"/>
              </a:rPr>
              <a:t>CAGR</a:t>
            </a:r>
            <a:endParaRPr kumimoji="0" lang="en-US" altLang="ko-KR" sz="1600" b="0" i="0" u="none" strike="noStrike" kern="1200" cap="none" spc="-20" normalizeH="0" baseline="0" noProof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Arial" panose="020B0604020202020204" pitchFamily="34" charset="0"/>
            </a:endParaRPr>
          </a:p>
        </p:txBody>
      </p:sp>
      <p:sp>
        <p:nvSpPr>
          <p:cNvPr id="179" name="AutoShape 33"/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4657246" y="1847233"/>
            <a:ext cx="107950" cy="673100"/>
          </a:xfrm>
          <a:prstGeom prst="rightBrace">
            <a:avLst>
              <a:gd name="adj1" fmla="val 51961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91440" bIns="9144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200" b="1" i="0" u="sng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grpSp>
        <p:nvGrpSpPr>
          <p:cNvPr id="180" name="Group 64"/>
          <p:cNvGrpSpPr>
            <a:grpSpLocks/>
          </p:cNvGrpSpPr>
          <p:nvPr>
            <p:custDataLst>
              <p:tags r:id="rId26"/>
            </p:custDataLst>
          </p:nvPr>
        </p:nvGrpSpPr>
        <p:grpSpPr bwMode="auto">
          <a:xfrm>
            <a:off x="3398359" y="2753696"/>
            <a:ext cx="1154112" cy="1398587"/>
            <a:chOff x="1985" y="1921"/>
            <a:chExt cx="727" cy="881"/>
          </a:xfrm>
          <a:solidFill>
            <a:schemeClr val="tx1">
              <a:lumMod val="10000"/>
              <a:lumOff val="90000"/>
            </a:schemeClr>
          </a:solidFill>
        </p:grpSpPr>
        <p:sp>
          <p:nvSpPr>
            <p:cNvPr id="181" name="Rectangle 34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gray">
            <a:xfrm>
              <a:off x="1985" y="2621"/>
              <a:ext cx="727" cy="18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18000" tIns="36000" rIns="18000" bIns="36000" anchor="ctr"/>
            <a:lstStyle>
              <a:lvl1pPr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</a:rPr>
                <a:t>Institutional</a:t>
              </a:r>
            </a:p>
          </p:txBody>
        </p:sp>
        <p:sp>
          <p:nvSpPr>
            <p:cNvPr id="182" name="Rectangle 35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gray">
            <a:xfrm>
              <a:off x="1985" y="1921"/>
              <a:ext cx="727" cy="18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lIns="18000" tIns="36000" rIns="18000" bIns="36000" anchor="ctr"/>
            <a:lstStyle>
              <a:lvl1pPr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algn="l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Arial" panose="020B0604020202020204" pitchFamily="34" charset="0"/>
                </a:rPr>
                <a:t>Office</a:t>
              </a:r>
            </a:p>
          </p:txBody>
        </p:sp>
      </p:grpSp>
      <p:sp>
        <p:nvSpPr>
          <p:cNvPr id="183" name="Rectangle 36"/>
          <p:cNvSpPr>
            <a:spLocks noChangeArrowheads="1"/>
          </p:cNvSpPr>
          <p:nvPr>
            <p:custDataLst>
              <p:tags r:id="rId27"/>
            </p:custDataLst>
          </p:nvPr>
        </p:nvSpPr>
        <p:spPr bwMode="gray">
          <a:xfrm>
            <a:off x="3398359" y="3123583"/>
            <a:ext cx="1154112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Commercial</a:t>
            </a:r>
          </a:p>
        </p:txBody>
      </p:sp>
      <p:sp>
        <p:nvSpPr>
          <p:cNvPr id="184" name="Rectangle 37"/>
          <p:cNvSpPr>
            <a:spLocks noChangeArrowheads="1"/>
          </p:cNvSpPr>
          <p:nvPr>
            <p:custDataLst>
              <p:tags r:id="rId28"/>
            </p:custDataLst>
          </p:nvPr>
        </p:nvSpPr>
        <p:spPr bwMode="gray">
          <a:xfrm>
            <a:off x="3398359" y="3493471"/>
            <a:ext cx="1154112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Industrial</a:t>
            </a:r>
          </a:p>
        </p:txBody>
      </p:sp>
      <p:cxnSp>
        <p:nvCxnSpPr>
          <p:cNvPr id="185" name="AutoShape 38"/>
          <p:cNvCxnSpPr>
            <a:cxnSpLocks noChangeShapeType="1"/>
            <a:stCxn id="189" idx="3"/>
            <a:endCxn id="182" idx="1"/>
          </p:cNvCxnSpPr>
          <p:nvPr>
            <p:custDataLst>
              <p:tags r:id="rId29"/>
            </p:custDataLst>
          </p:nvPr>
        </p:nvCxnSpPr>
        <p:spPr bwMode="auto">
          <a:xfrm flipV="1">
            <a:off x="3107846" y="2898158"/>
            <a:ext cx="290513" cy="555625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6" name="AutoShape 39"/>
          <p:cNvCxnSpPr>
            <a:cxnSpLocks noChangeShapeType="1"/>
            <a:stCxn id="189" idx="3"/>
            <a:endCxn id="183" idx="1"/>
          </p:cNvCxnSpPr>
          <p:nvPr>
            <p:custDataLst>
              <p:tags r:id="rId30"/>
            </p:custDataLst>
          </p:nvPr>
        </p:nvCxnSpPr>
        <p:spPr bwMode="auto">
          <a:xfrm flipV="1">
            <a:off x="3107846" y="3268046"/>
            <a:ext cx="290513" cy="185737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7" name="AutoShape 40"/>
          <p:cNvCxnSpPr>
            <a:cxnSpLocks noChangeShapeType="1"/>
            <a:stCxn id="189" idx="3"/>
            <a:endCxn id="181" idx="1"/>
          </p:cNvCxnSpPr>
          <p:nvPr>
            <p:custDataLst>
              <p:tags r:id="rId31"/>
            </p:custDataLst>
          </p:nvPr>
        </p:nvCxnSpPr>
        <p:spPr bwMode="auto">
          <a:xfrm>
            <a:off x="3107846" y="3453783"/>
            <a:ext cx="290513" cy="555625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8" name="AutoShape 41"/>
          <p:cNvCxnSpPr>
            <a:cxnSpLocks noChangeShapeType="1"/>
            <a:stCxn id="189" idx="3"/>
            <a:endCxn id="184" idx="1"/>
          </p:cNvCxnSpPr>
          <p:nvPr>
            <p:custDataLst>
              <p:tags r:id="rId32"/>
            </p:custDataLst>
          </p:nvPr>
        </p:nvCxnSpPr>
        <p:spPr bwMode="auto">
          <a:xfrm>
            <a:off x="3107846" y="3453783"/>
            <a:ext cx="290513" cy="184150"/>
          </a:xfrm>
          <a:prstGeom prst="bentConnector3">
            <a:avLst>
              <a:gd name="adj1" fmla="val 49727"/>
            </a:avLst>
          </a:prstGeom>
          <a:noFill/>
          <a:ln w="9525">
            <a:solidFill>
              <a:schemeClr val="bg2"/>
            </a:solidFill>
            <a:miter lim="800000"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9" name="Rectangle 42"/>
          <p:cNvSpPr>
            <a:spLocks noChangeArrowheads="1"/>
          </p:cNvSpPr>
          <p:nvPr>
            <p:custDataLst>
              <p:tags r:id="rId33"/>
            </p:custDataLst>
          </p:nvPr>
        </p:nvSpPr>
        <p:spPr bwMode="gray">
          <a:xfrm>
            <a:off x="2152171" y="2753696"/>
            <a:ext cx="955675" cy="13985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rIns="18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Non-residential</a:t>
            </a:r>
          </a:p>
        </p:txBody>
      </p:sp>
      <p:sp>
        <p:nvSpPr>
          <p:cNvPr id="190" name="Rectangle 43"/>
          <p:cNvSpPr>
            <a:spLocks noChangeArrowheads="1"/>
          </p:cNvSpPr>
          <p:nvPr>
            <p:custDataLst>
              <p:tags r:id="rId34"/>
            </p:custDataLst>
          </p:nvPr>
        </p:nvSpPr>
        <p:spPr bwMode="gray">
          <a:xfrm>
            <a:off x="434496" y="3042621"/>
            <a:ext cx="1255713" cy="8191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rIns="18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Construction</a:t>
            </a:r>
          </a:p>
        </p:txBody>
      </p:sp>
      <p:sp>
        <p:nvSpPr>
          <p:cNvPr id="191" name="Rectangle 44"/>
          <p:cNvSpPr>
            <a:spLocks noChangeArrowheads="1"/>
          </p:cNvSpPr>
          <p:nvPr>
            <p:custDataLst>
              <p:tags r:id="rId35"/>
            </p:custDataLst>
          </p:nvPr>
        </p:nvSpPr>
        <p:spPr bwMode="gray">
          <a:xfrm>
            <a:off x="7181371" y="3864946"/>
            <a:ext cx="1028700" cy="287337"/>
          </a:xfrm>
          <a:prstGeom prst="rect">
            <a:avLst/>
          </a:prstGeom>
          <a:solidFill>
            <a:schemeClr val="accent6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5.6%</a:t>
            </a:r>
          </a:p>
        </p:txBody>
      </p:sp>
      <p:sp>
        <p:nvSpPr>
          <p:cNvPr id="192" name="Rectangle 45"/>
          <p:cNvSpPr>
            <a:spLocks noChangeArrowheads="1"/>
          </p:cNvSpPr>
          <p:nvPr>
            <p:custDataLst>
              <p:tags r:id="rId36"/>
            </p:custDataLst>
          </p:nvPr>
        </p:nvSpPr>
        <p:spPr bwMode="gray">
          <a:xfrm>
            <a:off x="7181371" y="2753696"/>
            <a:ext cx="1028700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3.8%</a:t>
            </a:r>
          </a:p>
        </p:txBody>
      </p:sp>
      <p:sp>
        <p:nvSpPr>
          <p:cNvPr id="193" name="Rectangle 46"/>
          <p:cNvSpPr>
            <a:spLocks noChangeArrowheads="1"/>
          </p:cNvSpPr>
          <p:nvPr>
            <p:custDataLst>
              <p:tags r:id="rId37"/>
            </p:custDataLst>
          </p:nvPr>
        </p:nvSpPr>
        <p:spPr bwMode="gray">
          <a:xfrm>
            <a:off x="7181371" y="3493471"/>
            <a:ext cx="1028700" cy="287337"/>
          </a:xfrm>
          <a:prstGeom prst="rect">
            <a:avLst/>
          </a:prstGeom>
          <a:solidFill>
            <a:schemeClr val="accent6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6.3%</a:t>
            </a:r>
          </a:p>
        </p:txBody>
      </p:sp>
      <p:sp>
        <p:nvSpPr>
          <p:cNvPr id="194" name="Rectangle 47"/>
          <p:cNvSpPr>
            <a:spLocks noChangeArrowheads="1"/>
          </p:cNvSpPr>
          <p:nvPr>
            <p:custDataLst>
              <p:tags r:id="rId38"/>
            </p:custDataLst>
          </p:nvPr>
        </p:nvSpPr>
        <p:spPr bwMode="gray">
          <a:xfrm>
            <a:off x="7181371" y="3123583"/>
            <a:ext cx="1028700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4.0%</a:t>
            </a:r>
          </a:p>
        </p:txBody>
      </p:sp>
      <p:sp>
        <p:nvSpPr>
          <p:cNvPr id="195" name="Rectangle 48"/>
          <p:cNvSpPr>
            <a:spLocks noChangeArrowheads="1"/>
          </p:cNvSpPr>
          <p:nvPr>
            <p:custDataLst>
              <p:tags r:id="rId39"/>
            </p:custDataLst>
          </p:nvPr>
        </p:nvSpPr>
        <p:spPr bwMode="gray">
          <a:xfrm>
            <a:off x="8352946" y="3864946"/>
            <a:ext cx="1028700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4.1%</a:t>
            </a:r>
          </a:p>
        </p:txBody>
      </p:sp>
      <p:sp>
        <p:nvSpPr>
          <p:cNvPr id="196" name="Rectangle 49"/>
          <p:cNvSpPr>
            <a:spLocks noChangeArrowheads="1"/>
          </p:cNvSpPr>
          <p:nvPr>
            <p:custDataLst>
              <p:tags r:id="rId40"/>
            </p:custDataLst>
          </p:nvPr>
        </p:nvSpPr>
        <p:spPr bwMode="gray">
          <a:xfrm>
            <a:off x="8352946" y="2753696"/>
            <a:ext cx="1028700" cy="287337"/>
          </a:xfrm>
          <a:prstGeom prst="rect">
            <a:avLst/>
          </a:prstGeom>
          <a:solidFill>
            <a:schemeClr val="accent3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-8.0%</a:t>
            </a:r>
          </a:p>
        </p:txBody>
      </p:sp>
      <p:sp>
        <p:nvSpPr>
          <p:cNvPr id="197" name="Rectangle 50"/>
          <p:cNvSpPr>
            <a:spLocks noChangeArrowheads="1"/>
          </p:cNvSpPr>
          <p:nvPr>
            <p:custDataLst>
              <p:tags r:id="rId41"/>
            </p:custDataLst>
          </p:nvPr>
        </p:nvSpPr>
        <p:spPr bwMode="gray">
          <a:xfrm>
            <a:off x="8352946" y="3493471"/>
            <a:ext cx="1028700" cy="287337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-6.3%</a:t>
            </a:r>
          </a:p>
        </p:txBody>
      </p:sp>
      <p:sp>
        <p:nvSpPr>
          <p:cNvPr id="198" name="Rectangle 51"/>
          <p:cNvSpPr>
            <a:spLocks noChangeArrowheads="1"/>
          </p:cNvSpPr>
          <p:nvPr>
            <p:custDataLst>
              <p:tags r:id="rId42"/>
            </p:custDataLst>
          </p:nvPr>
        </p:nvSpPr>
        <p:spPr bwMode="gray">
          <a:xfrm>
            <a:off x="8352946" y="3123583"/>
            <a:ext cx="1028700" cy="287338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-6.5%</a:t>
            </a:r>
          </a:p>
        </p:txBody>
      </p:sp>
      <p:cxnSp>
        <p:nvCxnSpPr>
          <p:cNvPr id="199" name="AutoShape 52"/>
          <p:cNvCxnSpPr>
            <a:cxnSpLocks noChangeShapeType="1"/>
            <a:stCxn id="190" idx="3"/>
            <a:endCxn id="189" idx="1"/>
          </p:cNvCxnSpPr>
          <p:nvPr>
            <p:custDataLst>
              <p:tags r:id="rId43"/>
            </p:custDataLst>
          </p:nvPr>
        </p:nvCxnSpPr>
        <p:spPr bwMode="auto">
          <a:xfrm>
            <a:off x="1690209" y="3452196"/>
            <a:ext cx="461962" cy="1587"/>
          </a:xfrm>
          <a:prstGeom prst="bentConnector3">
            <a:avLst>
              <a:gd name="adj1" fmla="val 49829"/>
            </a:avLst>
          </a:prstGeom>
          <a:noFill/>
          <a:ln w="9525">
            <a:solidFill>
              <a:schemeClr val="bg2"/>
            </a:solidFill>
            <a:miter lim="800000"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0" name="AutoShape 54"/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47721" y="2753696"/>
            <a:ext cx="127000" cy="13970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91440" bIns="9144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200" b="1" i="0" u="sng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02" name="Rectangle 57"/>
          <p:cNvSpPr>
            <a:spLocks noChangeArrowheads="1"/>
          </p:cNvSpPr>
          <p:nvPr>
            <p:custDataLst>
              <p:tags r:id="rId45"/>
            </p:custDataLst>
          </p:nvPr>
        </p:nvSpPr>
        <p:spPr bwMode="gray">
          <a:xfrm>
            <a:off x="7220169" y="6269215"/>
            <a:ext cx="107950" cy="107950"/>
          </a:xfrm>
          <a:prstGeom prst="rect">
            <a:avLst/>
          </a:prstGeom>
          <a:solidFill>
            <a:srgbClr val="E9B86E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0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03" name="Rectangle 58"/>
          <p:cNvSpPr>
            <a:spLocks noChangeArrowheads="1"/>
          </p:cNvSpPr>
          <p:nvPr>
            <p:custDataLst>
              <p:tags r:id="rId46"/>
            </p:custDataLst>
          </p:nvPr>
        </p:nvSpPr>
        <p:spPr bwMode="gray">
          <a:xfrm>
            <a:off x="8391745" y="6269215"/>
            <a:ext cx="107950" cy="107950"/>
          </a:xfrm>
          <a:prstGeom prst="rect">
            <a:avLst/>
          </a:prstGeom>
          <a:solidFill>
            <a:schemeClr val="accent3"/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0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04" name="Rectangle 59"/>
          <p:cNvSpPr>
            <a:spLocks noChangeArrowheads="1"/>
          </p:cNvSpPr>
          <p:nvPr>
            <p:custDataLst>
              <p:tags r:id="rId47"/>
            </p:custDataLst>
          </p:nvPr>
        </p:nvSpPr>
        <p:spPr bwMode="gray">
          <a:xfrm>
            <a:off x="7434482" y="6246196"/>
            <a:ext cx="7556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Growth &gt; 5%</a:t>
            </a:r>
          </a:p>
        </p:txBody>
      </p:sp>
      <p:sp>
        <p:nvSpPr>
          <p:cNvPr id="205" name="Rectangle 60"/>
          <p:cNvSpPr>
            <a:spLocks noChangeArrowheads="1"/>
          </p:cNvSpPr>
          <p:nvPr>
            <p:custDataLst>
              <p:tags r:id="rId48"/>
            </p:custDataLst>
          </p:nvPr>
        </p:nvSpPr>
        <p:spPr bwMode="gray">
          <a:xfrm>
            <a:off x="8601295" y="6246196"/>
            <a:ext cx="75565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Growth &lt; 0%</a:t>
            </a:r>
          </a:p>
        </p:txBody>
      </p:sp>
      <p:sp>
        <p:nvSpPr>
          <p:cNvPr id="212" name="Rectangle 21"/>
          <p:cNvSpPr>
            <a:spLocks noChangeArrowheads="1"/>
          </p:cNvSpPr>
          <p:nvPr>
            <p:custDataLst>
              <p:tags r:id="rId49"/>
            </p:custDataLst>
          </p:nvPr>
        </p:nvSpPr>
        <p:spPr bwMode="gray">
          <a:xfrm>
            <a:off x="4835046" y="2039321"/>
            <a:ext cx="1028700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4.2%</a:t>
            </a:r>
          </a:p>
        </p:txBody>
      </p:sp>
      <p:sp>
        <p:nvSpPr>
          <p:cNvPr id="213" name="Rectangle 23"/>
          <p:cNvSpPr>
            <a:spLocks noChangeArrowheads="1"/>
          </p:cNvSpPr>
          <p:nvPr>
            <p:custDataLst>
              <p:tags r:id="rId50"/>
            </p:custDataLst>
          </p:nvPr>
        </p:nvSpPr>
        <p:spPr bwMode="gray">
          <a:xfrm>
            <a:off x="4835046" y="4803158"/>
            <a:ext cx="1028700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4.0%</a:t>
            </a:r>
          </a:p>
        </p:txBody>
      </p:sp>
      <p:sp>
        <p:nvSpPr>
          <p:cNvPr id="214" name="Rectangle 47"/>
          <p:cNvSpPr>
            <a:spLocks noChangeArrowheads="1"/>
          </p:cNvSpPr>
          <p:nvPr>
            <p:custDataLst>
              <p:tags r:id="rId51"/>
            </p:custDataLst>
          </p:nvPr>
        </p:nvSpPr>
        <p:spPr bwMode="gray">
          <a:xfrm>
            <a:off x="4835046" y="3309321"/>
            <a:ext cx="1028700" cy="287337"/>
          </a:xfrm>
          <a:prstGeom prst="rect">
            <a:avLst/>
          </a:prstGeom>
          <a:solidFill>
            <a:schemeClr val="accent6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5.2%</a:t>
            </a:r>
          </a:p>
        </p:txBody>
      </p:sp>
      <p:sp>
        <p:nvSpPr>
          <p:cNvPr id="215" name="AutoShape 33"/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4657246" y="4412633"/>
            <a:ext cx="107950" cy="1069975"/>
          </a:xfrm>
          <a:prstGeom prst="rightBrace">
            <a:avLst>
              <a:gd name="adj1" fmla="val 82598"/>
              <a:gd name="adj2" fmla="val 50000"/>
            </a:avLst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91440" bIns="9144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200" b="1" i="0" u="sng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216" name="Rectangle 30"/>
          <p:cNvSpPr>
            <a:spLocks noChangeArrowheads="1"/>
          </p:cNvSpPr>
          <p:nvPr>
            <p:custDataLst>
              <p:tags r:id="rId53"/>
            </p:custDataLst>
          </p:nvPr>
        </p:nvSpPr>
        <p:spPr bwMode="gray">
          <a:xfrm>
            <a:off x="6005034" y="1413423"/>
            <a:ext cx="1028700" cy="28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54000" bIns="54000" anchor="b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smtClean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Arial" panose="020B0604020202020204" pitchFamily="34" charset="0"/>
              </a:rPr>
              <a:t>Delta</a:t>
            </a:r>
            <a:endParaRPr kumimoji="0" lang="en-US" altLang="ko-KR" sz="1600" b="0" i="0" u="none" strike="noStrike" kern="1200" cap="none" spc="-20" normalizeH="0" baseline="0" noProof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Arial" panose="020B0604020202020204" pitchFamily="34" charset="0"/>
            </a:endParaRPr>
          </a:p>
        </p:txBody>
      </p:sp>
      <p:sp>
        <p:nvSpPr>
          <p:cNvPr id="217" name="Rectangle 21"/>
          <p:cNvSpPr>
            <a:spLocks noChangeArrowheads="1"/>
          </p:cNvSpPr>
          <p:nvPr>
            <p:custDataLst>
              <p:tags r:id="rId54"/>
            </p:custDataLst>
          </p:nvPr>
        </p:nvSpPr>
        <p:spPr bwMode="gray">
          <a:xfrm>
            <a:off x="6006621" y="2039321"/>
            <a:ext cx="1028700" cy="287337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-10.0%</a:t>
            </a:r>
          </a:p>
        </p:txBody>
      </p:sp>
      <p:sp>
        <p:nvSpPr>
          <p:cNvPr id="218" name="Rectangle 23"/>
          <p:cNvSpPr>
            <a:spLocks noChangeArrowheads="1"/>
          </p:cNvSpPr>
          <p:nvPr>
            <p:custDataLst>
              <p:tags r:id="rId55"/>
            </p:custDataLst>
          </p:nvPr>
        </p:nvSpPr>
        <p:spPr bwMode="gray">
          <a:xfrm>
            <a:off x="6006621" y="4803158"/>
            <a:ext cx="1028700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4.6%</a:t>
            </a:r>
          </a:p>
        </p:txBody>
      </p:sp>
      <p:sp>
        <p:nvSpPr>
          <p:cNvPr id="219" name="Rectangle 47"/>
          <p:cNvSpPr>
            <a:spLocks noChangeArrowheads="1"/>
          </p:cNvSpPr>
          <p:nvPr>
            <p:custDataLst>
              <p:tags r:id="rId56"/>
            </p:custDataLst>
          </p:nvPr>
        </p:nvSpPr>
        <p:spPr bwMode="gray">
          <a:xfrm>
            <a:off x="6006621" y="3309321"/>
            <a:ext cx="1028700" cy="28733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4.4%</a:t>
            </a:r>
          </a:p>
        </p:txBody>
      </p:sp>
      <p:sp>
        <p:nvSpPr>
          <p:cNvPr id="220" name="Rectangle 21"/>
          <p:cNvSpPr>
            <a:spLocks noChangeArrowheads="1"/>
          </p:cNvSpPr>
          <p:nvPr>
            <p:custDataLst>
              <p:tags r:id="rId57"/>
            </p:custDataLst>
          </p:nvPr>
        </p:nvSpPr>
        <p:spPr bwMode="gray">
          <a:xfrm>
            <a:off x="7181371" y="5831858"/>
            <a:ext cx="1028700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3.8%</a:t>
            </a:r>
          </a:p>
        </p:txBody>
      </p:sp>
      <p:sp>
        <p:nvSpPr>
          <p:cNvPr id="221" name="Rectangle 21"/>
          <p:cNvSpPr>
            <a:spLocks noChangeArrowheads="1"/>
          </p:cNvSpPr>
          <p:nvPr>
            <p:custDataLst>
              <p:tags r:id="rId58"/>
            </p:custDataLst>
          </p:nvPr>
        </p:nvSpPr>
        <p:spPr bwMode="gray">
          <a:xfrm>
            <a:off x="4835046" y="5831858"/>
            <a:ext cx="1028700" cy="2873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4.5%</a:t>
            </a:r>
          </a:p>
        </p:txBody>
      </p:sp>
      <p:sp>
        <p:nvSpPr>
          <p:cNvPr id="222" name="Rectangle 21"/>
          <p:cNvSpPr>
            <a:spLocks noChangeArrowheads="1"/>
          </p:cNvSpPr>
          <p:nvPr>
            <p:custDataLst>
              <p:tags r:id="rId59"/>
            </p:custDataLst>
          </p:nvPr>
        </p:nvSpPr>
        <p:spPr bwMode="gray">
          <a:xfrm>
            <a:off x="6006621" y="5831858"/>
            <a:ext cx="1028700" cy="287338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-1.2%</a:t>
            </a:r>
          </a:p>
        </p:txBody>
      </p:sp>
      <p:sp>
        <p:nvSpPr>
          <p:cNvPr id="223" name="Line 177"/>
          <p:cNvSpPr>
            <a:spLocks noChangeShapeType="1"/>
          </p:cNvSpPr>
          <p:nvPr/>
        </p:nvSpPr>
        <p:spPr bwMode="auto">
          <a:xfrm>
            <a:off x="4833459" y="5663583"/>
            <a:ext cx="45481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91440" bIns="9144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24" name="Rectangle 10"/>
          <p:cNvSpPr>
            <a:spLocks noChangeArrowheads="1"/>
          </p:cNvSpPr>
          <p:nvPr>
            <p:custDataLst>
              <p:tags r:id="rId60"/>
            </p:custDataLst>
          </p:nvPr>
        </p:nvSpPr>
        <p:spPr bwMode="gray">
          <a:xfrm>
            <a:off x="2152171" y="5831858"/>
            <a:ext cx="955675" cy="2921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</p:spPr>
        <p:txBody>
          <a:bodyPr lIns="18000" rIns="18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225" name="Rectangle 21"/>
          <p:cNvSpPr>
            <a:spLocks noChangeArrowheads="1"/>
          </p:cNvSpPr>
          <p:nvPr>
            <p:custDataLst>
              <p:tags r:id="rId61"/>
            </p:custDataLst>
          </p:nvPr>
        </p:nvSpPr>
        <p:spPr bwMode="gray">
          <a:xfrm>
            <a:off x="8352946" y="5831858"/>
            <a:ext cx="1028700" cy="287338"/>
          </a:xfrm>
          <a:prstGeom prst="rect">
            <a:avLst/>
          </a:prstGeom>
          <a:solidFill>
            <a:schemeClr val="accent3"/>
          </a:solidFill>
          <a:ln w="12700" algn="ctr">
            <a:noFill/>
            <a:miter lim="800000"/>
            <a:headEnd/>
            <a:tailEnd/>
          </a:ln>
          <a:effectLst/>
        </p:spPr>
        <p:txBody>
          <a:bodyPr lIns="18000" tIns="36000" rIns="18000" bIns="36000" anchor="ctr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</a:rPr>
              <a:t>-5.2%</a:t>
            </a:r>
          </a:p>
        </p:txBody>
      </p:sp>
      <p:sp>
        <p:nvSpPr>
          <p:cNvPr id="226" name="Rectangle 25"/>
          <p:cNvSpPr>
            <a:spLocks noChangeArrowheads="1"/>
          </p:cNvSpPr>
          <p:nvPr>
            <p:custDataLst>
              <p:tags r:id="rId62"/>
            </p:custDataLst>
          </p:nvPr>
        </p:nvSpPr>
        <p:spPr bwMode="gray">
          <a:xfrm>
            <a:off x="8352946" y="1413423"/>
            <a:ext cx="1028700" cy="2880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algn="ctr" rotWithShape="0">
              <a:schemeClr val="tx2"/>
            </a:outerShdw>
          </a:effectLst>
        </p:spPr>
        <p:txBody>
          <a:bodyPr tIns="54000" bIns="54000" anchor="b"/>
          <a:lstStyle>
            <a:lvl1pPr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Arial" panose="020B0604020202020204" pitchFamily="34" charset="0"/>
              </a:rPr>
              <a:t>Change</a:t>
            </a:r>
            <a:endParaRPr kumimoji="0" lang="en-US" altLang="ko-KR" sz="1600" b="0" i="0" u="none" strike="noStrike" kern="1200" cap="none" spc="-2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19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개체 2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526" name="think-cell Slide" r:id="rId28" imgW="395" imgH="394" progId="TCLayout.ActiveDocument.1">
                  <p:embed/>
                </p:oleObj>
              </mc:Choice>
              <mc:Fallback>
                <p:oleObj name="think-cell Slide" r:id="rId28" imgW="395" imgH="394" progId="TCLayout.ActiveDocument.1">
                  <p:embed/>
                  <p:pic>
                    <p:nvPicPr>
                      <p:cNvPr id="28" name="개체 27" hidden="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제목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71489" y="3444427"/>
            <a:ext cx="2452687" cy="105568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bIns="45713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위해 </a:t>
            </a:r>
            <a:endParaRPr kumimoji="0" lang="en-US" altLang="ko-KR" sz="1200" b="0" i="0" u="none" strike="noStrike" kern="120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6" name="Rectangle 7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3725864" y="2393501"/>
            <a:ext cx="2452687" cy="105568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bIns="45713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위해 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7" name="Rectangle 9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3725864" y="4495351"/>
            <a:ext cx="2452687" cy="105568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bIns="45713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우리는 제품과 서비스를 생산하기 이전에 이를 생산하는 사람을 만드는데 노력한다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이를 위해 </a:t>
            </a:r>
            <a:endParaRPr kumimoji="0" lang="en-US" altLang="ko-KR" sz="12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평등히 노력함을 원칙으로 한다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8" name="AutoShape 10"/>
          <p:cNvCxnSpPr>
            <a:cxnSpLocks noChangeShapeType="1"/>
            <a:stCxn id="5" idx="3"/>
            <a:endCxn id="6" idx="1"/>
          </p:cNvCxnSpPr>
          <p:nvPr>
            <p:custDataLst>
              <p:tags r:id="rId6"/>
            </p:custDataLst>
          </p:nvPr>
        </p:nvCxnSpPr>
        <p:spPr bwMode="gray">
          <a:xfrm flipV="1">
            <a:off x="2924176" y="2921345"/>
            <a:ext cx="801688" cy="1050926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</p:cxnSp>
      <p:cxnSp>
        <p:nvCxnSpPr>
          <p:cNvPr id="9" name="AutoShape 11"/>
          <p:cNvCxnSpPr>
            <a:cxnSpLocks noChangeShapeType="1"/>
            <a:stCxn id="5" idx="3"/>
            <a:endCxn id="7" idx="1"/>
          </p:cNvCxnSpPr>
          <p:nvPr>
            <p:custDataLst>
              <p:tags r:id="rId7"/>
            </p:custDataLst>
          </p:nvPr>
        </p:nvCxnSpPr>
        <p:spPr bwMode="gray">
          <a:xfrm>
            <a:off x="2924176" y="3972271"/>
            <a:ext cx="801688" cy="105092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</p:cxnSp>
      <p:sp>
        <p:nvSpPr>
          <p:cNvPr id="10" name="Oval 12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3159126" y="2760214"/>
            <a:ext cx="314325" cy="3048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본고딕 Normal"/>
                <a:cs typeface="Arial" pitchFamily="34" charset="0"/>
              </a:rPr>
              <a:t>Y</a:t>
            </a:r>
          </a:p>
        </p:txBody>
      </p:sp>
      <p:cxnSp>
        <p:nvCxnSpPr>
          <p:cNvPr id="11" name="AutoShape 15"/>
          <p:cNvCxnSpPr>
            <a:cxnSpLocks noChangeShapeType="1"/>
            <a:stCxn id="6" idx="3"/>
            <a:endCxn id="14" idx="1"/>
          </p:cNvCxnSpPr>
          <p:nvPr>
            <p:custDataLst>
              <p:tags r:id="rId9"/>
            </p:custDataLst>
          </p:nvPr>
        </p:nvCxnSpPr>
        <p:spPr bwMode="gray">
          <a:xfrm flipV="1">
            <a:off x="6178552" y="2393501"/>
            <a:ext cx="935330" cy="52784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</p:cxnSp>
      <p:cxnSp>
        <p:nvCxnSpPr>
          <p:cNvPr id="12" name="AutoShape 16"/>
          <p:cNvCxnSpPr>
            <a:cxnSpLocks noChangeShapeType="1"/>
            <a:stCxn id="6" idx="3"/>
            <a:endCxn id="15" idx="1"/>
          </p:cNvCxnSpPr>
          <p:nvPr>
            <p:custDataLst>
              <p:tags r:id="rId10"/>
            </p:custDataLst>
          </p:nvPr>
        </p:nvCxnSpPr>
        <p:spPr bwMode="gray">
          <a:xfrm>
            <a:off x="6178552" y="2921345"/>
            <a:ext cx="935037" cy="521494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</p:cxnSp>
      <p:sp>
        <p:nvSpPr>
          <p:cNvPr id="13" name="Oval 17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6481764" y="3293614"/>
            <a:ext cx="314325" cy="3048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본고딕 Normal"/>
                <a:cs typeface="Arial" pitchFamily="34" charset="0"/>
              </a:rPr>
              <a:t>N</a:t>
            </a:r>
          </a:p>
        </p:txBody>
      </p:sp>
      <p:sp>
        <p:nvSpPr>
          <p:cNvPr id="14" name="Rectangle 13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7113881" y="2203001"/>
            <a:ext cx="2187575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5" name="Rectangle 18"/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7113588" y="3252339"/>
            <a:ext cx="2187868" cy="38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6" name="Rectangle 14"/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7113588" y="5351014"/>
            <a:ext cx="2187868" cy="381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7" name="Rectangle 19"/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7113881" y="4301677"/>
            <a:ext cx="2187575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1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cxnSp>
        <p:nvCxnSpPr>
          <p:cNvPr id="18" name="AutoShape 20"/>
          <p:cNvCxnSpPr>
            <a:cxnSpLocks noChangeShapeType="1"/>
            <a:stCxn id="7" idx="3"/>
            <a:endCxn id="17" idx="1"/>
          </p:cNvCxnSpPr>
          <p:nvPr>
            <p:custDataLst>
              <p:tags r:id="rId16"/>
            </p:custDataLst>
          </p:nvPr>
        </p:nvCxnSpPr>
        <p:spPr bwMode="gray">
          <a:xfrm flipV="1">
            <a:off x="6178552" y="4492177"/>
            <a:ext cx="935330" cy="531018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</p:cxnSp>
      <p:cxnSp>
        <p:nvCxnSpPr>
          <p:cNvPr id="19" name="AutoShape 21"/>
          <p:cNvCxnSpPr>
            <a:cxnSpLocks noChangeShapeType="1"/>
            <a:stCxn id="7" idx="3"/>
            <a:endCxn id="16" idx="1"/>
          </p:cNvCxnSpPr>
          <p:nvPr>
            <p:custDataLst>
              <p:tags r:id="rId17"/>
            </p:custDataLst>
          </p:nvPr>
        </p:nvCxnSpPr>
        <p:spPr bwMode="gray">
          <a:xfrm>
            <a:off x="6178552" y="5023196"/>
            <a:ext cx="935037" cy="518319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</p:cxnSp>
      <p:sp>
        <p:nvSpPr>
          <p:cNvPr id="20" name="Oval 22"/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3159126" y="4871589"/>
            <a:ext cx="314325" cy="3048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본고딕 Normal"/>
                <a:cs typeface="Arial" pitchFamily="34" charset="0"/>
              </a:rPr>
              <a:t>N</a:t>
            </a:r>
          </a:p>
        </p:txBody>
      </p:sp>
      <p:sp>
        <p:nvSpPr>
          <p:cNvPr id="21" name="Oval 23"/>
          <p:cNvSpPr>
            <a:spLocks noChangeArrowheads="1"/>
          </p:cNvSpPr>
          <p:nvPr>
            <p:custDataLst>
              <p:tags r:id="rId19"/>
            </p:custDataLst>
          </p:nvPr>
        </p:nvSpPr>
        <p:spPr bwMode="gray">
          <a:xfrm>
            <a:off x="6481764" y="2241101"/>
            <a:ext cx="314325" cy="3048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본고딕 Normal"/>
                <a:cs typeface="Arial" pitchFamily="34" charset="0"/>
              </a:rPr>
              <a:t>Y</a:t>
            </a:r>
          </a:p>
        </p:txBody>
      </p:sp>
      <p:sp>
        <p:nvSpPr>
          <p:cNvPr id="22" name="Oval 24"/>
          <p:cNvSpPr>
            <a:spLocks noChangeArrowheads="1"/>
          </p:cNvSpPr>
          <p:nvPr>
            <p:custDataLst>
              <p:tags r:id="rId20"/>
            </p:custDataLst>
          </p:nvPr>
        </p:nvSpPr>
        <p:spPr bwMode="gray">
          <a:xfrm>
            <a:off x="6481764" y="5395464"/>
            <a:ext cx="314325" cy="3048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본고딕 Normal"/>
                <a:cs typeface="Arial" pitchFamily="34" charset="0"/>
              </a:rPr>
              <a:t>N</a:t>
            </a:r>
          </a:p>
        </p:txBody>
      </p:sp>
      <p:sp>
        <p:nvSpPr>
          <p:cNvPr id="23" name="Oval 25"/>
          <p:cNvSpPr>
            <a:spLocks noChangeArrowheads="1"/>
          </p:cNvSpPr>
          <p:nvPr>
            <p:custDataLst>
              <p:tags r:id="rId21"/>
            </p:custDataLst>
          </p:nvPr>
        </p:nvSpPr>
        <p:spPr bwMode="gray">
          <a:xfrm>
            <a:off x="6481764" y="4342951"/>
            <a:ext cx="314325" cy="3048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본고딕 Normal"/>
                <a:cs typeface="Arial" pitchFamily="34" charset="0"/>
              </a:rPr>
              <a:t>Y</a:t>
            </a:r>
          </a:p>
        </p:txBody>
      </p:sp>
      <p:sp>
        <p:nvSpPr>
          <p:cNvPr id="24" name="Rectangle 4"/>
          <p:cNvSpPr>
            <a:spLocks noChangeArrowheads="1"/>
          </p:cNvSpPr>
          <p:nvPr>
            <p:custDataLst>
              <p:tags r:id="rId22"/>
            </p:custDataLst>
          </p:nvPr>
        </p:nvSpPr>
        <p:spPr bwMode="gray">
          <a:xfrm>
            <a:off x="471489" y="3063426"/>
            <a:ext cx="2452687" cy="381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5" name="Rectangle 6"/>
          <p:cNvSpPr>
            <a:spLocks noChangeArrowheads="1"/>
          </p:cNvSpPr>
          <p:nvPr>
            <p:custDataLst>
              <p:tags r:id="rId23"/>
            </p:custDataLst>
          </p:nvPr>
        </p:nvSpPr>
        <p:spPr bwMode="gray">
          <a:xfrm>
            <a:off x="3725864" y="2012501"/>
            <a:ext cx="2452687" cy="381000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6" name="Rectangle 8"/>
          <p:cNvSpPr>
            <a:spLocks noChangeArrowheads="1"/>
          </p:cNvSpPr>
          <p:nvPr>
            <p:custDataLst>
              <p:tags r:id="rId24"/>
            </p:custDataLst>
          </p:nvPr>
        </p:nvSpPr>
        <p:spPr bwMode="gray">
          <a:xfrm>
            <a:off x="3725864" y="4114351"/>
            <a:ext cx="2452687" cy="381000"/>
          </a:xfrm>
          <a:prstGeom prst="rect">
            <a:avLst/>
          </a:prstGeom>
          <a:solidFill>
            <a:schemeClr val="bg2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 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29" name="Rectangle 16"/>
          <p:cNvSpPr/>
          <p:nvPr>
            <p:custDataLst>
              <p:tags r:id="rId25"/>
            </p:custDataLst>
          </p:nvPr>
        </p:nvSpPr>
        <p:spPr>
          <a:xfrm>
            <a:off x="7034077" y="3176906"/>
            <a:ext cx="2340514" cy="1577183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ysDash"/>
            <a:miter lim="800000"/>
          </a:ln>
          <a:effectLst/>
        </p:spPr>
        <p:txBody>
          <a:bodyPr tIns="90000" bIns="90000" rtlCol="0" anchor="ctr" anchorCtr="0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2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78480" y="2269979"/>
            <a:ext cx="4831080" cy="2386805"/>
          </a:xfrm>
          <a:prstGeom prst="rect">
            <a:avLst/>
          </a:prstGeom>
          <a:noFill/>
          <a:ln w="19050" algn="ctr">
            <a:solidFill>
              <a:schemeClr val="accent5"/>
            </a:solidFill>
            <a:prstDash val="sysDash"/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tIns="91440" bIns="91440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Rolling stages</a:t>
            </a: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9" name="Rectangle 21"/>
          <p:cNvSpPr>
            <a:spLocks noGrp="1" noChangeArrowheads="1"/>
          </p:cNvSpPr>
          <p:nvPr>
            <p:ph type="body" idx="17"/>
            <p:custDataLst>
              <p:tags r:id="rId2"/>
            </p:custDataLst>
          </p:nvPr>
        </p:nvSpPr>
        <p:spPr>
          <a:xfrm>
            <a:off x="611947" y="5174027"/>
            <a:ext cx="5387786" cy="360000"/>
          </a:xfrm>
        </p:spPr>
        <p:txBody>
          <a:bodyPr/>
          <a:lstStyle/>
          <a:p>
            <a:pPr lvl="1"/>
            <a:r>
              <a:rPr lang="en-US" altLang="ko-KR" sz="1200" dirty="0" smtClean="0"/>
              <a:t>Standard (-</a:t>
            </a:r>
            <a:r>
              <a:rPr lang="en-US" altLang="ko-KR" sz="1200" dirty="0" err="1" smtClean="0"/>
              <a:t>izable</a:t>
            </a:r>
            <a:r>
              <a:rPr lang="en-US" altLang="ko-KR" sz="1200" dirty="0" smtClean="0"/>
              <a:t>) part of long rolling mill</a:t>
            </a:r>
          </a:p>
          <a:p>
            <a:pPr lvl="1"/>
            <a:r>
              <a:rPr lang="en-US" altLang="ko-KR" sz="1200" dirty="0" smtClean="0"/>
              <a:t>Different numbers of stands on particular stages for reducing and sizing of steel</a:t>
            </a:r>
          </a:p>
          <a:p>
            <a:pPr lvl="1"/>
            <a:r>
              <a:rPr lang="en-US" altLang="ko-KR" sz="1200" dirty="0" smtClean="0"/>
              <a:t>Shears potentially included between stages</a:t>
            </a:r>
            <a:endParaRPr lang="en-US" altLang="ko-KR" sz="12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2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362669" y="1766693"/>
            <a:ext cx="5420538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0" bIns="36000" anchor="b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spc="-20" dirty="0" err="1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16pt</a:t>
            </a:r>
            <a:endParaRPr kumimoji="0" lang="en-US" altLang="ko-KR" sz="1600" b="0" i="0" u="none" strike="noStrike" kern="1200" cap="none" spc="-2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13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6141719" y="1766693"/>
            <a:ext cx="3333561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25400" dir="5400000" algn="ctr" rotWithShape="0">
              <a:schemeClr val="tx2"/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bg2"/>
                </a:solidFill>
                <a:miter lim="800000"/>
                <a:headEnd type="none" w="lg" len="lg"/>
                <a:tailEnd type="none" w="lg" len="lg"/>
              </a14:hiddenLine>
            </a:ext>
          </a:extLst>
        </p:spPr>
        <p:txBody>
          <a:bodyPr tIns="0" bIns="36000" anchor="b"/>
          <a:lstStyle/>
          <a:p>
            <a:pPr lvl="0" algn="ctr">
              <a:defRPr/>
            </a:pPr>
            <a:r>
              <a:rPr lang="ko-KR" altLang="en-US" sz="1600" spc="-20" dirty="0" err="1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중제목</a:t>
            </a:r>
            <a:r>
              <a:rPr lang="en-US" altLang="ko-KR" sz="1600" spc="-2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16pt</a:t>
            </a:r>
          </a:p>
        </p:txBody>
      </p:sp>
      <p:sp>
        <p:nvSpPr>
          <p:cNvPr id="14" name="Rectangl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11881" y="2951810"/>
            <a:ext cx="1224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90000" rIns="90000" bIns="9000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Furnace</a:t>
            </a:r>
          </a:p>
        </p:txBody>
      </p:sp>
      <p:sp>
        <p:nvSpPr>
          <p:cNvPr id="15" name="Rectangle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94323" y="2951810"/>
            <a:ext cx="1224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Continuous Caster</a:t>
            </a: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16" name="Rectangle 1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176765" y="2951810"/>
            <a:ext cx="1224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Normal"/>
                <a:cs typeface="+mn-cs"/>
              </a:rPr>
              <a:t>Roughing mill</a:t>
            </a:r>
          </a:p>
        </p:txBody>
      </p:sp>
      <p:sp>
        <p:nvSpPr>
          <p:cNvPr id="17" name="Rectangle 1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559207" y="2951810"/>
            <a:ext cx="1224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finishing </a:t>
            </a:r>
            <a:r>
              <a: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mill</a:t>
            </a:r>
          </a:p>
        </p:txBody>
      </p:sp>
      <p:sp>
        <p:nvSpPr>
          <p:cNvPr id="18" name="AutoShape 20"/>
          <p:cNvSpPr>
            <a:spLocks/>
          </p:cNvSpPr>
          <p:nvPr>
            <p:custDataLst>
              <p:tags r:id="rId9"/>
            </p:custDataLst>
          </p:nvPr>
        </p:nvSpPr>
        <p:spPr bwMode="auto">
          <a:xfrm rot="16200000">
            <a:off x="2957181" y="2240174"/>
            <a:ext cx="279400" cy="5369999"/>
          </a:xfrm>
          <a:prstGeom prst="leftBrace">
            <a:avLst>
              <a:gd name="adj1" fmla="val 147822"/>
              <a:gd name="adj2" fmla="val 50000"/>
            </a:avLst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0" name="Rectangle 2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431860" y="5148362"/>
            <a:ext cx="3105840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18000"/>
          <a:lstStyle>
            <a:lvl1pPr algn="l">
              <a:spcBef>
                <a:spcPct val="20000"/>
              </a:spcBef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42875" indent="-141288" algn="l">
              <a:spcBef>
                <a:spcPct val="20000"/>
              </a:spcBef>
              <a:buClr>
                <a:schemeClr val="tx2"/>
              </a:buClr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indent="-228600" algn="l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6363" indent="-233363" algn="l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8988" indent="-230188" algn="l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6188" indent="-230188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3388" indent="-230188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30588" indent="-230188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7788" indent="-230188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142875" marR="0" lvl="1" indent="-141288" algn="l" defTabSz="457200" rtl="0" eaLnBrk="1" fontAlgn="auto" latinLnBrk="0" hangingPunct="1">
              <a:lnSpc>
                <a:spcPct val="120000"/>
              </a:lnSpc>
              <a:spcBef>
                <a:spcPct val="10000"/>
              </a:spcBef>
              <a:spcAft>
                <a:spcPts val="0"/>
              </a:spcAft>
              <a:buClr>
                <a:srgbClr val="002452"/>
              </a:buClr>
              <a:buSzTx/>
              <a:buFontTx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Specialized, tailor-made equipment for </a:t>
            </a:r>
            <a:endParaRPr kumimoji="0" lang="en-US" altLang="ko-KR" sz="12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1587" marR="0" lvl="1" indent="0" algn="l" defTabSz="457200" rtl="0" eaLnBrk="1" fontAlgn="auto" latinLnBrk="0" hangingPunct="1">
              <a:lnSpc>
                <a:spcPct val="120000"/>
              </a:lnSpc>
              <a:spcBef>
                <a:spcPct val="10000"/>
              </a:spcBef>
              <a:spcAft>
                <a:spcPts val="0"/>
              </a:spcAft>
              <a:buClr>
                <a:srgbClr val="002452"/>
              </a:buClr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    product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finishing</a:t>
            </a:r>
          </a:p>
          <a:p>
            <a:pPr marL="142875" marR="0" lvl="1" indent="-141288" algn="l" defTabSz="457200" rtl="0" eaLnBrk="1" fontAlgn="auto" latinLnBrk="0" hangingPunct="1">
              <a:lnSpc>
                <a:spcPct val="120000"/>
              </a:lnSpc>
              <a:spcBef>
                <a:spcPct val="10000"/>
              </a:spcBef>
              <a:spcAft>
                <a:spcPts val="0"/>
              </a:spcAft>
              <a:buClr>
                <a:srgbClr val="002452"/>
              </a:buClr>
              <a:buSzTx/>
              <a:buFontTx/>
              <a:buChar char="•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Decisive stage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for productivity (speed) </a:t>
            </a:r>
            <a:endParaRPr kumimoji="0" lang="en-US" altLang="ko-KR" sz="12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굴림" panose="020B0600000101010101" pitchFamily="50" charset="-127"/>
              <a:cs typeface="Arial" panose="020B0604020202020204" pitchFamily="34" charset="0"/>
            </a:endParaRPr>
          </a:p>
          <a:p>
            <a:pPr marL="1587" marR="0" lvl="1" indent="0" algn="l" defTabSz="457200" rtl="0" eaLnBrk="1" fontAlgn="auto" latinLnBrk="0" hangingPunct="1">
              <a:lnSpc>
                <a:spcPct val="120000"/>
              </a:lnSpc>
              <a:spcBef>
                <a:spcPct val="10000"/>
              </a:spcBef>
              <a:spcAft>
                <a:spcPts val="0"/>
              </a:spcAft>
              <a:buClr>
                <a:srgbClr val="002452"/>
              </a:buClr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     and quality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Arial" panose="020B0604020202020204" pitchFamily="34" charset="0"/>
              </a:rPr>
              <a:t>of production</a:t>
            </a:r>
          </a:p>
        </p:txBody>
      </p:sp>
      <p:sp>
        <p:nvSpPr>
          <p:cNvPr id="23" name="AutoShape 25"/>
          <p:cNvSpPr>
            <a:spLocks/>
          </p:cNvSpPr>
          <p:nvPr>
            <p:custDataLst>
              <p:tags r:id="rId11"/>
            </p:custDataLst>
          </p:nvPr>
        </p:nvSpPr>
        <p:spPr bwMode="auto">
          <a:xfrm rot="16200000">
            <a:off x="7699280" y="3288873"/>
            <a:ext cx="279400" cy="3272601"/>
          </a:xfrm>
          <a:prstGeom prst="leftBrace">
            <a:avLst>
              <a:gd name="adj1" fmla="val 105114"/>
              <a:gd name="adj2" fmla="val 50000"/>
            </a:avLst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0000" tIns="90000" rIns="90000" bIns="9000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ko-KR" sz="12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4" name="Rectangle 12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575331" y="2361260"/>
            <a:ext cx="1224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Reinforcing </a:t>
            </a: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Bar</a:t>
            </a:r>
            <a:endParaRPr kumimoji="0" lang="en-US" altLang="ko-KR" sz="12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25" name="Rectangle 13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575331" y="3542360"/>
            <a:ext cx="1224000" cy="72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 H-sections</a:t>
            </a:r>
            <a:endParaRPr kumimoji="0" lang="en-US" altLang="ko-KR" sz="12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26" name="Rectangle 1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015756" y="3186761"/>
            <a:ext cx="103663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and / or</a:t>
            </a:r>
          </a:p>
        </p:txBody>
      </p:sp>
      <p:cxnSp>
        <p:nvCxnSpPr>
          <p:cNvPr id="30" name="AutoShape 34"/>
          <p:cNvCxnSpPr>
            <a:cxnSpLocks noChangeShapeType="1"/>
            <a:stCxn id="14" idx="3"/>
            <a:endCxn id="15" idx="1"/>
          </p:cNvCxnSpPr>
          <p:nvPr>
            <p:custDataLst>
              <p:tags r:id="rId15"/>
            </p:custDataLst>
          </p:nvPr>
        </p:nvCxnSpPr>
        <p:spPr bwMode="auto">
          <a:xfrm>
            <a:off x="1635881" y="3311810"/>
            <a:ext cx="158442" cy="0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cxnSp>
        <p:nvCxnSpPr>
          <p:cNvPr id="31" name="AutoShape 35"/>
          <p:cNvCxnSpPr>
            <a:cxnSpLocks noChangeShapeType="1"/>
            <a:stCxn id="15" idx="3"/>
            <a:endCxn id="16" idx="1"/>
          </p:cNvCxnSpPr>
          <p:nvPr>
            <p:custDataLst>
              <p:tags r:id="rId16"/>
            </p:custDataLst>
          </p:nvPr>
        </p:nvCxnSpPr>
        <p:spPr bwMode="auto">
          <a:xfrm>
            <a:off x="3018323" y="3311810"/>
            <a:ext cx="158442" cy="0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cxnSp>
        <p:nvCxnSpPr>
          <p:cNvPr id="32" name="AutoShape 36"/>
          <p:cNvCxnSpPr>
            <a:cxnSpLocks noChangeShapeType="1"/>
            <a:stCxn id="16" idx="3"/>
            <a:endCxn id="17" idx="1"/>
          </p:cNvCxnSpPr>
          <p:nvPr>
            <p:custDataLst>
              <p:tags r:id="rId17"/>
            </p:custDataLst>
          </p:nvPr>
        </p:nvCxnSpPr>
        <p:spPr bwMode="auto">
          <a:xfrm>
            <a:off x="4400765" y="3311810"/>
            <a:ext cx="158442" cy="0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cxnSp>
        <p:nvCxnSpPr>
          <p:cNvPr id="34" name="AutoShape 43"/>
          <p:cNvCxnSpPr>
            <a:cxnSpLocks noChangeShapeType="1"/>
            <a:stCxn id="17" idx="3"/>
            <a:endCxn id="24" idx="1"/>
          </p:cNvCxnSpPr>
          <p:nvPr>
            <p:custDataLst>
              <p:tags r:id="rId18"/>
            </p:custDataLst>
          </p:nvPr>
        </p:nvCxnSpPr>
        <p:spPr bwMode="auto">
          <a:xfrm flipV="1">
            <a:off x="5783207" y="2721260"/>
            <a:ext cx="792124" cy="590550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accent1"/>
            </a:solidFill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cxnSp>
        <p:nvCxnSpPr>
          <p:cNvPr id="35" name="AutoShape 44"/>
          <p:cNvCxnSpPr>
            <a:cxnSpLocks noChangeShapeType="1"/>
            <a:stCxn id="17" idx="3"/>
            <a:endCxn id="25" idx="1"/>
          </p:cNvCxnSpPr>
          <p:nvPr>
            <p:custDataLst>
              <p:tags r:id="rId19"/>
            </p:custDataLst>
          </p:nvPr>
        </p:nvCxnSpPr>
        <p:spPr bwMode="auto">
          <a:xfrm>
            <a:off x="5783207" y="3311810"/>
            <a:ext cx="792124" cy="590550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accent1"/>
            </a:solidFill>
            <a:miter lim="800000"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cxnSp>
        <p:nvCxnSpPr>
          <p:cNvPr id="54" name="AutoShape 36"/>
          <p:cNvCxnSpPr>
            <a:cxnSpLocks noChangeShapeType="1"/>
          </p:cNvCxnSpPr>
          <p:nvPr>
            <p:custDataLst>
              <p:tags r:id="rId20"/>
            </p:custDataLst>
          </p:nvPr>
        </p:nvCxnSpPr>
        <p:spPr bwMode="auto">
          <a:xfrm>
            <a:off x="7799331" y="2718370"/>
            <a:ext cx="396000" cy="0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cxnSp>
        <p:nvCxnSpPr>
          <p:cNvPr id="57" name="AutoShape 36"/>
          <p:cNvCxnSpPr>
            <a:cxnSpLocks noChangeShapeType="1"/>
          </p:cNvCxnSpPr>
          <p:nvPr>
            <p:custDataLst>
              <p:tags r:id="rId21"/>
            </p:custDataLst>
          </p:nvPr>
        </p:nvCxnSpPr>
        <p:spPr bwMode="auto">
          <a:xfrm>
            <a:off x="7799331" y="3894740"/>
            <a:ext cx="396000" cy="0"/>
          </a:xfrm>
          <a:prstGeom prst="straightConnector1">
            <a:avLst/>
          </a:prstGeom>
          <a:noFill/>
          <a:ln w="6350">
            <a:solidFill>
              <a:schemeClr val="accent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cxnSp>
      <p:pic>
        <p:nvPicPr>
          <p:cNvPr id="33" name="그림 32"/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20" y="3733904"/>
            <a:ext cx="1224679" cy="817200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637" y="3731320"/>
            <a:ext cx="1224000" cy="815931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358" y="3727732"/>
            <a:ext cx="1224000" cy="815931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1" y="3756180"/>
            <a:ext cx="1224000" cy="788752"/>
          </a:xfrm>
          <a:prstGeom prst="rect">
            <a:avLst/>
          </a:prstGeom>
          <a:ln w="6350">
            <a:solidFill>
              <a:schemeClr val="tx1">
                <a:lumMod val="10000"/>
                <a:lumOff val="90000"/>
              </a:schemeClr>
            </a:solidFill>
          </a:ln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907" y="2365398"/>
            <a:ext cx="1253374" cy="715862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907" y="3517929"/>
            <a:ext cx="1253374" cy="74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11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개체 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5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8" name="개체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579375" y="2078493"/>
            <a:ext cx="4488155" cy="577743"/>
            <a:chOff x="2316728" y="2204675"/>
            <a:chExt cx="4488155" cy="577743"/>
          </a:xfrm>
        </p:grpSpPr>
        <p:grpSp>
          <p:nvGrpSpPr>
            <p:cNvPr id="20" name="그룹 19"/>
            <p:cNvGrpSpPr/>
            <p:nvPr/>
          </p:nvGrpSpPr>
          <p:grpSpPr>
            <a:xfrm>
              <a:off x="2316728" y="2530418"/>
              <a:ext cx="4488155" cy="252000"/>
              <a:chOff x="2316728" y="2530418"/>
              <a:chExt cx="4488155" cy="252000"/>
            </a:xfrm>
          </p:grpSpPr>
          <p:cxnSp>
            <p:nvCxnSpPr>
              <p:cNvPr id="22" name="직선 연결선 21"/>
              <p:cNvCxnSpPr/>
              <p:nvPr/>
            </p:nvCxnSpPr>
            <p:spPr>
              <a:xfrm flipV="1">
                <a:off x="6804883" y="2530418"/>
                <a:ext cx="0" cy="2520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 flipV="1">
                <a:off x="2316728" y="2530418"/>
                <a:ext cx="0" cy="2520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>
                <a:off x="2316728" y="2537939"/>
                <a:ext cx="4488155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 flipV="1">
                <a:off x="4572000" y="2530418"/>
                <a:ext cx="0" cy="252000"/>
              </a:xfrm>
              <a:prstGeom prst="line">
                <a:avLst/>
              </a:prstGeom>
              <a:ln w="63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직선 연결선 20"/>
            <p:cNvCxnSpPr/>
            <p:nvPr/>
          </p:nvCxnSpPr>
          <p:spPr>
            <a:xfrm flipV="1">
              <a:off x="4572000" y="2204675"/>
              <a:ext cx="0" cy="329787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직사각형 6"/>
          <p:cNvSpPr/>
          <p:nvPr/>
        </p:nvSpPr>
        <p:spPr>
          <a:xfrm>
            <a:off x="3754647" y="1659850"/>
            <a:ext cx="2160000" cy="46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Text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257530" y="3117640"/>
            <a:ext cx="2520000" cy="28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257530" y="2649640"/>
            <a:ext cx="2520000" cy="46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Text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8154" y="3117640"/>
            <a:ext cx="2520000" cy="28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58154" y="2649640"/>
            <a:ext cx="2520000" cy="46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Text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557842" y="3117640"/>
            <a:ext cx="2520000" cy="284400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1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Char char="•"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텍스트입력</a:t>
            </a:r>
            <a:endParaRPr kumimoji="0" lang="en-US" altLang="ko-KR" sz="14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180975" marR="0" lvl="2" indent="-9525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본고딕 Normal" panose="020B0400000000000000" pitchFamily="34" charset="-127"/>
              <a:buChar char="‐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텍스트입력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  <a:p>
            <a:pPr marL="85725" marR="0" lvl="2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 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557842" y="2649640"/>
            <a:ext cx="2520000" cy="46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Text</a:t>
            </a:r>
            <a:endParaRPr kumimoji="0" lang="ko-KR" altLang="en-US" sz="1600" b="0" i="0" u="none" strike="noStrike" kern="1200" cap="none" spc="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97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7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직선 연결선 46"/>
          <p:cNvCxnSpPr/>
          <p:nvPr/>
        </p:nvCxnSpPr>
        <p:spPr>
          <a:xfrm>
            <a:off x="4779201" y="2889183"/>
            <a:ext cx="360000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7" name="제목 3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38" name="텍스트 개체 틀 3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4962624" y="2407393"/>
            <a:ext cx="1473853" cy="112061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992719"/>
                </a:lnTo>
                <a:lnTo>
                  <a:pt x="1473853" y="992719"/>
                </a:lnTo>
                <a:lnTo>
                  <a:pt x="1473853" y="1120615"/>
                </a:lnTo>
              </a:path>
            </a:pathLst>
          </a:cu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자유형 6"/>
          <p:cNvSpPr/>
          <p:nvPr/>
        </p:nvSpPr>
        <p:spPr>
          <a:xfrm>
            <a:off x="3485348" y="2407393"/>
            <a:ext cx="1473853" cy="112061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1473853" y="0"/>
                </a:moveTo>
                <a:lnTo>
                  <a:pt x="1473853" y="992719"/>
                </a:lnTo>
                <a:lnTo>
                  <a:pt x="0" y="992719"/>
                </a:lnTo>
                <a:lnTo>
                  <a:pt x="0" y="1120615"/>
                </a:lnTo>
              </a:path>
            </a:pathLst>
          </a:cu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4959959" y="3397183"/>
            <a:ext cx="0" cy="130825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12" name="자유형 11"/>
          <p:cNvSpPr/>
          <p:nvPr/>
        </p:nvSpPr>
        <p:spPr>
          <a:xfrm>
            <a:off x="4353594" y="1798363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CEO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2041831" y="3397183"/>
            <a:ext cx="0" cy="1967038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4" name="직선 연결선 13"/>
          <p:cNvCxnSpPr/>
          <p:nvPr/>
        </p:nvCxnSpPr>
        <p:spPr>
          <a:xfrm>
            <a:off x="3489971" y="4137039"/>
            <a:ext cx="0" cy="1227182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5" name="직선 연결선 14"/>
          <p:cNvCxnSpPr/>
          <p:nvPr/>
        </p:nvCxnSpPr>
        <p:spPr>
          <a:xfrm>
            <a:off x="4959201" y="4137039"/>
            <a:ext cx="0" cy="1227182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6" name="직선 연결선 15"/>
          <p:cNvCxnSpPr/>
          <p:nvPr/>
        </p:nvCxnSpPr>
        <p:spPr>
          <a:xfrm>
            <a:off x="6448293" y="4137039"/>
            <a:ext cx="0" cy="1227182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7" name="직선 연결선 16"/>
          <p:cNvCxnSpPr/>
          <p:nvPr/>
        </p:nvCxnSpPr>
        <p:spPr>
          <a:xfrm>
            <a:off x="7903382" y="3397183"/>
            <a:ext cx="0" cy="1967038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18" name="자유형 17"/>
          <p:cNvSpPr/>
          <p:nvPr/>
        </p:nvSpPr>
        <p:spPr>
          <a:xfrm>
            <a:off x="2879741" y="3528009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9" name="자유형 18"/>
          <p:cNvSpPr/>
          <p:nvPr/>
        </p:nvSpPr>
        <p:spPr>
          <a:xfrm>
            <a:off x="4353594" y="3528009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0" name="자유형 19"/>
          <p:cNvSpPr/>
          <p:nvPr/>
        </p:nvSpPr>
        <p:spPr>
          <a:xfrm>
            <a:off x="5827447" y="3528009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1" name="자유형 20"/>
          <p:cNvSpPr/>
          <p:nvPr/>
        </p:nvSpPr>
        <p:spPr>
          <a:xfrm>
            <a:off x="1405888" y="4416283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2" name="자유형 21"/>
          <p:cNvSpPr/>
          <p:nvPr/>
        </p:nvSpPr>
        <p:spPr>
          <a:xfrm>
            <a:off x="1405888" y="530455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3" name="자유형 22"/>
          <p:cNvSpPr/>
          <p:nvPr/>
        </p:nvSpPr>
        <p:spPr>
          <a:xfrm>
            <a:off x="1405888" y="3528009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4" name="자유형 23"/>
          <p:cNvSpPr/>
          <p:nvPr/>
        </p:nvSpPr>
        <p:spPr>
          <a:xfrm>
            <a:off x="7301300" y="3528009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5" name="자유형 24"/>
          <p:cNvSpPr/>
          <p:nvPr/>
        </p:nvSpPr>
        <p:spPr>
          <a:xfrm>
            <a:off x="2879741" y="4416283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6" name="자유형 25"/>
          <p:cNvSpPr/>
          <p:nvPr/>
        </p:nvSpPr>
        <p:spPr>
          <a:xfrm>
            <a:off x="2879741" y="530455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7" name="자유형 26"/>
          <p:cNvSpPr/>
          <p:nvPr/>
        </p:nvSpPr>
        <p:spPr>
          <a:xfrm>
            <a:off x="4353594" y="4416283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8" name="자유형 27"/>
          <p:cNvSpPr/>
          <p:nvPr/>
        </p:nvSpPr>
        <p:spPr>
          <a:xfrm>
            <a:off x="4353594" y="530455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29" name="자유형 28"/>
          <p:cNvSpPr/>
          <p:nvPr/>
        </p:nvSpPr>
        <p:spPr>
          <a:xfrm>
            <a:off x="5827447" y="4416283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0" name="자유형 29"/>
          <p:cNvSpPr/>
          <p:nvPr/>
        </p:nvSpPr>
        <p:spPr>
          <a:xfrm>
            <a:off x="5827447" y="530455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1" name="자유형 30"/>
          <p:cNvSpPr/>
          <p:nvPr/>
        </p:nvSpPr>
        <p:spPr>
          <a:xfrm>
            <a:off x="7301300" y="4416283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32" name="자유형 31"/>
          <p:cNvSpPr/>
          <p:nvPr/>
        </p:nvSpPr>
        <p:spPr>
          <a:xfrm>
            <a:off x="7301300" y="530455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2041831" y="3397183"/>
            <a:ext cx="586849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8" name="자유형 7"/>
          <p:cNvSpPr/>
          <p:nvPr/>
        </p:nvSpPr>
        <p:spPr>
          <a:xfrm>
            <a:off x="3611534" y="259162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5102975" y="2591627"/>
            <a:ext cx="1218060" cy="609030"/>
          </a:xfrm>
          <a:custGeom>
            <a:avLst/>
            <a:gdLst>
              <a:gd name="connsiteX0" fmla="*/ 0 w 1218060"/>
              <a:gd name="connsiteY0" fmla="*/ 0 h 609030"/>
              <a:gd name="connsiteX1" fmla="*/ 1218060 w 1218060"/>
              <a:gd name="connsiteY1" fmla="*/ 0 h 609030"/>
              <a:gd name="connsiteX2" fmla="*/ 1218060 w 1218060"/>
              <a:gd name="connsiteY2" fmla="*/ 609030 h 609030"/>
              <a:gd name="connsiteX3" fmla="*/ 0 w 1218060"/>
              <a:gd name="connsiteY3" fmla="*/ 609030 h 609030"/>
              <a:gd name="connsiteX4" fmla="*/ 0 w 1218060"/>
              <a:gd name="connsiteY4" fmla="*/ 0 h 60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060" h="609030">
                <a:moveTo>
                  <a:pt x="0" y="0"/>
                </a:moveTo>
                <a:lnTo>
                  <a:pt x="1218060" y="0"/>
                </a:lnTo>
                <a:lnTo>
                  <a:pt x="1218060" y="609030"/>
                </a:lnTo>
                <a:lnTo>
                  <a:pt x="0" y="6090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533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SUB</a:t>
            </a: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29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77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</a:t>
            </a:r>
            <a:r>
              <a:rPr lang="ko-KR" altLang="en-US" smtClean="0"/>
              <a:t>장선익</a:t>
            </a:r>
            <a:r>
              <a:rPr lang="en-US" altLang="ko-KR" smtClean="0"/>
              <a:t>, </a:t>
            </a:r>
            <a:r>
              <a:rPr lang="ko-KR" altLang="en-US" smtClean="0"/>
              <a:t>장희승</a:t>
            </a:r>
            <a:r>
              <a:rPr lang="en-US" altLang="ko-KR" smtClean="0"/>
              <a:t>, </a:t>
            </a:r>
            <a:r>
              <a:rPr lang="ko-KR" altLang="en-US" smtClean="0"/>
              <a:t>김현주</a:t>
            </a:r>
            <a:endParaRPr lang="ko-KR" altLang="en-US" dirty="0"/>
          </a:p>
        </p:txBody>
      </p:sp>
      <p:sp>
        <p:nvSpPr>
          <p:cNvPr id="36" name="Rectangle 31"/>
          <p:cNvSpPr>
            <a:spLocks noChangeArrowheads="1"/>
          </p:cNvSpPr>
          <p:nvPr/>
        </p:nvSpPr>
        <p:spPr bwMode="gray">
          <a:xfrm>
            <a:off x="596566" y="4967017"/>
            <a:ext cx="2912954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algn="ctr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  <a:endParaRPr lang="ko-KR" altLang="en-US" sz="1400" kern="0" spc="-2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37" name="Freeform 29" descr="5%"/>
          <p:cNvSpPr>
            <a:spLocks/>
          </p:cNvSpPr>
          <p:nvPr/>
        </p:nvSpPr>
        <p:spPr bwMode="auto">
          <a:xfrm>
            <a:off x="633007" y="2059580"/>
            <a:ext cx="2884113" cy="763507"/>
          </a:xfrm>
          <a:custGeom>
            <a:avLst/>
            <a:gdLst>
              <a:gd name="T0" fmla="*/ 0 w 3519"/>
              <a:gd name="T1" fmla="*/ 557 h 558"/>
              <a:gd name="T2" fmla="*/ 3518 w 3519"/>
              <a:gd name="T3" fmla="*/ 557 h 558"/>
              <a:gd name="T4" fmla="*/ 1762 w 3519"/>
              <a:gd name="T5" fmla="*/ 0 h 558"/>
              <a:gd name="T6" fmla="*/ 0 w 3519"/>
              <a:gd name="T7" fmla="*/ 557 h 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19" h="558">
                <a:moveTo>
                  <a:pt x="0" y="557"/>
                </a:moveTo>
                <a:lnTo>
                  <a:pt x="3518" y="557"/>
                </a:lnTo>
                <a:lnTo>
                  <a:pt x="1762" y="0"/>
                </a:lnTo>
                <a:lnTo>
                  <a:pt x="0" y="557"/>
                </a:lnTo>
              </a:path>
            </a:pathLst>
          </a:custGeom>
          <a:solidFill>
            <a:schemeClr val="accent2"/>
          </a:solidFill>
          <a:ln w="6350" cap="rnd" cmpd="sng">
            <a:noFill/>
            <a:prstDash val="solid"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i="0" u="none" strike="noStrike" kern="0" cap="none" spc="0" normalizeH="0" baseline="0" noProof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gray">
          <a:xfrm>
            <a:off x="962203" y="2375219"/>
            <a:ext cx="218329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Ctr="1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ko-KR" altLang="en-US" sz="1600" u="none" strike="noStrike" kern="0" cap="none" spc="-2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</a:t>
            </a:r>
          </a:p>
        </p:txBody>
      </p:sp>
      <p:cxnSp>
        <p:nvCxnSpPr>
          <p:cNvPr id="47" name="직선 연결선 46"/>
          <p:cNvCxnSpPr/>
          <p:nvPr/>
        </p:nvCxnSpPr>
        <p:spPr>
          <a:xfrm flipH="1" flipV="1">
            <a:off x="4001660" y="3534585"/>
            <a:ext cx="5264609" cy="8692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31"/>
          <p:cNvSpPr>
            <a:spLocks noChangeArrowheads="1"/>
          </p:cNvSpPr>
          <p:nvPr/>
        </p:nvSpPr>
        <p:spPr bwMode="gray">
          <a:xfrm>
            <a:off x="596566" y="5652215"/>
            <a:ext cx="2912954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algn="ctr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  <a:endParaRPr lang="ko-KR" altLang="en-US" sz="1400" kern="0" spc="-2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49" name="Rectangle 31"/>
          <p:cNvSpPr>
            <a:spLocks noChangeArrowheads="1"/>
          </p:cNvSpPr>
          <p:nvPr/>
        </p:nvSpPr>
        <p:spPr bwMode="gray">
          <a:xfrm>
            <a:off x="596566" y="3596621"/>
            <a:ext cx="2912954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algn="ctr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  <a:endParaRPr lang="ko-KR" altLang="en-US" sz="1400" kern="0" spc="-2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50" name="Rectangle 31"/>
          <p:cNvSpPr>
            <a:spLocks noChangeArrowheads="1"/>
          </p:cNvSpPr>
          <p:nvPr/>
        </p:nvSpPr>
        <p:spPr bwMode="gray">
          <a:xfrm>
            <a:off x="596566" y="2911423"/>
            <a:ext cx="2912954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algn="ctr" eaLnBrk="0" fontAlgn="t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spc="-20" dirty="0" smtClean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kern="0" spc="-20" dirty="0" smtClean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  <a:endParaRPr lang="ko-KR" altLang="en-US" sz="1400" kern="0" spc="-2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51" name="Rectangle 31"/>
          <p:cNvSpPr>
            <a:spLocks noChangeArrowheads="1"/>
          </p:cNvSpPr>
          <p:nvPr/>
        </p:nvSpPr>
        <p:spPr bwMode="gray">
          <a:xfrm>
            <a:off x="596566" y="4281819"/>
            <a:ext cx="2912954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wrap="none" lIns="0" tIns="0" rIns="0" bIns="72000" anchor="ctr"/>
          <a:lstStyle/>
          <a:p>
            <a:pPr algn="ctr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소제목</a:t>
            </a:r>
            <a:r>
              <a:rPr lang="en-US" altLang="ko-KR" sz="1400" kern="0" spc="-20" dirty="0">
                <a:solidFill>
                  <a:schemeClr val="bg1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/Medium 14pt</a:t>
            </a:r>
            <a:endParaRPr lang="ko-KR" altLang="en-US" sz="1400" kern="0" spc="-20" dirty="0">
              <a:solidFill>
                <a:schemeClr val="bg1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cxnSp>
        <p:nvCxnSpPr>
          <p:cNvPr id="52" name="직선 연결선 51"/>
          <p:cNvCxnSpPr/>
          <p:nvPr/>
        </p:nvCxnSpPr>
        <p:spPr>
          <a:xfrm flipH="1" flipV="1">
            <a:off x="4001660" y="4923119"/>
            <a:ext cx="5264609" cy="8692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H="1" flipV="1">
            <a:off x="4001660" y="4228852"/>
            <a:ext cx="5264609" cy="8692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 flipH="1" flipV="1">
            <a:off x="4001660" y="5601057"/>
            <a:ext cx="5264609" cy="8692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 flipH="1" flipV="1">
            <a:off x="4001660" y="2851101"/>
            <a:ext cx="5264609" cy="8692"/>
          </a:xfrm>
          <a:prstGeom prst="line">
            <a:avLst/>
          </a:prstGeom>
          <a:ln w="6350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1"/>
          <p:cNvSpPr>
            <a:spLocks noChangeArrowheads="1"/>
          </p:cNvSpPr>
          <p:nvPr/>
        </p:nvSpPr>
        <p:spPr bwMode="auto">
          <a:xfrm>
            <a:off x="4559693" y="2125507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1" name="Rectangle 61"/>
          <p:cNvSpPr>
            <a:spLocks noChangeArrowheads="1"/>
          </p:cNvSpPr>
          <p:nvPr/>
        </p:nvSpPr>
        <p:spPr bwMode="auto">
          <a:xfrm>
            <a:off x="4559693" y="2924032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2" name="Rectangle 61"/>
          <p:cNvSpPr>
            <a:spLocks noChangeArrowheads="1"/>
          </p:cNvSpPr>
          <p:nvPr/>
        </p:nvSpPr>
        <p:spPr bwMode="auto">
          <a:xfrm>
            <a:off x="4559693" y="3616855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3" name="Rectangle 61"/>
          <p:cNvSpPr>
            <a:spLocks noChangeArrowheads="1"/>
          </p:cNvSpPr>
          <p:nvPr/>
        </p:nvSpPr>
        <p:spPr bwMode="auto">
          <a:xfrm>
            <a:off x="4559693" y="4316209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4" name="Rectangle 61"/>
          <p:cNvSpPr>
            <a:spLocks noChangeArrowheads="1"/>
          </p:cNvSpPr>
          <p:nvPr/>
        </p:nvSpPr>
        <p:spPr bwMode="auto">
          <a:xfrm>
            <a:off x="4559693" y="4993064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5" name="Rectangle 61"/>
          <p:cNvSpPr>
            <a:spLocks noChangeArrowheads="1"/>
          </p:cNvSpPr>
          <p:nvPr/>
        </p:nvSpPr>
        <p:spPr bwMode="auto">
          <a:xfrm>
            <a:off x="4559693" y="5692684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6" name="Rectangle 61"/>
          <p:cNvSpPr>
            <a:spLocks noChangeArrowheads="1"/>
          </p:cNvSpPr>
          <p:nvPr/>
        </p:nvSpPr>
        <p:spPr bwMode="auto">
          <a:xfrm>
            <a:off x="7443353" y="2125507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7" name="Rectangle 61"/>
          <p:cNvSpPr>
            <a:spLocks noChangeArrowheads="1"/>
          </p:cNvSpPr>
          <p:nvPr/>
        </p:nvSpPr>
        <p:spPr bwMode="auto">
          <a:xfrm>
            <a:off x="7443353" y="2924032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8" name="Rectangle 61"/>
          <p:cNvSpPr>
            <a:spLocks noChangeArrowheads="1"/>
          </p:cNvSpPr>
          <p:nvPr/>
        </p:nvSpPr>
        <p:spPr bwMode="auto">
          <a:xfrm>
            <a:off x="7443353" y="3609607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79" name="Rectangle 61"/>
          <p:cNvSpPr>
            <a:spLocks noChangeArrowheads="1"/>
          </p:cNvSpPr>
          <p:nvPr/>
        </p:nvSpPr>
        <p:spPr bwMode="auto">
          <a:xfrm>
            <a:off x="7443353" y="4316209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80" name="Rectangle 61"/>
          <p:cNvSpPr>
            <a:spLocks noChangeArrowheads="1"/>
          </p:cNvSpPr>
          <p:nvPr/>
        </p:nvSpPr>
        <p:spPr bwMode="auto">
          <a:xfrm>
            <a:off x="7443353" y="4993064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81" name="Rectangle 61"/>
          <p:cNvSpPr>
            <a:spLocks noChangeArrowheads="1"/>
          </p:cNvSpPr>
          <p:nvPr/>
        </p:nvSpPr>
        <p:spPr bwMode="auto">
          <a:xfrm>
            <a:off x="7443353" y="5692684"/>
            <a:ext cx="1572487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indent="-914400" defTabSz="82550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  <a:p>
            <a:pPr marL="93663" marR="0" lvl="0" indent="-93663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anose="020B0604020202020204" pitchFamily="34" charset="0"/>
                <a:sym typeface="Helvetica Neue" charset="0"/>
              </a:rPr>
              <a:t>텍스트를 입력하세요</a:t>
            </a:r>
            <a:endParaRPr kumimoji="0" lang="en-US" altLang="ko-KR" sz="1200" b="0" i="0" u="none" strike="noStrike" kern="0" cap="none" spc="-2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anose="020B0604020202020204" pitchFamily="34" charset="0"/>
              <a:sym typeface="Helvetica Neue" charset="0"/>
            </a:endParaRPr>
          </a:p>
        </p:txBody>
      </p:sp>
      <p:sp>
        <p:nvSpPr>
          <p:cNvPr id="83" name="ColumnHeader"/>
          <p:cNvSpPr>
            <a:spLocks noChangeArrowheads="1"/>
          </p:cNvSpPr>
          <p:nvPr/>
        </p:nvSpPr>
        <p:spPr bwMode="gray">
          <a:xfrm>
            <a:off x="667954" y="1593080"/>
            <a:ext cx="2841566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</a:t>
            </a:r>
            <a:r>
              <a:rPr kumimoji="0" lang="en-US" altLang="ko-KR" sz="1600" b="0" i="0" u="none" strike="noStrike" kern="0" cap="none" spc="-2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16pt</a:t>
            </a:r>
            <a:endParaRPr kumimoji="0" lang="en-US" altLang="ko-KR" sz="1600" b="0" i="0" u="none" strike="noStrike" kern="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84" name="ColumnHeader"/>
          <p:cNvSpPr>
            <a:spLocks noChangeArrowheads="1"/>
          </p:cNvSpPr>
          <p:nvPr/>
        </p:nvSpPr>
        <p:spPr bwMode="gray">
          <a:xfrm>
            <a:off x="4001660" y="1593080"/>
            <a:ext cx="259445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  <p:sp>
        <p:nvSpPr>
          <p:cNvPr id="85" name="ColumnHeader"/>
          <p:cNvSpPr>
            <a:spLocks noChangeArrowheads="1"/>
          </p:cNvSpPr>
          <p:nvPr/>
        </p:nvSpPr>
        <p:spPr bwMode="gray">
          <a:xfrm>
            <a:off x="6856942" y="1593080"/>
            <a:ext cx="2594450" cy="340735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 type="none" w="lg" len="lg"/>
            <a:tailEnd type="none" w="lg" len="lg"/>
          </a:ln>
          <a:effectLst>
            <a:outerShdw dist="25400" dir="5400000" sx="99000" sy="99000" algn="ctr" rotWithShape="0">
              <a:schemeClr val="tx2"/>
            </a:outerShdw>
          </a:effectLst>
        </p:spPr>
        <p:txBody>
          <a:bodyPr wrap="square" tIns="46800" bIns="46800" anchor="b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2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중제목</a:t>
            </a:r>
            <a:r>
              <a:rPr kumimoji="0" lang="en-US" altLang="ko-KR" sz="1600" b="0" i="0" u="none" strike="noStrike" kern="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16pt</a:t>
            </a:r>
          </a:p>
        </p:txBody>
      </p:sp>
    </p:spTree>
    <p:extLst>
      <p:ext uri="{BB962C8B-B14F-4D97-AF65-F5344CB8AC3E}">
        <p14:creationId xmlns:p14="http://schemas.microsoft.com/office/powerpoint/2010/main" val="80910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개체 6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60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6" name="개체 6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제목 7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03391" y="1577613"/>
            <a:ext cx="7888528" cy="4528548"/>
            <a:chOff x="640744" y="1735574"/>
            <a:chExt cx="7888528" cy="4528548"/>
          </a:xfrm>
        </p:grpSpPr>
        <p:grpSp>
          <p:nvGrpSpPr>
            <p:cNvPr id="6" name="그룹 5"/>
            <p:cNvGrpSpPr/>
            <p:nvPr/>
          </p:nvGrpSpPr>
          <p:grpSpPr>
            <a:xfrm>
              <a:off x="3173277" y="2196122"/>
              <a:ext cx="2784178" cy="4068000"/>
              <a:chOff x="3173277" y="2339152"/>
              <a:chExt cx="2784178" cy="3921070"/>
            </a:xfrm>
          </p:grpSpPr>
          <p:cxnSp>
            <p:nvCxnSpPr>
              <p:cNvPr id="16" name="직선 연결선 15"/>
              <p:cNvCxnSpPr/>
              <p:nvPr/>
            </p:nvCxnSpPr>
            <p:spPr>
              <a:xfrm>
                <a:off x="3173277" y="2339152"/>
                <a:ext cx="0" cy="392107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/>
              <p:cNvCxnSpPr/>
              <p:nvPr/>
            </p:nvCxnSpPr>
            <p:spPr>
              <a:xfrm>
                <a:off x="5957455" y="2339152"/>
                <a:ext cx="0" cy="3921070"/>
              </a:xfrm>
              <a:prstGeom prst="line">
                <a:avLst/>
              </a:prstGeom>
              <a:ln>
                <a:solidFill>
                  <a:schemeClr val="bg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그룹 6"/>
            <p:cNvGrpSpPr/>
            <p:nvPr/>
          </p:nvGrpSpPr>
          <p:grpSpPr>
            <a:xfrm>
              <a:off x="640744" y="1735574"/>
              <a:ext cx="2484000" cy="397282"/>
              <a:chOff x="640744" y="1735574"/>
              <a:chExt cx="2484000" cy="397282"/>
            </a:xfrm>
          </p:grpSpPr>
          <p:cxnSp>
            <p:nvCxnSpPr>
              <p:cNvPr id="14" name="직선 화살표 연결선 13"/>
              <p:cNvCxnSpPr/>
              <p:nvPr/>
            </p:nvCxnSpPr>
            <p:spPr>
              <a:xfrm>
                <a:off x="640744" y="2132856"/>
                <a:ext cx="2484000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830166" y="1735574"/>
                <a:ext cx="19020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-2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Arial" pitchFamily="34" charset="0"/>
                  </a:rPr>
                  <a:t>중제목</a:t>
                </a:r>
                <a:r>
                  <a:rPr kumimoji="0" lang="en-US" altLang="ko-KR" sz="1600" b="0" i="0" u="none" strike="noStrike" kern="0" cap="none" spc="-2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Arial" pitchFamily="34" charset="0"/>
                  </a:rPr>
                  <a:t>/M 16pt</a:t>
                </a:r>
                <a:endParaRPr kumimoji="0" lang="en-US" altLang="ko-KR" sz="1600" b="0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endParaRPr>
              </a:p>
            </p:txBody>
          </p:sp>
        </p:grpSp>
        <p:grpSp>
          <p:nvGrpSpPr>
            <p:cNvPr id="8" name="그룹 7"/>
            <p:cNvGrpSpPr/>
            <p:nvPr/>
          </p:nvGrpSpPr>
          <p:grpSpPr>
            <a:xfrm>
              <a:off x="3343008" y="1735574"/>
              <a:ext cx="2484000" cy="397282"/>
              <a:chOff x="3343008" y="1735574"/>
              <a:chExt cx="2484000" cy="397282"/>
            </a:xfrm>
          </p:grpSpPr>
          <p:cxnSp>
            <p:nvCxnSpPr>
              <p:cNvPr id="12" name="직선 화살표 연결선 11"/>
              <p:cNvCxnSpPr/>
              <p:nvPr/>
            </p:nvCxnSpPr>
            <p:spPr>
              <a:xfrm>
                <a:off x="3343008" y="2132856"/>
                <a:ext cx="2484000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3614344" y="1735574"/>
                <a:ext cx="19020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-2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Arial" pitchFamily="34" charset="0"/>
                  </a:rPr>
                  <a:t>중제목</a:t>
                </a:r>
                <a:r>
                  <a:rPr kumimoji="0" lang="en-US" altLang="ko-KR" sz="1600" b="0" i="0" u="none" strike="noStrike" kern="0" cap="none" spc="-2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Arial" pitchFamily="34" charset="0"/>
                  </a:rPr>
                  <a:t>/M 16pt</a:t>
                </a:r>
                <a:endParaRPr kumimoji="0" lang="en-US" altLang="ko-KR" sz="1600" b="0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endParaRPr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6045272" y="1735574"/>
              <a:ext cx="2484000" cy="397282"/>
              <a:chOff x="6045272" y="1735574"/>
              <a:chExt cx="2484000" cy="397282"/>
            </a:xfrm>
          </p:grpSpPr>
          <p:cxnSp>
            <p:nvCxnSpPr>
              <p:cNvPr id="10" name="직선 화살표 연결선 9"/>
              <p:cNvCxnSpPr/>
              <p:nvPr/>
            </p:nvCxnSpPr>
            <p:spPr>
              <a:xfrm>
                <a:off x="6045272" y="2132856"/>
                <a:ext cx="2484000" cy="0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headEnd type="oval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6372200" y="1735574"/>
                <a:ext cx="19020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0" i="0" u="none" strike="noStrike" kern="0" cap="none" spc="-2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Arial" pitchFamily="34" charset="0"/>
                  </a:rPr>
                  <a:t>중제목</a:t>
                </a:r>
                <a:r>
                  <a:rPr kumimoji="0" lang="en-US" altLang="ko-KR" sz="1600" b="0" i="0" u="none" strike="noStrike" kern="0" cap="none" spc="-2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Arial" pitchFamily="34" charset="0"/>
                  </a:rPr>
                  <a:t>/M 16pt</a:t>
                </a:r>
                <a:endParaRPr kumimoji="0" lang="en-US" altLang="ko-KR" sz="1600" b="0" i="0" u="none" strike="noStrike" kern="0" cap="none" spc="-2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endParaRPr>
              </a:p>
            </p:txBody>
          </p:sp>
        </p:grpSp>
      </p:grpSp>
      <p:grpSp>
        <p:nvGrpSpPr>
          <p:cNvPr id="18" name="그룹 17"/>
          <p:cNvGrpSpPr/>
          <p:nvPr/>
        </p:nvGrpSpPr>
        <p:grpSpPr>
          <a:xfrm>
            <a:off x="3657313" y="2181191"/>
            <a:ext cx="2340000" cy="3952750"/>
            <a:chOff x="3394666" y="2339152"/>
            <a:chExt cx="2340000" cy="3952750"/>
          </a:xfrm>
        </p:grpSpPr>
        <p:grpSp>
          <p:nvGrpSpPr>
            <p:cNvPr id="19" name="그룹 18"/>
            <p:cNvGrpSpPr/>
            <p:nvPr/>
          </p:nvGrpSpPr>
          <p:grpSpPr>
            <a:xfrm>
              <a:off x="3394666" y="2339152"/>
              <a:ext cx="2340000" cy="1117130"/>
              <a:chOff x="3394666" y="2339152"/>
              <a:chExt cx="2340000" cy="1117130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3394666" y="2339152"/>
                <a:ext cx="2340000" cy="36000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-20" normalizeH="0" baseline="0" noProof="0" dirty="0" smtClean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rPr>
                  <a:t>1. </a:t>
                </a:r>
                <a:r>
                  <a:rPr kumimoji="0" lang="ko-KR" altLang="en-US" sz="1400" b="0" i="0" u="none" strike="noStrike" kern="1200" cap="none" spc="-20" normalizeH="0" baseline="0" noProof="0" dirty="0" smtClean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rPr>
                  <a:t>텍스트를 입력하세요 </a:t>
                </a:r>
                <a:endParaRPr kumimoji="0" lang="ko-KR" altLang="en-US" sz="14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395366" y="2699152"/>
                <a:ext cx="2339300" cy="7571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</p:txBody>
          </p:sp>
        </p:grpSp>
        <p:grpSp>
          <p:nvGrpSpPr>
            <p:cNvPr id="20" name="그룹 19"/>
            <p:cNvGrpSpPr/>
            <p:nvPr/>
          </p:nvGrpSpPr>
          <p:grpSpPr>
            <a:xfrm>
              <a:off x="3394666" y="3756962"/>
              <a:ext cx="2340000" cy="1117130"/>
              <a:chOff x="3394666" y="2339152"/>
              <a:chExt cx="2340000" cy="1117130"/>
            </a:xfrm>
          </p:grpSpPr>
          <p:sp>
            <p:nvSpPr>
              <p:cNvPr id="24" name="직사각형 23"/>
              <p:cNvSpPr/>
              <p:nvPr/>
            </p:nvSpPr>
            <p:spPr>
              <a:xfrm>
                <a:off x="3394666" y="2339152"/>
                <a:ext cx="2340000" cy="36000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-20" normalizeH="0" baseline="0" noProof="0" dirty="0" smtClean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rPr>
                  <a:t>2. </a:t>
                </a:r>
                <a:r>
                  <a:rPr kumimoji="0" lang="ko-KR" altLang="en-US" sz="14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rPr>
                  <a:t>텍스트를 입력하세요 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395366" y="2699152"/>
                <a:ext cx="2339300" cy="7571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</p:txBody>
          </p:sp>
        </p:grpSp>
        <p:grpSp>
          <p:nvGrpSpPr>
            <p:cNvPr id="21" name="그룹 20"/>
            <p:cNvGrpSpPr/>
            <p:nvPr/>
          </p:nvGrpSpPr>
          <p:grpSpPr>
            <a:xfrm>
              <a:off x="3394666" y="5174772"/>
              <a:ext cx="2340000" cy="1117130"/>
              <a:chOff x="3394666" y="2339152"/>
              <a:chExt cx="2340000" cy="1117130"/>
            </a:xfrm>
          </p:grpSpPr>
          <p:sp>
            <p:nvSpPr>
              <p:cNvPr id="22" name="직사각형 21"/>
              <p:cNvSpPr/>
              <p:nvPr/>
            </p:nvSpPr>
            <p:spPr>
              <a:xfrm>
                <a:off x="3394666" y="2339152"/>
                <a:ext cx="2340000" cy="360000"/>
              </a:xfrm>
              <a:prstGeom prst="rect">
                <a:avLst/>
              </a:prstGeom>
              <a:solidFill>
                <a:srgbClr val="8DA5B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0" i="0" u="none" strike="noStrike" kern="1200" cap="none" spc="-20" normalizeH="0" baseline="0" noProof="0" dirty="0" smtClean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rPr>
                  <a:t>3. </a:t>
                </a:r>
                <a:r>
                  <a:rPr kumimoji="0" lang="ko-KR" altLang="en-US" sz="14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본고딕 Medium" panose="020B0600000000000000" pitchFamily="34" charset="-127"/>
                    <a:ea typeface="본고딕 Medium" panose="020B0600000000000000" pitchFamily="34" charset="-127"/>
                    <a:cs typeface="+mn-cs"/>
                  </a:rPr>
                  <a:t>텍스트를 입력하세요 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395366" y="2699152"/>
                <a:ext cx="2339300" cy="7571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- </a:t>
                </a:r>
                <a:r>
                  <a:rPr kumimoji="0" lang="ko-KR" altLang="en-US" sz="1200" b="0" i="0" u="none" strike="noStrike" kern="1200" cap="none" spc="-20" normalizeH="0" baseline="0" noProof="0" dirty="0">
                    <a:ln>
                      <a:solidFill>
                        <a:srgbClr val="E6E6E6">
                          <a:alpha val="0"/>
                        </a:srgbClr>
                      </a:solidFill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본고딕 Normal" panose="020B0400000000000000" pitchFamily="34" charset="-127"/>
                    <a:ea typeface="본고딕 Normal" panose="020B0400000000000000" pitchFamily="34" charset="-127"/>
                    <a:cs typeface="+mn-cs"/>
                  </a:rPr>
                  <a:t>텍스트를 입력하세요 텍스트</a:t>
                </a:r>
                <a:endPara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endParaRPr>
              </a:p>
            </p:txBody>
          </p:sp>
        </p:grpSp>
      </p:grpSp>
      <p:grpSp>
        <p:nvGrpSpPr>
          <p:cNvPr id="29" name="그룹 28"/>
          <p:cNvGrpSpPr/>
          <p:nvPr/>
        </p:nvGrpSpPr>
        <p:grpSpPr>
          <a:xfrm>
            <a:off x="7218673" y="3612076"/>
            <a:ext cx="1512000" cy="2271983"/>
            <a:chOff x="7039284" y="3961823"/>
            <a:chExt cx="1512000" cy="2271983"/>
          </a:xfrm>
        </p:grpSpPr>
        <p:grpSp>
          <p:nvGrpSpPr>
            <p:cNvPr id="52" name="그룹 51"/>
            <p:cNvGrpSpPr/>
            <p:nvPr/>
          </p:nvGrpSpPr>
          <p:grpSpPr>
            <a:xfrm>
              <a:off x="8263948" y="3961823"/>
              <a:ext cx="241413" cy="1735425"/>
              <a:chOff x="8263948" y="3961823"/>
              <a:chExt cx="241413" cy="173542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8263948" y="3964861"/>
                <a:ext cx="216000" cy="40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>
                <a:off x="8484036" y="3961823"/>
                <a:ext cx="0" cy="1699425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타원 55"/>
              <p:cNvSpPr/>
              <p:nvPr/>
            </p:nvSpPr>
            <p:spPr>
              <a:xfrm>
                <a:off x="8469361" y="5661248"/>
                <a:ext cx="36000" cy="36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7039284" y="5698275"/>
              <a:ext cx="1512000" cy="53553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 입력 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 입력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6533486" y="2191315"/>
            <a:ext cx="1709623" cy="1510757"/>
            <a:chOff x="6354097" y="2541062"/>
            <a:chExt cx="1709623" cy="1510757"/>
          </a:xfrm>
        </p:grpSpPr>
        <p:grpSp>
          <p:nvGrpSpPr>
            <p:cNvPr id="47" name="그룹 46"/>
            <p:cNvGrpSpPr/>
            <p:nvPr/>
          </p:nvGrpSpPr>
          <p:grpSpPr>
            <a:xfrm>
              <a:off x="6354097" y="2688759"/>
              <a:ext cx="162000" cy="1363060"/>
              <a:chOff x="6354097" y="2688759"/>
              <a:chExt cx="162000" cy="1363060"/>
            </a:xfrm>
          </p:grpSpPr>
          <p:cxnSp>
            <p:nvCxnSpPr>
              <p:cNvPr id="49" name="직선 연결선 48"/>
              <p:cNvCxnSpPr/>
              <p:nvPr/>
            </p:nvCxnSpPr>
            <p:spPr>
              <a:xfrm flipH="1" flipV="1">
                <a:off x="6357538" y="2710355"/>
                <a:ext cx="1" cy="134146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/>
              <p:cNvCxnSpPr/>
              <p:nvPr/>
            </p:nvCxnSpPr>
            <p:spPr>
              <a:xfrm>
                <a:off x="6354097" y="2706759"/>
                <a:ext cx="14400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타원 50"/>
              <p:cNvSpPr/>
              <p:nvPr/>
            </p:nvSpPr>
            <p:spPr>
              <a:xfrm rot="16200000">
                <a:off x="6480097" y="2688759"/>
                <a:ext cx="36000" cy="36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>
              <a:off x="6551720" y="2541062"/>
              <a:ext cx="1512000" cy="53553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 입력 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 입력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6683791" y="4568511"/>
            <a:ext cx="1699240" cy="1183631"/>
            <a:chOff x="6563487" y="4918258"/>
            <a:chExt cx="1699240" cy="1183631"/>
          </a:xfrm>
        </p:grpSpPr>
        <p:grpSp>
          <p:nvGrpSpPr>
            <p:cNvPr id="42" name="그룹 41"/>
            <p:cNvGrpSpPr/>
            <p:nvPr/>
          </p:nvGrpSpPr>
          <p:grpSpPr>
            <a:xfrm flipV="1">
              <a:off x="6563487" y="4918258"/>
              <a:ext cx="162000" cy="832650"/>
              <a:chOff x="6354097" y="2430916"/>
              <a:chExt cx="162000" cy="832650"/>
            </a:xfrm>
          </p:grpSpPr>
          <p:cxnSp>
            <p:nvCxnSpPr>
              <p:cNvPr id="44" name="직선 연결선 43"/>
              <p:cNvCxnSpPr/>
              <p:nvPr/>
            </p:nvCxnSpPr>
            <p:spPr>
              <a:xfrm flipV="1">
                <a:off x="6357539" y="2448916"/>
                <a:ext cx="0" cy="8146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>
                <a:off x="6354097" y="2448916"/>
                <a:ext cx="14400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타원 45"/>
              <p:cNvSpPr/>
              <p:nvPr/>
            </p:nvSpPr>
            <p:spPr>
              <a:xfrm rot="16200000">
                <a:off x="6480097" y="2430916"/>
                <a:ext cx="36000" cy="36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/>
                  <a:ea typeface="본고딕 Normal"/>
                  <a:cs typeface="+mn-cs"/>
                </a:endParaRP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6750727" y="5566358"/>
              <a:ext cx="1512000" cy="53553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 입력 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 입력</a:t>
              </a:r>
              <a:endPara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</p:grpSp>
      <p:sp>
        <p:nvSpPr>
          <p:cNvPr id="40" name="Freeform 4"/>
          <p:cNvSpPr>
            <a:spLocks/>
          </p:cNvSpPr>
          <p:nvPr/>
        </p:nvSpPr>
        <p:spPr bwMode="blackWhite">
          <a:xfrm rot="1032655" flipH="1" flipV="1">
            <a:off x="7336984" y="3062655"/>
            <a:ext cx="1413286" cy="1278835"/>
          </a:xfrm>
          <a:custGeom>
            <a:avLst/>
            <a:gdLst>
              <a:gd name="T0" fmla="*/ 2147483647 w 1221"/>
              <a:gd name="T1" fmla="*/ 2147483647 h 1071"/>
              <a:gd name="T2" fmla="*/ 2147483647 w 1221"/>
              <a:gd name="T3" fmla="*/ 2147483647 h 1071"/>
              <a:gd name="T4" fmla="*/ 2147483647 w 1221"/>
              <a:gd name="T5" fmla="*/ 2147483647 h 1071"/>
              <a:gd name="T6" fmla="*/ 2147483647 w 1221"/>
              <a:gd name="T7" fmla="*/ 2147483647 h 1071"/>
              <a:gd name="T8" fmla="*/ 2147483647 w 1221"/>
              <a:gd name="T9" fmla="*/ 2147483647 h 1071"/>
              <a:gd name="T10" fmla="*/ 2147483647 w 1221"/>
              <a:gd name="T11" fmla="*/ 2147483647 h 1071"/>
              <a:gd name="T12" fmla="*/ 2147483647 w 1221"/>
              <a:gd name="T13" fmla="*/ 2147483647 h 1071"/>
              <a:gd name="T14" fmla="*/ 2147483647 w 1221"/>
              <a:gd name="T15" fmla="*/ 2147483647 h 1071"/>
              <a:gd name="T16" fmla="*/ 2147483647 w 1221"/>
              <a:gd name="T17" fmla="*/ 2147483647 h 1071"/>
              <a:gd name="T18" fmla="*/ 2147483647 w 1221"/>
              <a:gd name="T19" fmla="*/ 2147483647 h 1071"/>
              <a:gd name="T20" fmla="*/ 2147483647 w 1221"/>
              <a:gd name="T21" fmla="*/ 2147483647 h 1071"/>
              <a:gd name="T22" fmla="*/ 2147483647 w 1221"/>
              <a:gd name="T23" fmla="*/ 2147483647 h 1071"/>
              <a:gd name="T24" fmla="*/ 2147483647 w 1221"/>
              <a:gd name="T25" fmla="*/ 2147483647 h 1071"/>
              <a:gd name="T26" fmla="*/ 2147483647 w 1221"/>
              <a:gd name="T27" fmla="*/ 2147483647 h 1071"/>
              <a:gd name="T28" fmla="*/ 2147483647 w 1221"/>
              <a:gd name="T29" fmla="*/ 2147483647 h 1071"/>
              <a:gd name="T30" fmla="*/ 2147483647 w 1221"/>
              <a:gd name="T31" fmla="*/ 2077258861 h 1071"/>
              <a:gd name="T32" fmla="*/ 2147483647 w 1221"/>
              <a:gd name="T33" fmla="*/ 1874857999 h 1071"/>
              <a:gd name="T34" fmla="*/ 2147483647 w 1221"/>
              <a:gd name="T35" fmla="*/ 1672459444 h 1071"/>
              <a:gd name="T36" fmla="*/ 2147483647 w 1221"/>
              <a:gd name="T37" fmla="*/ 1454081145 h 1071"/>
              <a:gd name="T38" fmla="*/ 2147483647 w 1221"/>
              <a:gd name="T39" fmla="*/ 1235702846 h 1071"/>
              <a:gd name="T40" fmla="*/ 2147483647 w 1221"/>
              <a:gd name="T41" fmla="*/ 1235702846 h 1071"/>
              <a:gd name="T42" fmla="*/ 2092389331 w 1221"/>
              <a:gd name="T43" fmla="*/ 0 h 1071"/>
              <a:gd name="T44" fmla="*/ 0 w 1221"/>
              <a:gd name="T45" fmla="*/ 1251680283 h 1071"/>
              <a:gd name="T46" fmla="*/ 761902718 w 1221"/>
              <a:gd name="T47" fmla="*/ 1246353701 h 1071"/>
              <a:gd name="T48" fmla="*/ 790333105 w 1221"/>
              <a:gd name="T49" fmla="*/ 1576585594 h 1071"/>
              <a:gd name="T50" fmla="*/ 841504463 w 1221"/>
              <a:gd name="T51" fmla="*/ 1906815179 h 1071"/>
              <a:gd name="T52" fmla="*/ 915421562 w 1221"/>
              <a:gd name="T53" fmla="*/ 2147483647 h 1071"/>
              <a:gd name="T54" fmla="*/ 1012079632 w 1221"/>
              <a:gd name="T55" fmla="*/ 2147483647 h 1071"/>
              <a:gd name="T56" fmla="*/ 1137168089 w 1221"/>
              <a:gd name="T57" fmla="*/ 2147483647 h 1071"/>
              <a:gd name="T58" fmla="*/ 1290687231 w 1221"/>
              <a:gd name="T59" fmla="*/ 2147483647 h 1071"/>
              <a:gd name="T60" fmla="*/ 1461262399 w 1221"/>
              <a:gd name="T61" fmla="*/ 2147483647 h 1071"/>
              <a:gd name="T62" fmla="*/ 1654580924 w 1221"/>
              <a:gd name="T63" fmla="*/ 2147483647 h 1071"/>
              <a:gd name="T64" fmla="*/ 1864955773 w 1221"/>
              <a:gd name="T65" fmla="*/ 2147483647 h 1071"/>
              <a:gd name="T66" fmla="*/ 2098076362 w 1221"/>
              <a:gd name="T67" fmla="*/ 2147483647 h 1071"/>
              <a:gd name="T68" fmla="*/ 2147483647 w 1221"/>
              <a:gd name="T69" fmla="*/ 2147483647 h 1071"/>
              <a:gd name="T70" fmla="*/ 2147483647 w 1221"/>
              <a:gd name="T71" fmla="*/ 2147483647 h 1071"/>
              <a:gd name="T72" fmla="*/ 2147483647 w 1221"/>
              <a:gd name="T73" fmla="*/ 2147483647 h 1071"/>
              <a:gd name="T74" fmla="*/ 2147483647 w 1221"/>
              <a:gd name="T75" fmla="*/ 2147483647 h 1071"/>
              <a:gd name="T76" fmla="*/ 2147483647 w 1221"/>
              <a:gd name="T77" fmla="*/ 2147483647 h 1071"/>
              <a:gd name="T78" fmla="*/ 2147483647 w 1221"/>
              <a:gd name="T79" fmla="*/ 2147483647 h 1071"/>
              <a:gd name="T80" fmla="*/ 2147483647 w 1221"/>
              <a:gd name="T81" fmla="*/ 2147483647 h 1071"/>
              <a:gd name="T82" fmla="*/ 2147483647 w 1221"/>
              <a:gd name="T83" fmla="*/ 2147483647 h 1071"/>
              <a:gd name="T84" fmla="*/ 2147483647 w 1221"/>
              <a:gd name="T85" fmla="*/ 2147483647 h 1071"/>
              <a:gd name="T86" fmla="*/ 2147483647 w 1221"/>
              <a:gd name="T87" fmla="*/ 2147483647 h 1071"/>
              <a:gd name="T88" fmla="*/ 2147483647 w 1221"/>
              <a:gd name="T89" fmla="*/ 2147483647 h 1071"/>
              <a:gd name="T90" fmla="*/ 2147483647 w 1221"/>
              <a:gd name="T91" fmla="*/ 2147483647 h 1071"/>
              <a:gd name="T92" fmla="*/ 2147483647 w 1221"/>
              <a:gd name="T93" fmla="*/ 2147483647 h 1071"/>
              <a:gd name="T94" fmla="*/ 2147483647 w 1221"/>
              <a:gd name="T95" fmla="*/ 2147483647 h 1071"/>
              <a:gd name="T96" fmla="*/ 2147483647 w 1221"/>
              <a:gd name="T97" fmla="*/ 2147483647 h 107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1221"/>
              <a:gd name="T148" fmla="*/ 0 h 1071"/>
              <a:gd name="T149" fmla="*/ 1221 w 1221"/>
              <a:gd name="T150" fmla="*/ 1071 h 107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1221" h="1071">
                <a:moveTo>
                  <a:pt x="1220" y="1042"/>
                </a:moveTo>
                <a:lnTo>
                  <a:pt x="1002" y="847"/>
                </a:lnTo>
                <a:lnTo>
                  <a:pt x="1081" y="630"/>
                </a:lnTo>
                <a:lnTo>
                  <a:pt x="1038" y="635"/>
                </a:lnTo>
                <a:lnTo>
                  <a:pt x="994" y="636"/>
                </a:lnTo>
                <a:lnTo>
                  <a:pt x="950" y="634"/>
                </a:lnTo>
                <a:lnTo>
                  <a:pt x="906" y="626"/>
                </a:lnTo>
                <a:lnTo>
                  <a:pt x="865" y="614"/>
                </a:lnTo>
                <a:lnTo>
                  <a:pt x="823" y="599"/>
                </a:lnTo>
                <a:lnTo>
                  <a:pt x="784" y="579"/>
                </a:lnTo>
                <a:lnTo>
                  <a:pt x="747" y="556"/>
                </a:lnTo>
                <a:lnTo>
                  <a:pt x="713" y="528"/>
                </a:lnTo>
                <a:lnTo>
                  <a:pt x="682" y="496"/>
                </a:lnTo>
                <a:lnTo>
                  <a:pt x="653" y="463"/>
                </a:lnTo>
                <a:lnTo>
                  <a:pt x="629" y="427"/>
                </a:lnTo>
                <a:lnTo>
                  <a:pt x="609" y="390"/>
                </a:lnTo>
                <a:lnTo>
                  <a:pt x="594" y="352"/>
                </a:lnTo>
                <a:lnTo>
                  <a:pt x="581" y="314"/>
                </a:lnTo>
                <a:lnTo>
                  <a:pt x="573" y="273"/>
                </a:lnTo>
                <a:lnTo>
                  <a:pt x="568" y="232"/>
                </a:lnTo>
                <a:lnTo>
                  <a:pt x="712" y="232"/>
                </a:lnTo>
                <a:lnTo>
                  <a:pt x="368" y="0"/>
                </a:lnTo>
                <a:lnTo>
                  <a:pt x="0" y="235"/>
                </a:lnTo>
                <a:lnTo>
                  <a:pt x="134" y="234"/>
                </a:lnTo>
                <a:lnTo>
                  <a:pt x="139" y="296"/>
                </a:lnTo>
                <a:lnTo>
                  <a:pt x="148" y="358"/>
                </a:lnTo>
                <a:lnTo>
                  <a:pt x="161" y="419"/>
                </a:lnTo>
                <a:lnTo>
                  <a:pt x="178" y="479"/>
                </a:lnTo>
                <a:lnTo>
                  <a:pt x="200" y="538"/>
                </a:lnTo>
                <a:lnTo>
                  <a:pt x="227" y="595"/>
                </a:lnTo>
                <a:lnTo>
                  <a:pt x="257" y="650"/>
                </a:lnTo>
                <a:lnTo>
                  <a:pt x="291" y="702"/>
                </a:lnTo>
                <a:lnTo>
                  <a:pt x="328" y="751"/>
                </a:lnTo>
                <a:lnTo>
                  <a:pt x="369" y="797"/>
                </a:lnTo>
                <a:lnTo>
                  <a:pt x="413" y="841"/>
                </a:lnTo>
                <a:lnTo>
                  <a:pt x="459" y="882"/>
                </a:lnTo>
                <a:lnTo>
                  <a:pt x="509" y="919"/>
                </a:lnTo>
                <a:lnTo>
                  <a:pt x="562" y="951"/>
                </a:lnTo>
                <a:lnTo>
                  <a:pt x="617" y="981"/>
                </a:lnTo>
                <a:lnTo>
                  <a:pt x="673" y="1007"/>
                </a:lnTo>
                <a:lnTo>
                  <a:pt x="732" y="1027"/>
                </a:lnTo>
                <a:lnTo>
                  <a:pt x="791" y="1045"/>
                </a:lnTo>
                <a:lnTo>
                  <a:pt x="852" y="1057"/>
                </a:lnTo>
                <a:lnTo>
                  <a:pt x="913" y="1067"/>
                </a:lnTo>
                <a:lnTo>
                  <a:pt x="975" y="1070"/>
                </a:lnTo>
                <a:lnTo>
                  <a:pt x="1037" y="1070"/>
                </a:lnTo>
                <a:lnTo>
                  <a:pt x="1098" y="1066"/>
                </a:lnTo>
                <a:lnTo>
                  <a:pt x="1160" y="1056"/>
                </a:lnTo>
                <a:lnTo>
                  <a:pt x="1220" y="1042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rnd" cmpd="sng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8" name="Freeform 5"/>
          <p:cNvSpPr>
            <a:spLocks/>
          </p:cNvSpPr>
          <p:nvPr/>
        </p:nvSpPr>
        <p:spPr bwMode="blackWhite">
          <a:xfrm rot="1032655" flipH="1" flipV="1">
            <a:off x="6584493" y="2709865"/>
            <a:ext cx="917788" cy="1720719"/>
          </a:xfrm>
          <a:custGeom>
            <a:avLst/>
            <a:gdLst>
              <a:gd name="T0" fmla="*/ 1625812138 w 793"/>
              <a:gd name="T1" fmla="*/ 2147483647 h 1440"/>
              <a:gd name="T2" fmla="*/ 1932784515 w 793"/>
              <a:gd name="T3" fmla="*/ 2147483647 h 1440"/>
              <a:gd name="T4" fmla="*/ 2147483647 w 793"/>
              <a:gd name="T5" fmla="*/ 2147483647 h 1440"/>
              <a:gd name="T6" fmla="*/ 2147483647 w 793"/>
              <a:gd name="T7" fmla="*/ 2147483647 h 1440"/>
              <a:gd name="T8" fmla="*/ 2147483647 w 793"/>
              <a:gd name="T9" fmla="*/ 2147483647 h 1440"/>
              <a:gd name="T10" fmla="*/ 2147483647 w 793"/>
              <a:gd name="T11" fmla="*/ 2147483647 h 1440"/>
              <a:gd name="T12" fmla="*/ 2147483647 w 793"/>
              <a:gd name="T13" fmla="*/ 2147483647 h 1440"/>
              <a:gd name="T14" fmla="*/ 2147483647 w 793"/>
              <a:gd name="T15" fmla="*/ 2147483647 h 1440"/>
              <a:gd name="T16" fmla="*/ 2147483647 w 793"/>
              <a:gd name="T17" fmla="*/ 2147483647 h 1440"/>
              <a:gd name="T18" fmla="*/ 2147483647 w 793"/>
              <a:gd name="T19" fmla="*/ 2147483647 h 1440"/>
              <a:gd name="T20" fmla="*/ 2147483647 w 793"/>
              <a:gd name="T21" fmla="*/ 2147483647 h 1440"/>
              <a:gd name="T22" fmla="*/ 2147483647 w 793"/>
              <a:gd name="T23" fmla="*/ 2147483647 h 1440"/>
              <a:gd name="T24" fmla="*/ 2147483647 w 793"/>
              <a:gd name="T25" fmla="*/ 2147483647 h 1440"/>
              <a:gd name="T26" fmla="*/ 2147483647 w 793"/>
              <a:gd name="T27" fmla="*/ 2147483647 h 1440"/>
              <a:gd name="T28" fmla="*/ 2147483647 w 793"/>
              <a:gd name="T29" fmla="*/ 2147483647 h 1440"/>
              <a:gd name="T30" fmla="*/ 2147483647 w 793"/>
              <a:gd name="T31" fmla="*/ 2147483647 h 1440"/>
              <a:gd name="T32" fmla="*/ 2147483647 w 793"/>
              <a:gd name="T33" fmla="*/ 2147483647 h 1440"/>
              <a:gd name="T34" fmla="*/ 2147483647 w 793"/>
              <a:gd name="T35" fmla="*/ 2147483647 h 1440"/>
              <a:gd name="T36" fmla="*/ 2147483647 w 793"/>
              <a:gd name="T37" fmla="*/ 2147483647 h 1440"/>
              <a:gd name="T38" fmla="*/ 2147483647 w 793"/>
              <a:gd name="T39" fmla="*/ 1957656591 h 1440"/>
              <a:gd name="T40" fmla="*/ 2147483647 w 793"/>
              <a:gd name="T41" fmla="*/ 1642937785 h 1440"/>
              <a:gd name="T42" fmla="*/ 2147483647 w 793"/>
              <a:gd name="T43" fmla="*/ 1328218979 h 1440"/>
              <a:gd name="T44" fmla="*/ 2147483647 w 793"/>
              <a:gd name="T45" fmla="*/ 1029503044 h 1440"/>
              <a:gd name="T46" fmla="*/ 2147483647 w 793"/>
              <a:gd name="T47" fmla="*/ 730787398 h 1440"/>
              <a:gd name="T48" fmla="*/ 2147483647 w 793"/>
              <a:gd name="T49" fmla="*/ 448074768 h 1440"/>
              <a:gd name="T50" fmla="*/ 2147483647 w 793"/>
              <a:gd name="T51" fmla="*/ 218702227 h 1440"/>
              <a:gd name="T52" fmla="*/ 2147483647 w 793"/>
              <a:gd name="T53" fmla="*/ 0 h 1440"/>
              <a:gd name="T54" fmla="*/ 2147483647 w 793"/>
              <a:gd name="T55" fmla="*/ 1317550975 h 1440"/>
              <a:gd name="T56" fmla="*/ 1574650870 w 793"/>
              <a:gd name="T57" fmla="*/ 1493581117 h 1440"/>
              <a:gd name="T58" fmla="*/ 1671289351 w 793"/>
              <a:gd name="T59" fmla="*/ 1642937785 h 1440"/>
              <a:gd name="T60" fmla="*/ 1796352878 w 793"/>
              <a:gd name="T61" fmla="*/ 1850974246 h 1440"/>
              <a:gd name="T62" fmla="*/ 1887307303 w 793"/>
              <a:gd name="T63" fmla="*/ 2075009248 h 1440"/>
              <a:gd name="T64" fmla="*/ 1961207177 w 793"/>
              <a:gd name="T65" fmla="*/ 2147483647 h 1440"/>
              <a:gd name="T66" fmla="*/ 2006684390 w 793"/>
              <a:gd name="T67" fmla="*/ 2147483647 h 1440"/>
              <a:gd name="T68" fmla="*/ 2029422996 w 793"/>
              <a:gd name="T69" fmla="*/ 2147483647 h 1440"/>
              <a:gd name="T70" fmla="*/ 2018054885 w 793"/>
              <a:gd name="T71" fmla="*/ 2147483647 h 1440"/>
              <a:gd name="T72" fmla="*/ 1989629839 w 793"/>
              <a:gd name="T73" fmla="*/ 2147483647 h 1440"/>
              <a:gd name="T74" fmla="*/ 1927100460 w 793"/>
              <a:gd name="T75" fmla="*/ 2147483647 h 1440"/>
              <a:gd name="T76" fmla="*/ 1847514146 w 793"/>
              <a:gd name="T77" fmla="*/ 2147483647 h 1440"/>
              <a:gd name="T78" fmla="*/ 1739505170 w 793"/>
              <a:gd name="T79" fmla="*/ 2147483647 h 1440"/>
              <a:gd name="T80" fmla="*/ 1614444027 w 793"/>
              <a:gd name="T81" fmla="*/ 2147483647 h 1440"/>
              <a:gd name="T82" fmla="*/ 1460957839 w 793"/>
              <a:gd name="T83" fmla="*/ 2147483647 h 1440"/>
              <a:gd name="T84" fmla="*/ 1290417099 w 793"/>
              <a:gd name="T85" fmla="*/ 2147483647 h 1440"/>
              <a:gd name="T86" fmla="*/ 1097139840 w 793"/>
              <a:gd name="T87" fmla="*/ 2147483647 h 1440"/>
              <a:gd name="T88" fmla="*/ 886805944 w 793"/>
              <a:gd name="T89" fmla="*/ 2147483647 h 1440"/>
              <a:gd name="T90" fmla="*/ 642365330 w 793"/>
              <a:gd name="T91" fmla="*/ 2147483647 h 1440"/>
              <a:gd name="T92" fmla="*/ 0 w 793"/>
              <a:gd name="T93" fmla="*/ 2147483647 h 1440"/>
              <a:gd name="T94" fmla="*/ 1824775539 w 793"/>
              <a:gd name="T95" fmla="*/ 2147483647 h 1440"/>
              <a:gd name="T96" fmla="*/ 1625812138 w 793"/>
              <a:gd name="T97" fmla="*/ 2147483647 h 14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93"/>
              <a:gd name="T148" fmla="*/ 0 h 1440"/>
              <a:gd name="T149" fmla="*/ 793 w 793"/>
              <a:gd name="T150" fmla="*/ 1440 h 14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93" h="1440">
                <a:moveTo>
                  <a:pt x="286" y="1316"/>
                </a:moveTo>
                <a:lnTo>
                  <a:pt x="340" y="1290"/>
                </a:lnTo>
                <a:lnTo>
                  <a:pt x="392" y="1260"/>
                </a:lnTo>
                <a:lnTo>
                  <a:pt x="442" y="1225"/>
                </a:lnTo>
                <a:lnTo>
                  <a:pt x="490" y="1187"/>
                </a:lnTo>
                <a:lnTo>
                  <a:pt x="535" y="1146"/>
                </a:lnTo>
                <a:lnTo>
                  <a:pt x="576" y="1102"/>
                </a:lnTo>
                <a:lnTo>
                  <a:pt x="616" y="1055"/>
                </a:lnTo>
                <a:lnTo>
                  <a:pt x="650" y="1005"/>
                </a:lnTo>
                <a:lnTo>
                  <a:pt x="682" y="953"/>
                </a:lnTo>
                <a:lnTo>
                  <a:pt x="709" y="900"/>
                </a:lnTo>
                <a:lnTo>
                  <a:pt x="734" y="844"/>
                </a:lnTo>
                <a:lnTo>
                  <a:pt x="753" y="786"/>
                </a:lnTo>
                <a:lnTo>
                  <a:pt x="770" y="727"/>
                </a:lnTo>
                <a:lnTo>
                  <a:pt x="781" y="668"/>
                </a:lnTo>
                <a:lnTo>
                  <a:pt x="789" y="608"/>
                </a:lnTo>
                <a:lnTo>
                  <a:pt x="792" y="547"/>
                </a:lnTo>
                <a:lnTo>
                  <a:pt x="790" y="487"/>
                </a:lnTo>
                <a:lnTo>
                  <a:pt x="786" y="427"/>
                </a:lnTo>
                <a:lnTo>
                  <a:pt x="775" y="367"/>
                </a:lnTo>
                <a:lnTo>
                  <a:pt x="762" y="308"/>
                </a:lnTo>
                <a:lnTo>
                  <a:pt x="744" y="249"/>
                </a:lnTo>
                <a:lnTo>
                  <a:pt x="722" y="193"/>
                </a:lnTo>
                <a:lnTo>
                  <a:pt x="697" y="137"/>
                </a:lnTo>
                <a:lnTo>
                  <a:pt x="667" y="84"/>
                </a:lnTo>
                <a:lnTo>
                  <a:pt x="639" y="41"/>
                </a:lnTo>
                <a:lnTo>
                  <a:pt x="609" y="0"/>
                </a:lnTo>
                <a:lnTo>
                  <a:pt x="521" y="247"/>
                </a:lnTo>
                <a:lnTo>
                  <a:pt x="277" y="280"/>
                </a:lnTo>
                <a:lnTo>
                  <a:pt x="294" y="308"/>
                </a:lnTo>
                <a:lnTo>
                  <a:pt x="316" y="347"/>
                </a:lnTo>
                <a:lnTo>
                  <a:pt x="332" y="389"/>
                </a:lnTo>
                <a:lnTo>
                  <a:pt x="345" y="431"/>
                </a:lnTo>
                <a:lnTo>
                  <a:pt x="353" y="475"/>
                </a:lnTo>
                <a:lnTo>
                  <a:pt x="357" y="519"/>
                </a:lnTo>
                <a:lnTo>
                  <a:pt x="355" y="564"/>
                </a:lnTo>
                <a:lnTo>
                  <a:pt x="350" y="608"/>
                </a:lnTo>
                <a:lnTo>
                  <a:pt x="339" y="652"/>
                </a:lnTo>
                <a:lnTo>
                  <a:pt x="325" y="694"/>
                </a:lnTo>
                <a:lnTo>
                  <a:pt x="306" y="734"/>
                </a:lnTo>
                <a:lnTo>
                  <a:pt x="284" y="772"/>
                </a:lnTo>
                <a:lnTo>
                  <a:pt x="257" y="808"/>
                </a:lnTo>
                <a:lnTo>
                  <a:pt x="227" y="841"/>
                </a:lnTo>
                <a:lnTo>
                  <a:pt x="193" y="871"/>
                </a:lnTo>
                <a:lnTo>
                  <a:pt x="156" y="896"/>
                </a:lnTo>
                <a:lnTo>
                  <a:pt x="113" y="761"/>
                </a:lnTo>
                <a:lnTo>
                  <a:pt x="0" y="1169"/>
                </a:lnTo>
                <a:lnTo>
                  <a:pt x="321" y="1439"/>
                </a:lnTo>
                <a:lnTo>
                  <a:pt x="286" y="1316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rnd" cmpd="sng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76590" y="3428136"/>
            <a:ext cx="703221" cy="3139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2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latin typeface="+mn-ea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804963" y="3444533"/>
            <a:ext cx="703221" cy="3139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2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latin typeface="+mn-ea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Freeform 3"/>
          <p:cNvSpPr>
            <a:spLocks/>
          </p:cNvSpPr>
          <p:nvPr/>
        </p:nvSpPr>
        <p:spPr bwMode="blackWhite">
          <a:xfrm rot="1032655" flipH="1" flipV="1">
            <a:off x="6516192" y="4086950"/>
            <a:ext cx="1797817" cy="900195"/>
          </a:xfrm>
          <a:custGeom>
            <a:avLst/>
            <a:gdLst>
              <a:gd name="T0" fmla="*/ 2147483647 w 1553"/>
              <a:gd name="T1" fmla="*/ 2147483647 h 753"/>
              <a:gd name="T2" fmla="*/ 2147483647 w 1553"/>
              <a:gd name="T3" fmla="*/ 2147483647 h 753"/>
              <a:gd name="T4" fmla="*/ 2147483647 w 1553"/>
              <a:gd name="T5" fmla="*/ 800848503 h 753"/>
              <a:gd name="T6" fmla="*/ 2147483647 w 1553"/>
              <a:gd name="T7" fmla="*/ 1211950289 h 753"/>
              <a:gd name="T8" fmla="*/ 2147483647 w 1553"/>
              <a:gd name="T9" fmla="*/ 993050780 h 753"/>
              <a:gd name="T10" fmla="*/ 2147483647 w 1553"/>
              <a:gd name="T11" fmla="*/ 795508652 h 753"/>
              <a:gd name="T12" fmla="*/ 2147483647 w 1553"/>
              <a:gd name="T13" fmla="*/ 619321306 h 753"/>
              <a:gd name="T14" fmla="*/ 2147483647 w 1553"/>
              <a:gd name="T15" fmla="*/ 464490907 h 753"/>
              <a:gd name="T16" fmla="*/ 2147483647 w 1553"/>
              <a:gd name="T17" fmla="*/ 325677894 h 753"/>
              <a:gd name="T18" fmla="*/ 2147483647 w 1553"/>
              <a:gd name="T19" fmla="*/ 218899293 h 753"/>
              <a:gd name="T20" fmla="*/ 2147483647 w 1553"/>
              <a:gd name="T21" fmla="*/ 122795807 h 753"/>
              <a:gd name="T22" fmla="*/ 2147483647 w 1553"/>
              <a:gd name="T23" fmla="*/ 64066674 h 753"/>
              <a:gd name="T24" fmla="*/ 2147483647 w 1553"/>
              <a:gd name="T25" fmla="*/ 21354791 h 753"/>
              <a:gd name="T26" fmla="*/ 2147483647 w 1553"/>
              <a:gd name="T27" fmla="*/ 0 h 753"/>
              <a:gd name="T28" fmla="*/ 2147483647 w 1553"/>
              <a:gd name="T29" fmla="*/ 10677395 h 753"/>
              <a:gd name="T30" fmla="*/ 2147483647 w 1553"/>
              <a:gd name="T31" fmla="*/ 42711892 h 753"/>
              <a:gd name="T32" fmla="*/ 2147483647 w 1553"/>
              <a:gd name="T33" fmla="*/ 101441026 h 753"/>
              <a:gd name="T34" fmla="*/ 2147483647 w 1553"/>
              <a:gd name="T35" fmla="*/ 181524959 h 753"/>
              <a:gd name="T36" fmla="*/ 2147483647 w 1553"/>
              <a:gd name="T37" fmla="*/ 282965948 h 753"/>
              <a:gd name="T38" fmla="*/ 2147483647 w 1553"/>
              <a:gd name="T39" fmla="*/ 405761791 h 753"/>
              <a:gd name="T40" fmla="*/ 2147483647 w 1553"/>
              <a:gd name="T41" fmla="*/ 555254506 h 753"/>
              <a:gd name="T42" fmla="*/ 2147483647 w 1553"/>
              <a:gd name="T43" fmla="*/ 731441996 h 753"/>
              <a:gd name="T44" fmla="*/ 1945091995 w 1553"/>
              <a:gd name="T45" fmla="*/ 918304423 h 753"/>
              <a:gd name="T46" fmla="*/ 1672098427 w 1553"/>
              <a:gd name="T47" fmla="*/ 1131863793 h 753"/>
              <a:gd name="T48" fmla="*/ 1410475715 w 1553"/>
              <a:gd name="T49" fmla="*/ 1356100842 h 753"/>
              <a:gd name="T50" fmla="*/ 1165918529 w 1553"/>
              <a:gd name="T51" fmla="*/ 1607034546 h 753"/>
              <a:gd name="T52" fmla="*/ 938422696 w 1553"/>
              <a:gd name="T53" fmla="*/ 1868643329 h 753"/>
              <a:gd name="T54" fmla="*/ 739363544 w 1553"/>
              <a:gd name="T55" fmla="*/ 2140931814 h 753"/>
              <a:gd name="T56" fmla="*/ 557365298 w 1553"/>
              <a:gd name="T57" fmla="*/ 2147483647 h 753"/>
              <a:gd name="T58" fmla="*/ 403806266 w 1553"/>
              <a:gd name="T59" fmla="*/ 2147483647 h 753"/>
              <a:gd name="T60" fmla="*/ 261620402 w 1553"/>
              <a:gd name="T61" fmla="*/ 2147483647 h 753"/>
              <a:gd name="T62" fmla="*/ 153559069 w 1553"/>
              <a:gd name="T63" fmla="*/ 2147483647 h 753"/>
              <a:gd name="T64" fmla="*/ 62561194 w 1553"/>
              <a:gd name="T65" fmla="*/ 2147483647 h 753"/>
              <a:gd name="T66" fmla="*/ 0 w 1553"/>
              <a:gd name="T67" fmla="*/ 2147483647 h 753"/>
              <a:gd name="T68" fmla="*/ 1262604496 w 1553"/>
              <a:gd name="T69" fmla="*/ 2147483647 h 753"/>
              <a:gd name="T70" fmla="*/ 2147483647 w 1553"/>
              <a:gd name="T71" fmla="*/ 2147483647 h 753"/>
              <a:gd name="T72" fmla="*/ 2147483647 w 1553"/>
              <a:gd name="T73" fmla="*/ 2147483647 h 753"/>
              <a:gd name="T74" fmla="*/ 2147483647 w 1553"/>
              <a:gd name="T75" fmla="*/ 2147483647 h 753"/>
              <a:gd name="T76" fmla="*/ 2147483647 w 1553"/>
              <a:gd name="T77" fmla="*/ 2147483647 h 753"/>
              <a:gd name="T78" fmla="*/ 2147483647 w 1553"/>
              <a:gd name="T79" fmla="*/ 2147483647 h 753"/>
              <a:gd name="T80" fmla="*/ 2147483647 w 1553"/>
              <a:gd name="T81" fmla="*/ 2147483647 h 753"/>
              <a:gd name="T82" fmla="*/ 2147483647 w 1553"/>
              <a:gd name="T83" fmla="*/ 2147483647 h 753"/>
              <a:gd name="T84" fmla="*/ 2147483647 w 1553"/>
              <a:gd name="T85" fmla="*/ 2147483647 h 753"/>
              <a:gd name="T86" fmla="*/ 2147483647 w 1553"/>
              <a:gd name="T87" fmla="*/ 2147483647 h 753"/>
              <a:gd name="T88" fmla="*/ 2147483647 w 1553"/>
              <a:gd name="T89" fmla="*/ 2147483647 h 753"/>
              <a:gd name="T90" fmla="*/ 2147483647 w 1553"/>
              <a:gd name="T91" fmla="*/ 2147483647 h 753"/>
              <a:gd name="T92" fmla="*/ 2147483647 w 1553"/>
              <a:gd name="T93" fmla="*/ 2147483647 h 753"/>
              <a:gd name="T94" fmla="*/ 2147483647 w 1553"/>
              <a:gd name="T95" fmla="*/ 2147483647 h 753"/>
              <a:gd name="T96" fmla="*/ 2147483647 w 1553"/>
              <a:gd name="T97" fmla="*/ 2147483647 h 753"/>
              <a:gd name="T98" fmla="*/ 2147483647 w 1553"/>
              <a:gd name="T99" fmla="*/ 2147483647 h 753"/>
              <a:gd name="T100" fmla="*/ 2147483647 w 1553"/>
              <a:gd name="T101" fmla="*/ 2147483647 h 753"/>
              <a:gd name="T102" fmla="*/ 2147483647 w 1553"/>
              <a:gd name="T103" fmla="*/ 2147483647 h 753"/>
              <a:gd name="T104" fmla="*/ 2147483647 w 1553"/>
              <a:gd name="T105" fmla="*/ 2147483647 h 753"/>
              <a:gd name="T106" fmla="*/ 2147483647 w 1553"/>
              <a:gd name="T107" fmla="*/ 2147483647 h 753"/>
              <a:gd name="T108" fmla="*/ 2147483647 w 1553"/>
              <a:gd name="T109" fmla="*/ 2147483647 h 753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553"/>
              <a:gd name="T166" fmla="*/ 0 h 753"/>
              <a:gd name="T167" fmla="*/ 1553 w 1553"/>
              <a:gd name="T168" fmla="*/ 753 h 753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553" h="753">
                <a:moveTo>
                  <a:pt x="983" y="584"/>
                </a:moveTo>
                <a:lnTo>
                  <a:pt x="1417" y="541"/>
                </a:lnTo>
                <a:lnTo>
                  <a:pt x="1552" y="150"/>
                </a:lnTo>
                <a:lnTo>
                  <a:pt x="1447" y="227"/>
                </a:lnTo>
                <a:lnTo>
                  <a:pt x="1398" y="186"/>
                </a:lnTo>
                <a:lnTo>
                  <a:pt x="1347" y="149"/>
                </a:lnTo>
                <a:lnTo>
                  <a:pt x="1294" y="116"/>
                </a:lnTo>
                <a:lnTo>
                  <a:pt x="1238" y="87"/>
                </a:lnTo>
                <a:lnTo>
                  <a:pt x="1181" y="61"/>
                </a:lnTo>
                <a:lnTo>
                  <a:pt x="1122" y="41"/>
                </a:lnTo>
                <a:lnTo>
                  <a:pt x="1060" y="23"/>
                </a:lnTo>
                <a:lnTo>
                  <a:pt x="999" y="12"/>
                </a:lnTo>
                <a:lnTo>
                  <a:pt x="936" y="4"/>
                </a:lnTo>
                <a:lnTo>
                  <a:pt x="873" y="0"/>
                </a:lnTo>
                <a:lnTo>
                  <a:pt x="810" y="2"/>
                </a:lnTo>
                <a:lnTo>
                  <a:pt x="748" y="8"/>
                </a:lnTo>
                <a:lnTo>
                  <a:pt x="685" y="19"/>
                </a:lnTo>
                <a:lnTo>
                  <a:pt x="624" y="34"/>
                </a:lnTo>
                <a:lnTo>
                  <a:pt x="564" y="53"/>
                </a:lnTo>
                <a:lnTo>
                  <a:pt x="506" y="76"/>
                </a:lnTo>
                <a:lnTo>
                  <a:pt x="449" y="104"/>
                </a:lnTo>
                <a:lnTo>
                  <a:pt x="395" y="137"/>
                </a:lnTo>
                <a:lnTo>
                  <a:pt x="342" y="172"/>
                </a:lnTo>
                <a:lnTo>
                  <a:pt x="294" y="212"/>
                </a:lnTo>
                <a:lnTo>
                  <a:pt x="248" y="254"/>
                </a:lnTo>
                <a:lnTo>
                  <a:pt x="205" y="301"/>
                </a:lnTo>
                <a:lnTo>
                  <a:pt x="165" y="350"/>
                </a:lnTo>
                <a:lnTo>
                  <a:pt x="130" y="401"/>
                </a:lnTo>
                <a:lnTo>
                  <a:pt x="98" y="456"/>
                </a:lnTo>
                <a:lnTo>
                  <a:pt x="71" y="512"/>
                </a:lnTo>
                <a:lnTo>
                  <a:pt x="46" y="570"/>
                </a:lnTo>
                <a:lnTo>
                  <a:pt x="27" y="631"/>
                </a:lnTo>
                <a:lnTo>
                  <a:pt x="11" y="692"/>
                </a:lnTo>
                <a:lnTo>
                  <a:pt x="0" y="752"/>
                </a:lnTo>
                <a:lnTo>
                  <a:pt x="222" y="608"/>
                </a:lnTo>
                <a:lnTo>
                  <a:pt x="440" y="749"/>
                </a:lnTo>
                <a:lnTo>
                  <a:pt x="455" y="710"/>
                </a:lnTo>
                <a:lnTo>
                  <a:pt x="474" y="670"/>
                </a:lnTo>
                <a:lnTo>
                  <a:pt x="498" y="632"/>
                </a:lnTo>
                <a:lnTo>
                  <a:pt x="525" y="596"/>
                </a:lnTo>
                <a:lnTo>
                  <a:pt x="556" y="563"/>
                </a:lnTo>
                <a:lnTo>
                  <a:pt x="589" y="533"/>
                </a:lnTo>
                <a:lnTo>
                  <a:pt x="626" y="507"/>
                </a:lnTo>
                <a:lnTo>
                  <a:pt x="665" y="485"/>
                </a:lnTo>
                <a:lnTo>
                  <a:pt x="706" y="467"/>
                </a:lnTo>
                <a:lnTo>
                  <a:pt x="749" y="453"/>
                </a:lnTo>
                <a:lnTo>
                  <a:pt x="793" y="443"/>
                </a:lnTo>
                <a:lnTo>
                  <a:pt x="837" y="438"/>
                </a:lnTo>
                <a:lnTo>
                  <a:pt x="882" y="438"/>
                </a:lnTo>
                <a:lnTo>
                  <a:pt x="927" y="442"/>
                </a:lnTo>
                <a:lnTo>
                  <a:pt x="971" y="450"/>
                </a:lnTo>
                <a:lnTo>
                  <a:pt x="1014" y="464"/>
                </a:lnTo>
                <a:lnTo>
                  <a:pt x="1055" y="480"/>
                </a:lnTo>
                <a:lnTo>
                  <a:pt x="1095" y="502"/>
                </a:lnTo>
                <a:lnTo>
                  <a:pt x="983" y="584"/>
                </a:lnTo>
              </a:path>
            </a:pathLst>
          </a:custGeom>
          <a:solidFill>
            <a:schemeClr val="tx1">
              <a:lumMod val="10000"/>
              <a:lumOff val="90000"/>
            </a:schemeClr>
          </a:solidFill>
          <a:ln w="12700" cap="rnd" cmpd="sng">
            <a:noFill/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-2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873834" y="2181191"/>
            <a:ext cx="2340000" cy="648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 입력</a:t>
            </a:r>
            <a:endParaRPr kumimoji="0" lang="ko-KR" altLang="en-US" sz="14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73834" y="5311501"/>
            <a:ext cx="2340000" cy="79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텍스트를 입력하세요 텍스트</a:t>
            </a:r>
            <a:endParaRPr kumimoji="0" lang="en-US" altLang="ko-KR" sz="12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60" name="위쪽 화살표 59"/>
          <p:cNvSpPr/>
          <p:nvPr/>
        </p:nvSpPr>
        <p:spPr>
          <a:xfrm>
            <a:off x="1521398" y="2905217"/>
            <a:ext cx="1044872" cy="2300944"/>
          </a:xfrm>
          <a:prstGeom prst="upArrow">
            <a:avLst>
              <a:gd name="adj1" fmla="val 50000"/>
              <a:gd name="adj2" fmla="val 32076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-2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1074515" y="3314865"/>
            <a:ext cx="1938639" cy="1726734"/>
            <a:chOff x="775988" y="3472826"/>
            <a:chExt cx="1938639" cy="1726734"/>
          </a:xfrm>
        </p:grpSpPr>
        <p:sp>
          <p:nvSpPr>
            <p:cNvPr id="62" name="타원 61"/>
            <p:cNvSpPr/>
            <p:nvPr/>
          </p:nvSpPr>
          <p:spPr>
            <a:xfrm>
              <a:off x="1192395" y="3875903"/>
              <a:ext cx="1105825" cy="1105825"/>
            </a:xfrm>
            <a:prstGeom prst="ellipse">
              <a:avLst/>
            </a:prstGeom>
            <a:noFill/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1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1321210" y="3472826"/>
              <a:ext cx="848195" cy="848195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텍스트 입력  </a:t>
              </a:r>
              <a:endParaRPr kumimoji="0" lang="ko-KR" altLang="en-US" sz="14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</a:endParaRPr>
            </a:p>
          </p:txBody>
        </p:sp>
        <p:sp>
          <p:nvSpPr>
            <p:cNvPr id="64" name="타원 63"/>
            <p:cNvSpPr/>
            <p:nvPr/>
          </p:nvSpPr>
          <p:spPr>
            <a:xfrm>
              <a:off x="775988" y="4351365"/>
              <a:ext cx="848195" cy="848195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텍스트</a:t>
              </a:r>
              <a:endParaRPr kumimoji="0" lang="en-US" altLang="ko-KR" sz="14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입력 </a:t>
              </a:r>
            </a:p>
          </p:txBody>
        </p:sp>
        <p:sp>
          <p:nvSpPr>
            <p:cNvPr id="65" name="타원 64"/>
            <p:cNvSpPr/>
            <p:nvPr/>
          </p:nvSpPr>
          <p:spPr>
            <a:xfrm>
              <a:off x="1866432" y="4351364"/>
              <a:ext cx="848195" cy="848195"/>
            </a:xfrm>
            <a:prstGeom prst="ellipse">
              <a:avLst/>
            </a:prstGeom>
            <a:solidFill>
              <a:srgbClr val="8DA5BD"/>
            </a:solidFill>
            <a:ln w="6350">
              <a:solidFill>
                <a:srgbClr val="8DA5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-20" normalizeH="0" baseline="0" noProof="0" dirty="0" smtClean="0">
                  <a:ln>
                    <a:solidFill>
                      <a:srgbClr val="E6E6E6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</a:rPr>
                <a:t>텍스트 입력 </a:t>
              </a:r>
              <a:endParaRPr kumimoji="0" lang="ko-KR" altLang="en-US" sz="1400" b="0" i="0" u="none" strike="noStrike" kern="1200" cap="none" spc="-20" normalizeH="0" baseline="0" noProof="0" dirty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</a:endParaRPr>
            </a:p>
          </p:txBody>
        </p:sp>
      </p:grpSp>
      <p:sp>
        <p:nvSpPr>
          <p:cNvPr id="69" name="TextBox 68"/>
          <p:cNvSpPr txBox="1"/>
          <p:nvPr/>
        </p:nvSpPr>
        <p:spPr>
          <a:xfrm>
            <a:off x="7104199" y="4501866"/>
            <a:ext cx="703221" cy="3139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20" noProof="0" dirty="0" smtClean="0">
                <a:ln>
                  <a:solidFill>
                    <a:srgbClr val="E6E6E6">
                      <a:alpha val="0"/>
                    </a:srgbClr>
                  </a:solidFill>
                </a:ln>
                <a:solidFill>
                  <a:srgbClr val="262626"/>
                </a:solidFill>
                <a:latin typeface="+mn-ea"/>
              </a:rPr>
              <a:t>텍스트</a:t>
            </a:r>
            <a:endParaRPr kumimoji="0" lang="ko-KR" altLang="en-US" sz="1200" b="0" i="0" u="none" strike="noStrike" kern="1200" cap="none" spc="-20" normalizeH="0" baseline="0" noProof="0" dirty="0">
              <a:ln>
                <a:solidFill>
                  <a:srgbClr val="E6E6E6">
                    <a:alpha val="0"/>
                  </a:srgbClr>
                </a:solidFill>
              </a:ln>
              <a:solidFill>
                <a:srgbClr val="26262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61930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350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개체 1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62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5" name="개체 1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1" name="Donut 1">
            <a:extLst>
              <a:ext uri="{FF2B5EF4-FFF2-40B4-BE49-F238E27FC236}">
                <a16:creationId xmlns="" xmlns:a16="http://schemas.microsoft.com/office/drawing/2014/main" id="{1B6717BA-E5A2-4F1C-899D-6ABFCCBBE942}"/>
              </a:ext>
            </a:extLst>
          </p:cNvPr>
          <p:cNvSpPr/>
          <p:nvPr/>
        </p:nvSpPr>
        <p:spPr>
          <a:xfrm>
            <a:off x="2631825" y="2944994"/>
            <a:ext cx="1846679" cy="1846679"/>
          </a:xfrm>
          <a:prstGeom prst="donut">
            <a:avLst>
              <a:gd name="adj" fmla="val 4972"/>
            </a:avLst>
          </a:prstGeom>
          <a:solidFill>
            <a:schemeClr val="bg2"/>
          </a:solidFill>
          <a:ln w="12700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grpSp>
        <p:nvGrpSpPr>
          <p:cNvPr id="42" name="그룹 12">
            <a:extLst>
              <a:ext uri="{FF2B5EF4-FFF2-40B4-BE49-F238E27FC236}">
                <a16:creationId xmlns="" xmlns:a16="http://schemas.microsoft.com/office/drawing/2014/main" id="{0E79674E-EEDC-4921-BC62-0928575AADD0}"/>
              </a:ext>
            </a:extLst>
          </p:cNvPr>
          <p:cNvGrpSpPr/>
          <p:nvPr/>
        </p:nvGrpSpPr>
        <p:grpSpPr>
          <a:xfrm>
            <a:off x="667280" y="2464255"/>
            <a:ext cx="1852219" cy="2474805"/>
            <a:chOff x="1989012" y="1977387"/>
            <a:chExt cx="2165302" cy="1573862"/>
          </a:xfrm>
        </p:grpSpPr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7170B0C7-E571-4D8C-AC63-15825DFC39F1}"/>
                </a:ext>
              </a:extLst>
            </p:cNvPr>
            <p:cNvSpPr txBox="1"/>
            <p:nvPr/>
          </p:nvSpPr>
          <p:spPr>
            <a:xfrm>
              <a:off x="1991544" y="2365115"/>
              <a:ext cx="2162770" cy="11861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입력하세요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입력하세요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</a:t>
              </a: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입력하세요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E89CC6A0-BBC0-4225-8738-8CCCD122FF11}"/>
                </a:ext>
              </a:extLst>
            </p:cNvPr>
            <p:cNvSpPr txBox="1"/>
            <p:nvPr/>
          </p:nvSpPr>
          <p:spPr>
            <a:xfrm>
              <a:off x="1989012" y="1977387"/>
              <a:ext cx="2162771" cy="3875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noAutofit/>
            </a:bodyPr>
            <a:lstStyle/>
            <a:p>
              <a:pPr marL="0" marR="0" lvl="0" indent="0" algn="r" defTabSz="914286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2019</a:t>
              </a:r>
              <a:r>
                <a:rPr kumimoji="0" lang="ko-KR" altLang="en-US" sz="1400" b="0" i="0" u="none" strike="noStrike" kern="1200" cap="none" spc="-20" normalizeH="0" baseline="0" noProof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년 사업장별 목표</a:t>
              </a:r>
              <a:endParaRPr kumimoji="0" lang="ko-KR" altLang="en-US" sz="14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cxnSp>
        <p:nvCxnSpPr>
          <p:cNvPr id="45" name="Straight Connector 35">
            <a:extLst>
              <a:ext uri="{FF2B5EF4-FFF2-40B4-BE49-F238E27FC236}">
                <a16:creationId xmlns="" xmlns:a16="http://schemas.microsoft.com/office/drawing/2014/main" id="{13BEECA5-000F-4ACD-87A8-899613AB9CA8}"/>
              </a:ext>
            </a:extLst>
          </p:cNvPr>
          <p:cNvCxnSpPr>
            <a:cxnSpLocks/>
          </p:cNvCxnSpPr>
          <p:nvPr/>
        </p:nvCxnSpPr>
        <p:spPr>
          <a:xfrm>
            <a:off x="827875" y="3048898"/>
            <a:ext cx="1759960" cy="9571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headEnd type="oval"/>
            <a:tailEnd type="none"/>
          </a:ln>
          <a:effectLst/>
        </p:spPr>
      </p:cxnSp>
      <p:cxnSp>
        <p:nvCxnSpPr>
          <p:cNvPr id="46" name="Straight Connector 36">
            <a:extLst>
              <a:ext uri="{FF2B5EF4-FFF2-40B4-BE49-F238E27FC236}">
                <a16:creationId xmlns="" xmlns:a16="http://schemas.microsoft.com/office/drawing/2014/main" id="{05A545E1-DB2A-43C6-9F92-EA1E267B138A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2583472" y="3058469"/>
            <a:ext cx="318793" cy="156965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03DA4CFC-EE93-409B-8345-A81952FAC234}"/>
              </a:ext>
            </a:extLst>
          </p:cNvPr>
          <p:cNvSpPr txBox="1"/>
          <p:nvPr/>
        </p:nvSpPr>
        <p:spPr>
          <a:xfrm>
            <a:off x="2835892" y="4130236"/>
            <a:ext cx="145210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</p:txBody>
      </p:sp>
      <p:sp>
        <p:nvSpPr>
          <p:cNvPr id="48" name="Donut 66">
            <a:extLst>
              <a:ext uri="{FF2B5EF4-FFF2-40B4-BE49-F238E27FC236}">
                <a16:creationId xmlns="" xmlns:a16="http://schemas.microsoft.com/office/drawing/2014/main" id="{5A9FA1D1-E962-44A3-8C8F-5C9EC0174DEF}"/>
              </a:ext>
            </a:extLst>
          </p:cNvPr>
          <p:cNvSpPr/>
          <p:nvPr/>
        </p:nvSpPr>
        <p:spPr>
          <a:xfrm>
            <a:off x="4991616" y="4024179"/>
            <a:ext cx="701030" cy="70103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49" name="Straight Connector 39">
            <a:extLst>
              <a:ext uri="{FF2B5EF4-FFF2-40B4-BE49-F238E27FC236}">
                <a16:creationId xmlns="" xmlns:a16="http://schemas.microsoft.com/office/drawing/2014/main" id="{19D87026-F74B-45CF-8F86-D020742CA063}"/>
              </a:ext>
            </a:extLst>
          </p:cNvPr>
          <p:cNvCxnSpPr>
            <a:cxnSpLocks/>
          </p:cNvCxnSpPr>
          <p:nvPr/>
        </p:nvCxnSpPr>
        <p:spPr>
          <a:xfrm>
            <a:off x="5692645" y="4373336"/>
            <a:ext cx="3420000" cy="4070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tailEnd type="oval"/>
          </a:ln>
          <a:effectLst/>
        </p:spPr>
      </p:cxnSp>
      <p:sp>
        <p:nvSpPr>
          <p:cNvPr id="53" name="Donut 59">
            <a:extLst>
              <a:ext uri="{FF2B5EF4-FFF2-40B4-BE49-F238E27FC236}">
                <a16:creationId xmlns="" xmlns:a16="http://schemas.microsoft.com/office/drawing/2014/main" id="{3F978A1A-5664-4720-B42E-393DFAB105DC}"/>
              </a:ext>
            </a:extLst>
          </p:cNvPr>
          <p:cNvSpPr/>
          <p:nvPr/>
        </p:nvSpPr>
        <p:spPr>
          <a:xfrm>
            <a:off x="4167353" y="1872094"/>
            <a:ext cx="701030" cy="70103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54" name="Straight Connector 44">
            <a:extLst>
              <a:ext uri="{FF2B5EF4-FFF2-40B4-BE49-F238E27FC236}">
                <a16:creationId xmlns="" xmlns:a16="http://schemas.microsoft.com/office/drawing/2014/main" id="{642746DE-0881-41F5-9E01-886C0C3BE5D9}"/>
              </a:ext>
            </a:extLst>
          </p:cNvPr>
          <p:cNvCxnSpPr>
            <a:cxnSpLocks/>
          </p:cNvCxnSpPr>
          <p:nvPr/>
        </p:nvCxnSpPr>
        <p:spPr>
          <a:xfrm>
            <a:off x="4868383" y="2222609"/>
            <a:ext cx="3420000" cy="0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tailEnd type="oval"/>
          </a:ln>
          <a:effectLst/>
        </p:spPr>
      </p:cxnSp>
      <p:grpSp>
        <p:nvGrpSpPr>
          <p:cNvPr id="55" name="Group 6">
            <a:extLst>
              <a:ext uri="{FF2B5EF4-FFF2-40B4-BE49-F238E27FC236}">
                <a16:creationId xmlns="" xmlns:a16="http://schemas.microsoft.com/office/drawing/2014/main" id="{2E398C69-6FAC-4004-865D-C6BCB198D648}"/>
              </a:ext>
            </a:extLst>
          </p:cNvPr>
          <p:cNvGrpSpPr/>
          <p:nvPr/>
        </p:nvGrpSpPr>
        <p:grpSpPr>
          <a:xfrm>
            <a:off x="5071518" y="1889549"/>
            <a:ext cx="3134199" cy="833239"/>
            <a:chOff x="7128948" y="1789718"/>
            <a:chExt cx="4061719" cy="833239"/>
          </a:xfrm>
        </p:grpSpPr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D97784AB-4EEA-4FF7-9602-BE9695FBE42A}"/>
                </a:ext>
              </a:extLst>
            </p:cNvPr>
            <p:cNvSpPr txBox="1"/>
            <p:nvPr/>
          </p:nvSpPr>
          <p:spPr>
            <a:xfrm>
              <a:off x="7140989" y="2161292"/>
              <a:ext cx="40496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="" xmlns:a16="http://schemas.microsoft.com/office/drawing/2014/main" id="{77643ADE-D689-4C3B-9009-7F182F12793A}"/>
                </a:ext>
              </a:extLst>
            </p:cNvPr>
            <p:cNvSpPr txBox="1"/>
            <p:nvPr/>
          </p:nvSpPr>
          <p:spPr>
            <a:xfrm>
              <a:off x="7128948" y="1789718"/>
              <a:ext cx="40617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noAutofit/>
            </a:bodyPr>
            <a:lstStyle/>
            <a:p>
              <a:pPr marL="0" marR="0" lvl="0" indent="0" algn="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당진공장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sp>
        <p:nvSpPr>
          <p:cNvPr id="58" name="Donut 60">
            <a:extLst>
              <a:ext uri="{FF2B5EF4-FFF2-40B4-BE49-F238E27FC236}">
                <a16:creationId xmlns="" xmlns:a16="http://schemas.microsoft.com/office/drawing/2014/main" id="{C9AD5763-AF43-4AE6-888E-5A7469C08CDD}"/>
              </a:ext>
            </a:extLst>
          </p:cNvPr>
          <p:cNvSpPr/>
          <p:nvPr/>
        </p:nvSpPr>
        <p:spPr>
          <a:xfrm>
            <a:off x="4167353" y="5110665"/>
            <a:ext cx="701030" cy="70103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59" name="Straight Connector 49">
            <a:extLst>
              <a:ext uri="{FF2B5EF4-FFF2-40B4-BE49-F238E27FC236}">
                <a16:creationId xmlns="" xmlns:a16="http://schemas.microsoft.com/office/drawing/2014/main" id="{067E442E-37A5-43C7-9806-04D7798013FF}"/>
              </a:ext>
            </a:extLst>
          </p:cNvPr>
          <p:cNvCxnSpPr>
            <a:cxnSpLocks/>
          </p:cNvCxnSpPr>
          <p:nvPr/>
        </p:nvCxnSpPr>
        <p:spPr>
          <a:xfrm>
            <a:off x="4868383" y="5461180"/>
            <a:ext cx="3420000" cy="0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tailEnd type="oval"/>
          </a:ln>
          <a:effectLst/>
        </p:spPr>
      </p:cxnSp>
      <p:sp>
        <p:nvSpPr>
          <p:cNvPr id="63" name="Donut 61">
            <a:extLst>
              <a:ext uri="{FF2B5EF4-FFF2-40B4-BE49-F238E27FC236}">
                <a16:creationId xmlns="" xmlns:a16="http://schemas.microsoft.com/office/drawing/2014/main" id="{CF584494-6C88-4818-A56F-A681B5449BD7}"/>
              </a:ext>
            </a:extLst>
          </p:cNvPr>
          <p:cNvSpPr/>
          <p:nvPr/>
        </p:nvSpPr>
        <p:spPr>
          <a:xfrm>
            <a:off x="4991616" y="2945380"/>
            <a:ext cx="701030" cy="701030"/>
          </a:xfrm>
          <a:prstGeom prst="donut">
            <a:avLst>
              <a:gd name="adj" fmla="val 8736"/>
            </a:avLst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cxnSp>
        <p:nvCxnSpPr>
          <p:cNvPr id="64" name="Straight Connector 54">
            <a:extLst>
              <a:ext uri="{FF2B5EF4-FFF2-40B4-BE49-F238E27FC236}">
                <a16:creationId xmlns="" xmlns:a16="http://schemas.microsoft.com/office/drawing/2014/main" id="{FC72E0AF-146C-4455-B003-20E8BEF86AF0}"/>
              </a:ext>
            </a:extLst>
          </p:cNvPr>
          <p:cNvCxnSpPr>
            <a:cxnSpLocks/>
          </p:cNvCxnSpPr>
          <p:nvPr/>
        </p:nvCxnSpPr>
        <p:spPr>
          <a:xfrm>
            <a:off x="5692645" y="3293181"/>
            <a:ext cx="3420000" cy="4070"/>
          </a:xfrm>
          <a:prstGeom prst="line">
            <a:avLst/>
          </a:prstGeom>
          <a:noFill/>
          <a:ln w="25400" cap="flat" cmpd="sng" algn="ctr">
            <a:solidFill>
              <a:schemeClr val="bg2"/>
            </a:solidFill>
            <a:prstDash val="solid"/>
            <a:miter lim="800000"/>
            <a:tailEnd type="oval"/>
          </a:ln>
          <a:effectLst/>
        </p:spPr>
      </p:cxnSp>
      <p:grpSp>
        <p:nvGrpSpPr>
          <p:cNvPr id="78" name="Group 6">
            <a:extLst>
              <a:ext uri="{FF2B5EF4-FFF2-40B4-BE49-F238E27FC236}">
                <a16:creationId xmlns="" xmlns:a16="http://schemas.microsoft.com/office/drawing/2014/main" id="{2E398C69-6FAC-4004-865D-C6BCB198D648}"/>
              </a:ext>
            </a:extLst>
          </p:cNvPr>
          <p:cNvGrpSpPr/>
          <p:nvPr/>
        </p:nvGrpSpPr>
        <p:grpSpPr>
          <a:xfrm>
            <a:off x="5827853" y="2942899"/>
            <a:ext cx="3134199" cy="833239"/>
            <a:chOff x="7128948" y="1789718"/>
            <a:chExt cx="4061719" cy="833239"/>
          </a:xfrm>
        </p:grpSpPr>
        <p:sp>
          <p:nvSpPr>
            <p:cNvPr id="79" name="TextBox 78">
              <a:extLst>
                <a:ext uri="{FF2B5EF4-FFF2-40B4-BE49-F238E27FC236}">
                  <a16:creationId xmlns="" xmlns:a16="http://schemas.microsoft.com/office/drawing/2014/main" id="{D97784AB-4EEA-4FF7-9602-BE9695FBE42A}"/>
                </a:ext>
              </a:extLst>
            </p:cNvPr>
            <p:cNvSpPr txBox="1"/>
            <p:nvPr/>
          </p:nvSpPr>
          <p:spPr>
            <a:xfrm>
              <a:off x="7140989" y="2161292"/>
              <a:ext cx="40496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77643ADE-D689-4C3B-9009-7F182F12793A}"/>
                </a:ext>
              </a:extLst>
            </p:cNvPr>
            <p:cNvSpPr txBox="1"/>
            <p:nvPr/>
          </p:nvSpPr>
          <p:spPr>
            <a:xfrm>
              <a:off x="7128948" y="1789718"/>
              <a:ext cx="40617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noAutofit/>
            </a:bodyPr>
            <a:lstStyle/>
            <a:p>
              <a:pPr marL="0" marR="0" lvl="0" indent="0" algn="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부산공장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grpSp>
        <p:nvGrpSpPr>
          <p:cNvPr id="83" name="Group 6">
            <a:extLst>
              <a:ext uri="{FF2B5EF4-FFF2-40B4-BE49-F238E27FC236}">
                <a16:creationId xmlns="" xmlns:a16="http://schemas.microsoft.com/office/drawing/2014/main" id="{2E398C69-6FAC-4004-865D-C6BCB198D648}"/>
              </a:ext>
            </a:extLst>
          </p:cNvPr>
          <p:cNvGrpSpPr/>
          <p:nvPr/>
        </p:nvGrpSpPr>
        <p:grpSpPr>
          <a:xfrm>
            <a:off x="5827852" y="4024179"/>
            <a:ext cx="3134199" cy="833239"/>
            <a:chOff x="7128948" y="1789718"/>
            <a:chExt cx="4061719" cy="833239"/>
          </a:xfrm>
        </p:grpSpPr>
        <p:sp>
          <p:nvSpPr>
            <p:cNvPr id="84" name="TextBox 83">
              <a:extLst>
                <a:ext uri="{FF2B5EF4-FFF2-40B4-BE49-F238E27FC236}">
                  <a16:creationId xmlns="" xmlns:a16="http://schemas.microsoft.com/office/drawing/2014/main" id="{D97784AB-4EEA-4FF7-9602-BE9695FBE42A}"/>
                </a:ext>
              </a:extLst>
            </p:cNvPr>
            <p:cNvSpPr txBox="1"/>
            <p:nvPr/>
          </p:nvSpPr>
          <p:spPr>
            <a:xfrm>
              <a:off x="7140989" y="2161292"/>
              <a:ext cx="40496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en-US" altLang="ko-KR" sz="1200" b="0" i="0" u="none" strike="noStrike" kern="1200" cap="none" spc="-2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ko-KR" alt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="" xmlns:a16="http://schemas.microsoft.com/office/drawing/2014/main" id="{77643ADE-D689-4C3B-9009-7F182F12793A}"/>
                </a:ext>
              </a:extLst>
            </p:cNvPr>
            <p:cNvSpPr txBox="1"/>
            <p:nvPr/>
          </p:nvSpPr>
          <p:spPr>
            <a:xfrm>
              <a:off x="7128948" y="1789718"/>
              <a:ext cx="40617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noAutofit/>
            </a:bodyPr>
            <a:lstStyle/>
            <a:p>
              <a:pPr marL="0" marR="0" lvl="0" indent="0" algn="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인천공장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grpSp>
        <p:nvGrpSpPr>
          <p:cNvPr id="86" name="Group 6">
            <a:extLst>
              <a:ext uri="{FF2B5EF4-FFF2-40B4-BE49-F238E27FC236}">
                <a16:creationId xmlns="" xmlns:a16="http://schemas.microsoft.com/office/drawing/2014/main" id="{2E398C69-6FAC-4004-865D-C6BCB198D648}"/>
              </a:ext>
            </a:extLst>
          </p:cNvPr>
          <p:cNvGrpSpPr/>
          <p:nvPr/>
        </p:nvGrpSpPr>
        <p:grpSpPr>
          <a:xfrm>
            <a:off x="5071517" y="5114913"/>
            <a:ext cx="3134199" cy="833239"/>
            <a:chOff x="7128948" y="1789718"/>
            <a:chExt cx="4061719" cy="833239"/>
          </a:xfrm>
        </p:grpSpPr>
        <p:sp>
          <p:nvSpPr>
            <p:cNvPr id="87" name="TextBox 86">
              <a:extLst>
                <a:ext uri="{FF2B5EF4-FFF2-40B4-BE49-F238E27FC236}">
                  <a16:creationId xmlns="" xmlns:a16="http://schemas.microsoft.com/office/drawing/2014/main" id="{D97784AB-4EEA-4FF7-9602-BE9695FBE42A}"/>
                </a:ext>
              </a:extLst>
            </p:cNvPr>
            <p:cNvSpPr txBox="1"/>
            <p:nvPr/>
          </p:nvSpPr>
          <p:spPr>
            <a:xfrm>
              <a:off x="7140989" y="2161292"/>
              <a:ext cx="40496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  <a:cs typeface="+mn-cs"/>
                </a:rPr>
                <a:t>텍스트를 입력하세요 텍스트를 입력하세요 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="" xmlns:a16="http://schemas.microsoft.com/office/drawing/2014/main" id="{77643ADE-D689-4C3B-9009-7F182F12793A}"/>
                </a:ext>
              </a:extLst>
            </p:cNvPr>
            <p:cNvSpPr txBox="1"/>
            <p:nvPr/>
          </p:nvSpPr>
          <p:spPr>
            <a:xfrm>
              <a:off x="7128948" y="1789718"/>
              <a:ext cx="406171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b" anchorCtr="0">
              <a:noAutofit/>
            </a:bodyPr>
            <a:lstStyle/>
            <a:p>
              <a:pPr marL="0" marR="0" lvl="0" indent="0" algn="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16151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포항공장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endParaRPr>
            </a:p>
          </p:txBody>
        </p:sp>
      </p:grpSp>
      <p:sp>
        <p:nvSpPr>
          <p:cNvPr id="51" name="AutoShape 76"/>
          <p:cNvSpPr>
            <a:spLocks noChangeAspect="1" noChangeArrowheads="1" noTextEdit="1"/>
          </p:cNvSpPr>
          <p:nvPr/>
        </p:nvSpPr>
        <p:spPr bwMode="auto">
          <a:xfrm>
            <a:off x="3159654" y="3293181"/>
            <a:ext cx="761224" cy="844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487" y="4023158"/>
            <a:ext cx="685899" cy="685899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845" y="1921300"/>
            <a:ext cx="594046" cy="594046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534" y="3000503"/>
            <a:ext cx="597807" cy="597807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4164618" y="5156179"/>
            <a:ext cx="672831" cy="614249"/>
            <a:chOff x="4155092" y="5160942"/>
            <a:chExt cx="672831" cy="614249"/>
          </a:xfrm>
        </p:grpSpPr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38479">
              <a:off x="4242253" y="5189521"/>
              <a:ext cx="585670" cy="585670"/>
            </a:xfrm>
            <a:prstGeom prst="rect">
              <a:avLst/>
            </a:prstGeom>
          </p:spPr>
        </p:pic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38479">
              <a:off x="4155092" y="5160942"/>
              <a:ext cx="585670" cy="585670"/>
            </a:xfrm>
            <a:prstGeom prst="rect">
              <a:avLst/>
            </a:prstGeom>
          </p:spPr>
        </p:pic>
      </p:grpSp>
      <p:pic>
        <p:nvPicPr>
          <p:cNvPr id="72" name="그림 7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418" y="3383036"/>
            <a:ext cx="755050" cy="75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72" name="텍스트 개체 틀 7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텍스트를 입력하세요 텍스트를 입력하세요 텍스트를 입력하세요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텍스트를 입력하세요 텍스트를 입력하세요 텍스트를 입력하세요 텍스트를 입력하세요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텍스트를 입력하세요 텍스트를 입력하세요 텍스트를 입력하세요 텍스트를 입력하세요 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="" xmlns:a16="http://schemas.microsoft.com/office/drawing/2014/main" id="{92734A21-EFFB-48A0-A546-0551A0028DB2}"/>
              </a:ext>
            </a:extLst>
          </p:cNvPr>
          <p:cNvSpPr/>
          <p:nvPr/>
        </p:nvSpPr>
        <p:spPr>
          <a:xfrm>
            <a:off x="472000" y="2681305"/>
            <a:ext cx="8946320" cy="3106496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="" xmlns:a16="http://schemas.microsoft.com/office/drawing/2014/main" id="{9D399351-2DBB-4C10-B70F-6868A751A658}"/>
              </a:ext>
            </a:extLst>
          </p:cNvPr>
          <p:cNvSpPr/>
          <p:nvPr/>
        </p:nvSpPr>
        <p:spPr>
          <a:xfrm>
            <a:off x="2125567" y="3070718"/>
            <a:ext cx="890682" cy="119743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="" xmlns:a16="http://schemas.microsoft.com/office/drawing/2014/main" id="{56AFCC37-6BE7-418C-9B89-63AE9093B155}"/>
              </a:ext>
            </a:extLst>
          </p:cNvPr>
          <p:cNvSpPr/>
          <p:nvPr/>
        </p:nvSpPr>
        <p:spPr>
          <a:xfrm>
            <a:off x="2932413" y="3070718"/>
            <a:ext cx="1622448" cy="119743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="" xmlns:a16="http://schemas.microsoft.com/office/drawing/2014/main" id="{F910D2DE-E14F-424F-ABEA-83AA5ECB93C1}"/>
              </a:ext>
            </a:extLst>
          </p:cNvPr>
          <p:cNvSpPr/>
          <p:nvPr/>
        </p:nvSpPr>
        <p:spPr>
          <a:xfrm>
            <a:off x="4554861" y="3070718"/>
            <a:ext cx="3254952" cy="11974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="" xmlns:a16="http://schemas.microsoft.com/office/drawing/2014/main" id="{820627D9-7408-4BE1-9A30-2DE8BD8F5A14}"/>
              </a:ext>
            </a:extLst>
          </p:cNvPr>
          <p:cNvSpPr/>
          <p:nvPr/>
        </p:nvSpPr>
        <p:spPr>
          <a:xfrm>
            <a:off x="7809813" y="3070884"/>
            <a:ext cx="890682" cy="1197430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="" xmlns:a16="http://schemas.microsoft.com/office/drawing/2014/main" id="{336E4D1E-F099-48AA-AEDB-0627A851924D}"/>
              </a:ext>
            </a:extLst>
          </p:cNvPr>
          <p:cNvCxnSpPr>
            <a:cxnSpLocks/>
          </p:cNvCxnSpPr>
          <p:nvPr/>
        </p:nvCxnSpPr>
        <p:spPr>
          <a:xfrm>
            <a:off x="2121190" y="3053300"/>
            <a:ext cx="0" cy="2088000"/>
          </a:xfrm>
          <a:prstGeom prst="line">
            <a:avLst/>
          </a:prstGeom>
          <a:solidFill>
            <a:srgbClr val="E7E6E6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0" name="직선 연결선 39">
            <a:extLst>
              <a:ext uri="{FF2B5EF4-FFF2-40B4-BE49-F238E27FC236}">
                <a16:creationId xmlns="" xmlns:a16="http://schemas.microsoft.com/office/drawing/2014/main" id="{09793FE0-F166-4C7C-BB4F-B8BC97BF9194}"/>
              </a:ext>
            </a:extLst>
          </p:cNvPr>
          <p:cNvCxnSpPr>
            <a:cxnSpLocks/>
          </p:cNvCxnSpPr>
          <p:nvPr/>
        </p:nvCxnSpPr>
        <p:spPr>
          <a:xfrm>
            <a:off x="2932414" y="3053300"/>
            <a:ext cx="0" cy="2088000"/>
          </a:xfrm>
          <a:prstGeom prst="line">
            <a:avLst/>
          </a:prstGeom>
          <a:solidFill>
            <a:srgbClr val="E7E6E6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1" name="직선 연결선 40">
            <a:extLst>
              <a:ext uri="{FF2B5EF4-FFF2-40B4-BE49-F238E27FC236}">
                <a16:creationId xmlns="" xmlns:a16="http://schemas.microsoft.com/office/drawing/2014/main" id="{F7DE2950-7930-4AF4-906E-339F3F75F34C}"/>
              </a:ext>
            </a:extLst>
          </p:cNvPr>
          <p:cNvCxnSpPr>
            <a:cxnSpLocks/>
          </p:cNvCxnSpPr>
          <p:nvPr/>
        </p:nvCxnSpPr>
        <p:spPr>
          <a:xfrm>
            <a:off x="4554861" y="3053300"/>
            <a:ext cx="0" cy="2088000"/>
          </a:xfrm>
          <a:prstGeom prst="line">
            <a:avLst/>
          </a:prstGeom>
          <a:solidFill>
            <a:srgbClr val="E7E6E6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2" name="직사각형 41">
            <a:extLst>
              <a:ext uri="{FF2B5EF4-FFF2-40B4-BE49-F238E27FC236}">
                <a16:creationId xmlns="" xmlns:a16="http://schemas.microsoft.com/office/drawing/2014/main" id="{83F9FB3A-E43C-464C-9A68-9373B693BE22}"/>
              </a:ext>
            </a:extLst>
          </p:cNvPr>
          <p:cNvSpPr/>
          <p:nvPr/>
        </p:nvSpPr>
        <p:spPr>
          <a:xfrm>
            <a:off x="2158601" y="4666194"/>
            <a:ext cx="8182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1</a:t>
            </a: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단계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단기전략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="" xmlns:a16="http://schemas.microsoft.com/office/drawing/2014/main" id="{18341648-3932-4867-B6CF-C2C7C0DFA312}"/>
              </a:ext>
            </a:extLst>
          </p:cNvPr>
          <p:cNvSpPr/>
          <p:nvPr/>
        </p:nvSpPr>
        <p:spPr>
          <a:xfrm>
            <a:off x="2989650" y="4666194"/>
            <a:ext cx="8182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2</a:t>
            </a: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단계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중기전략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="" xmlns:a16="http://schemas.microsoft.com/office/drawing/2014/main" id="{0440690D-168D-4B3D-8232-7C3E2C184919}"/>
              </a:ext>
            </a:extLst>
          </p:cNvPr>
          <p:cNvSpPr/>
          <p:nvPr/>
        </p:nvSpPr>
        <p:spPr>
          <a:xfrm>
            <a:off x="4606094" y="4666194"/>
            <a:ext cx="12053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3</a:t>
            </a: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단계</a:t>
            </a:r>
            <a:endParaRPr kumimoji="0" lang="en-US" altLang="ko-KR" sz="1200" b="0" i="0" u="none" strike="noStrike" kern="0" cap="none" spc="-4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4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중장기전략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="" xmlns:a16="http://schemas.microsoft.com/office/drawing/2014/main" id="{E3314725-0976-4DD2-9FA3-007E92B8704B}"/>
              </a:ext>
            </a:extLst>
          </p:cNvPr>
          <p:cNvSpPr/>
          <p:nvPr/>
        </p:nvSpPr>
        <p:spPr>
          <a:xfrm>
            <a:off x="1017050" y="3526142"/>
            <a:ext cx="110118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텍스트 입력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66E8149F-CCB2-460E-BF0F-0C07F4D92549}"/>
              </a:ext>
            </a:extLst>
          </p:cNvPr>
          <p:cNvSpPr/>
          <p:nvPr/>
        </p:nvSpPr>
        <p:spPr>
          <a:xfrm>
            <a:off x="472000" y="3119426"/>
            <a:ext cx="1648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텍스트 입력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="" xmlns:a16="http://schemas.microsoft.com/office/drawing/2014/main" id="{0185CF33-9027-4A99-96E0-F9F785FF68D1}"/>
              </a:ext>
            </a:extLst>
          </p:cNvPr>
          <p:cNvSpPr/>
          <p:nvPr/>
        </p:nvSpPr>
        <p:spPr>
          <a:xfrm>
            <a:off x="606006" y="3937956"/>
            <a:ext cx="15097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/>
                <a:ea typeface="본고딕 Medium"/>
                <a:cs typeface="+mn-cs"/>
              </a:rPr>
              <a:t>텍스트 입력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="" xmlns:a16="http://schemas.microsoft.com/office/drawing/2014/main" id="{03860D40-A1E8-48A0-AF8A-49857DB66907}"/>
              </a:ext>
            </a:extLst>
          </p:cNvPr>
          <p:cNvCxnSpPr/>
          <p:nvPr/>
        </p:nvCxnSpPr>
        <p:spPr>
          <a:xfrm>
            <a:off x="906794" y="3477152"/>
            <a:ext cx="7793701" cy="0"/>
          </a:xfrm>
          <a:prstGeom prst="line">
            <a:avLst/>
          </a:prstGeom>
          <a:noFill/>
          <a:ln w="6350" cap="flat" cmpd="sng" algn="ctr">
            <a:solidFill>
              <a:srgbClr val="E7E6E6">
                <a:lumMod val="50000"/>
              </a:srgbClr>
            </a:solidFill>
            <a:prstDash val="sysDot"/>
            <a:miter lim="800000"/>
          </a:ln>
          <a:effectLst/>
        </p:spPr>
      </p:cxnSp>
      <p:cxnSp>
        <p:nvCxnSpPr>
          <p:cNvPr id="49" name="직선 연결선 48">
            <a:extLst>
              <a:ext uri="{FF2B5EF4-FFF2-40B4-BE49-F238E27FC236}">
                <a16:creationId xmlns="" xmlns:a16="http://schemas.microsoft.com/office/drawing/2014/main" id="{6A1C3FE7-AE1A-456F-89CB-528B8F705026}"/>
              </a:ext>
            </a:extLst>
          </p:cNvPr>
          <p:cNvCxnSpPr/>
          <p:nvPr/>
        </p:nvCxnSpPr>
        <p:spPr>
          <a:xfrm>
            <a:off x="906794" y="3879435"/>
            <a:ext cx="7793701" cy="0"/>
          </a:xfrm>
          <a:prstGeom prst="line">
            <a:avLst/>
          </a:prstGeom>
          <a:noFill/>
          <a:ln w="6350" cap="flat" cmpd="sng" algn="ctr">
            <a:solidFill>
              <a:srgbClr val="E7E6E6">
                <a:lumMod val="50000"/>
              </a:srgbClr>
            </a:solidFill>
            <a:prstDash val="sysDot"/>
            <a:miter lim="800000"/>
          </a:ln>
          <a:effectLst/>
        </p:spPr>
      </p:cxnSp>
      <p:sp>
        <p:nvSpPr>
          <p:cNvPr id="50" name="화살표: 오각형 15">
            <a:extLst>
              <a:ext uri="{FF2B5EF4-FFF2-40B4-BE49-F238E27FC236}">
                <a16:creationId xmlns="" xmlns:a16="http://schemas.microsoft.com/office/drawing/2014/main" id="{01EBF9B0-D86A-450A-A56D-42FE6E532063}"/>
              </a:ext>
            </a:extLst>
          </p:cNvPr>
          <p:cNvSpPr/>
          <p:nvPr/>
        </p:nvSpPr>
        <p:spPr>
          <a:xfrm>
            <a:off x="2105949" y="5302767"/>
            <a:ext cx="6579306" cy="293066"/>
          </a:xfrm>
          <a:prstGeom prst="homePlate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Increasing Level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="" xmlns:a16="http://schemas.microsoft.com/office/drawing/2014/main" id="{FA789B64-5235-4BF7-8E34-FF8BAF710775}"/>
              </a:ext>
            </a:extLst>
          </p:cNvPr>
          <p:cNvSpPr/>
          <p:nvPr/>
        </p:nvSpPr>
        <p:spPr>
          <a:xfrm>
            <a:off x="2125567" y="3119426"/>
            <a:ext cx="8068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="" xmlns:a16="http://schemas.microsoft.com/office/drawing/2014/main" id="{FA789B64-5235-4BF7-8E34-FF8BAF710775}"/>
              </a:ext>
            </a:extLst>
          </p:cNvPr>
          <p:cNvSpPr/>
          <p:nvPr/>
        </p:nvSpPr>
        <p:spPr>
          <a:xfrm>
            <a:off x="2125567" y="3526142"/>
            <a:ext cx="8068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="" xmlns:a16="http://schemas.microsoft.com/office/drawing/2014/main" id="{FA789B64-5235-4BF7-8E34-FF8BAF710775}"/>
              </a:ext>
            </a:extLst>
          </p:cNvPr>
          <p:cNvSpPr/>
          <p:nvPr/>
        </p:nvSpPr>
        <p:spPr>
          <a:xfrm>
            <a:off x="2125567" y="3922715"/>
            <a:ext cx="80684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텍스트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4680" y="5924961"/>
            <a:ext cx="8963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각주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/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Normal, 10pt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줄간격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1.2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33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개체 27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7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8" name="개체 2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제목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979884" cy="286232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sp>
        <p:nvSpPr>
          <p:cNvPr id="34" name="텍스트 개체 틀 3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923932" y="2722284"/>
            <a:ext cx="8058134" cy="2970362"/>
            <a:chOff x="1360553" y="2939778"/>
            <a:chExt cx="6642710" cy="2653577"/>
          </a:xfrm>
        </p:grpSpPr>
        <p:sp>
          <p:nvSpPr>
            <p:cNvPr id="7" name="Right Arrow 2"/>
            <p:cNvSpPr/>
            <p:nvPr/>
          </p:nvSpPr>
          <p:spPr>
            <a:xfrm>
              <a:off x="2685050" y="2945773"/>
              <a:ext cx="4366635" cy="493873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STEP 01.</a:t>
              </a:r>
            </a:p>
            <a:p>
              <a:pPr lvl="0" algn="r">
                <a:defRPr/>
              </a:pPr>
              <a:r>
                <a:rPr lang="ko-KR" altLang="en-US" sz="1200" spc="-20" dirty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텍스트를 입력하세요 텍스트를 </a:t>
              </a:r>
              <a:r>
                <a:rPr lang="ko-KR" altLang="en-US" sz="1200" spc="-20" dirty="0" smtClea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8" name="Right Arrow 3"/>
            <p:cNvSpPr/>
            <p:nvPr/>
          </p:nvSpPr>
          <p:spPr>
            <a:xfrm>
              <a:off x="2744241" y="3513870"/>
              <a:ext cx="4611775" cy="46835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STEP 02.</a:t>
              </a:r>
            </a:p>
            <a:p>
              <a:pPr lvl="0" algn="r">
                <a:defRPr/>
              </a:pPr>
              <a:r>
                <a:rPr lang="ko-KR" altLang="en-US" sz="1200" dirty="0"/>
                <a:t>텍스트를 입력하세요 텍스트를 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9" name="Right Arrow 4"/>
            <p:cNvSpPr/>
            <p:nvPr/>
          </p:nvSpPr>
          <p:spPr>
            <a:xfrm>
              <a:off x="2744242" y="4048812"/>
              <a:ext cx="4931320" cy="475300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STEP 03.</a:t>
              </a:r>
            </a:p>
            <a:p>
              <a:pPr lvl="0" algn="r">
                <a:defRPr/>
              </a:pPr>
              <a:r>
                <a:rPr lang="ko-KR" altLang="en-US" sz="1200" dirty="0"/>
                <a:t>텍스트를 입력하세요 텍스트를 입력하세요</a:t>
              </a:r>
              <a:endParaRPr kumimoji="0" lang="en-US" altLang="ko-KR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sp>
          <p:nvSpPr>
            <p:cNvPr id="10" name="Right Arrow 5"/>
            <p:cNvSpPr/>
            <p:nvPr/>
          </p:nvSpPr>
          <p:spPr>
            <a:xfrm>
              <a:off x="2671539" y="4595052"/>
              <a:ext cx="5331724" cy="490576"/>
            </a:xfrm>
            <a:prstGeom prst="rightArrow">
              <a:avLst>
                <a:gd name="adj1" fmla="val 100000"/>
                <a:gd name="adj2" fmla="val 65512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-2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rPr>
                <a:t>STEP 04.</a:t>
              </a:r>
            </a:p>
            <a:p>
              <a:pPr lvl="0" algn="r">
                <a:defRPr/>
              </a:pPr>
              <a:r>
                <a:rPr lang="ko-KR" altLang="en-US" sz="1200" dirty="0"/>
                <a:t>텍스트를 입력하세요 텍스트를 입력하세요</a:t>
              </a:r>
              <a:endParaRPr kumimoji="0" lang="en-US" sz="12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endParaRPr>
            </a:p>
          </p:txBody>
        </p:sp>
        <p:grpSp>
          <p:nvGrpSpPr>
            <p:cNvPr id="11" name="Group 7"/>
            <p:cNvGrpSpPr/>
            <p:nvPr/>
          </p:nvGrpSpPr>
          <p:grpSpPr>
            <a:xfrm>
              <a:off x="1360553" y="4300798"/>
              <a:ext cx="2606147" cy="1292557"/>
              <a:chOff x="2306664" y="3801533"/>
              <a:chExt cx="4103763" cy="2035321"/>
            </a:xfrm>
          </p:grpSpPr>
          <p:sp>
            <p:nvSpPr>
              <p:cNvPr id="23" name="Freeform 9"/>
              <p:cNvSpPr>
                <a:spLocks/>
              </p:cNvSpPr>
              <p:nvPr/>
            </p:nvSpPr>
            <p:spPr bwMode="auto">
              <a:xfrm>
                <a:off x="2738187" y="3801533"/>
                <a:ext cx="3265636" cy="1358119"/>
              </a:xfrm>
              <a:custGeom>
                <a:avLst/>
                <a:gdLst>
                  <a:gd name="T0" fmla="*/ 0 w 3186"/>
                  <a:gd name="T1" fmla="*/ 620 h 1325"/>
                  <a:gd name="T2" fmla="*/ 1421 w 3186"/>
                  <a:gd name="T3" fmla="*/ 0 h 1325"/>
                  <a:gd name="T4" fmla="*/ 3186 w 3186"/>
                  <a:gd name="T5" fmla="*/ 580 h 1325"/>
                  <a:gd name="T6" fmla="*/ 1769 w 3186"/>
                  <a:gd name="T7" fmla="*/ 1325 h 1325"/>
                  <a:gd name="T8" fmla="*/ 0 w 3186"/>
                  <a:gd name="T9" fmla="*/ 62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6" h="1325">
                    <a:moveTo>
                      <a:pt x="0" y="620"/>
                    </a:moveTo>
                    <a:lnTo>
                      <a:pt x="1421" y="0"/>
                    </a:lnTo>
                    <a:lnTo>
                      <a:pt x="3186" y="580"/>
                    </a:lnTo>
                    <a:lnTo>
                      <a:pt x="1769" y="1325"/>
                    </a:lnTo>
                    <a:lnTo>
                      <a:pt x="0" y="62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24" name="Freeform 12"/>
              <p:cNvSpPr>
                <a:spLocks/>
              </p:cNvSpPr>
              <p:nvPr/>
            </p:nvSpPr>
            <p:spPr bwMode="auto">
              <a:xfrm>
                <a:off x="4534685" y="4388535"/>
                <a:ext cx="1875742" cy="1448319"/>
              </a:xfrm>
              <a:custGeom>
                <a:avLst/>
                <a:gdLst>
                  <a:gd name="T0" fmla="*/ 1426 w 1830"/>
                  <a:gd name="T1" fmla="*/ 0 h 1413"/>
                  <a:gd name="T2" fmla="*/ 0 w 1830"/>
                  <a:gd name="T3" fmla="*/ 615 h 1413"/>
                  <a:gd name="T4" fmla="*/ 37 w 1830"/>
                  <a:gd name="T5" fmla="*/ 1413 h 1413"/>
                  <a:gd name="T6" fmla="*/ 1830 w 1830"/>
                  <a:gd name="T7" fmla="*/ 641 h 1413"/>
                  <a:gd name="T8" fmla="*/ 1426 w 1830"/>
                  <a:gd name="T9" fmla="*/ 0 h 1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30" h="1413">
                    <a:moveTo>
                      <a:pt x="1426" y="0"/>
                    </a:moveTo>
                    <a:lnTo>
                      <a:pt x="0" y="615"/>
                    </a:lnTo>
                    <a:lnTo>
                      <a:pt x="37" y="1413"/>
                    </a:lnTo>
                    <a:lnTo>
                      <a:pt x="1830" y="641"/>
                    </a:lnTo>
                    <a:lnTo>
                      <a:pt x="142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25" name="Freeform 16"/>
              <p:cNvSpPr>
                <a:spLocks/>
              </p:cNvSpPr>
              <p:nvPr/>
            </p:nvSpPr>
            <p:spPr bwMode="auto">
              <a:xfrm>
                <a:off x="2306664" y="4429535"/>
                <a:ext cx="2273440" cy="1407319"/>
              </a:xfrm>
              <a:custGeom>
                <a:avLst/>
                <a:gdLst>
                  <a:gd name="T0" fmla="*/ 2181 w 2218"/>
                  <a:gd name="T1" fmla="*/ 575 h 1373"/>
                  <a:gd name="T2" fmla="*/ 2218 w 2218"/>
                  <a:gd name="T3" fmla="*/ 1373 h 1373"/>
                  <a:gd name="T4" fmla="*/ 0 w 2218"/>
                  <a:gd name="T5" fmla="*/ 651 h 1373"/>
                  <a:gd name="T6" fmla="*/ 419 w 2218"/>
                  <a:gd name="T7" fmla="*/ 0 h 1373"/>
                  <a:gd name="T8" fmla="*/ 2181 w 2218"/>
                  <a:gd name="T9" fmla="*/ 575 h 1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8" h="1373">
                    <a:moveTo>
                      <a:pt x="2181" y="575"/>
                    </a:moveTo>
                    <a:lnTo>
                      <a:pt x="2218" y="1373"/>
                    </a:lnTo>
                    <a:lnTo>
                      <a:pt x="0" y="651"/>
                    </a:lnTo>
                    <a:lnTo>
                      <a:pt x="419" y="0"/>
                    </a:lnTo>
                    <a:lnTo>
                      <a:pt x="2181" y="575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1689928" y="3882935"/>
              <a:ext cx="1956512" cy="1019815"/>
              <a:chOff x="2825312" y="3238810"/>
              <a:chExt cx="3080817" cy="1605849"/>
            </a:xfrm>
          </p:grpSpPr>
          <p:sp>
            <p:nvSpPr>
              <p:cNvPr id="20" name="Freeform 10"/>
              <p:cNvSpPr>
                <a:spLocks/>
              </p:cNvSpPr>
              <p:nvPr/>
            </p:nvSpPr>
            <p:spPr bwMode="auto">
              <a:xfrm>
                <a:off x="3249660" y="3238810"/>
                <a:ext cx="2251915" cy="797447"/>
              </a:xfrm>
              <a:custGeom>
                <a:avLst/>
                <a:gdLst>
                  <a:gd name="T0" fmla="*/ 0 w 2197"/>
                  <a:gd name="T1" fmla="*/ 383 h 778"/>
                  <a:gd name="T2" fmla="*/ 1005 w 2197"/>
                  <a:gd name="T3" fmla="*/ 0 h 778"/>
                  <a:gd name="T4" fmla="*/ 2197 w 2197"/>
                  <a:gd name="T5" fmla="*/ 355 h 778"/>
                  <a:gd name="T6" fmla="*/ 1213 w 2197"/>
                  <a:gd name="T7" fmla="*/ 778 h 778"/>
                  <a:gd name="T8" fmla="*/ 0 w 2197"/>
                  <a:gd name="T9" fmla="*/ 383 h 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97" h="778">
                    <a:moveTo>
                      <a:pt x="0" y="383"/>
                    </a:moveTo>
                    <a:lnTo>
                      <a:pt x="1005" y="0"/>
                    </a:lnTo>
                    <a:lnTo>
                      <a:pt x="2197" y="355"/>
                    </a:lnTo>
                    <a:lnTo>
                      <a:pt x="1213" y="778"/>
                    </a:lnTo>
                    <a:lnTo>
                      <a:pt x="0" y="383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21" name="Freeform 13"/>
              <p:cNvSpPr>
                <a:spLocks/>
              </p:cNvSpPr>
              <p:nvPr/>
            </p:nvSpPr>
            <p:spPr bwMode="auto">
              <a:xfrm>
                <a:off x="4485485" y="3595189"/>
                <a:ext cx="1420644" cy="1249470"/>
              </a:xfrm>
              <a:custGeom>
                <a:avLst/>
                <a:gdLst>
                  <a:gd name="T0" fmla="*/ 984 w 1386"/>
                  <a:gd name="T1" fmla="*/ 0 h 1219"/>
                  <a:gd name="T2" fmla="*/ 0 w 1386"/>
                  <a:gd name="T3" fmla="*/ 423 h 1219"/>
                  <a:gd name="T4" fmla="*/ 38 w 1386"/>
                  <a:gd name="T5" fmla="*/ 1219 h 1219"/>
                  <a:gd name="T6" fmla="*/ 1386 w 1386"/>
                  <a:gd name="T7" fmla="*/ 636 h 1219"/>
                  <a:gd name="T8" fmla="*/ 984 w 1386"/>
                  <a:gd name="T9" fmla="*/ 0 h 1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6" h="1219">
                    <a:moveTo>
                      <a:pt x="984" y="0"/>
                    </a:moveTo>
                    <a:lnTo>
                      <a:pt x="0" y="423"/>
                    </a:lnTo>
                    <a:lnTo>
                      <a:pt x="38" y="1219"/>
                    </a:lnTo>
                    <a:lnTo>
                      <a:pt x="1386" y="636"/>
                    </a:lnTo>
                    <a:lnTo>
                      <a:pt x="984" y="0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22" name="Freeform 17"/>
              <p:cNvSpPr>
                <a:spLocks/>
              </p:cNvSpPr>
              <p:nvPr/>
            </p:nvSpPr>
            <p:spPr bwMode="auto">
              <a:xfrm>
                <a:off x="2825312" y="3623888"/>
                <a:ext cx="1706618" cy="1220770"/>
              </a:xfrm>
              <a:custGeom>
                <a:avLst/>
                <a:gdLst>
                  <a:gd name="T0" fmla="*/ 1665 w 1665"/>
                  <a:gd name="T1" fmla="*/ 1191 h 1191"/>
                  <a:gd name="T2" fmla="*/ 1627 w 1665"/>
                  <a:gd name="T3" fmla="*/ 395 h 1191"/>
                  <a:gd name="T4" fmla="*/ 414 w 1665"/>
                  <a:gd name="T5" fmla="*/ 0 h 1191"/>
                  <a:gd name="T6" fmla="*/ 0 w 1665"/>
                  <a:gd name="T7" fmla="*/ 646 h 1191"/>
                  <a:gd name="T8" fmla="*/ 1665 w 1665"/>
                  <a:gd name="T9" fmla="*/ 1191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65" h="1191">
                    <a:moveTo>
                      <a:pt x="1665" y="1191"/>
                    </a:moveTo>
                    <a:lnTo>
                      <a:pt x="1627" y="395"/>
                    </a:lnTo>
                    <a:lnTo>
                      <a:pt x="414" y="0"/>
                    </a:lnTo>
                    <a:lnTo>
                      <a:pt x="0" y="646"/>
                    </a:lnTo>
                    <a:lnTo>
                      <a:pt x="1665" y="119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</p:grpSp>
        <p:grpSp>
          <p:nvGrpSpPr>
            <p:cNvPr id="13" name="Group 15"/>
            <p:cNvGrpSpPr/>
            <p:nvPr/>
          </p:nvGrpSpPr>
          <p:grpSpPr>
            <a:xfrm>
              <a:off x="2021253" y="3437732"/>
              <a:ext cx="1302321" cy="798049"/>
              <a:chOff x="3347035" y="2590693"/>
              <a:chExt cx="2050696" cy="1256645"/>
            </a:xfrm>
          </p:grpSpPr>
          <p:sp>
            <p:nvSpPr>
              <p:cNvPr id="17" name="Freeform 11"/>
              <p:cNvSpPr>
                <a:spLocks/>
              </p:cNvSpPr>
              <p:nvPr/>
            </p:nvSpPr>
            <p:spPr bwMode="auto">
              <a:xfrm>
                <a:off x="3775483" y="2590693"/>
                <a:ext cx="1216670" cy="523773"/>
              </a:xfrm>
              <a:custGeom>
                <a:avLst/>
                <a:gdLst>
                  <a:gd name="T0" fmla="*/ 0 w 1187"/>
                  <a:gd name="T1" fmla="*/ 206 h 511"/>
                  <a:gd name="T2" fmla="*/ 513 w 1187"/>
                  <a:gd name="T3" fmla="*/ 0 h 511"/>
                  <a:gd name="T4" fmla="*/ 1187 w 1187"/>
                  <a:gd name="T5" fmla="*/ 194 h 511"/>
                  <a:gd name="T6" fmla="*/ 662 w 1187"/>
                  <a:gd name="T7" fmla="*/ 511 h 511"/>
                  <a:gd name="T8" fmla="*/ 0 w 1187"/>
                  <a:gd name="T9" fmla="*/ 206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7" h="511">
                    <a:moveTo>
                      <a:pt x="0" y="206"/>
                    </a:moveTo>
                    <a:lnTo>
                      <a:pt x="513" y="0"/>
                    </a:lnTo>
                    <a:lnTo>
                      <a:pt x="1187" y="194"/>
                    </a:lnTo>
                    <a:lnTo>
                      <a:pt x="662" y="511"/>
                    </a:lnTo>
                    <a:lnTo>
                      <a:pt x="0" y="206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18" name="Freeform 14"/>
              <p:cNvSpPr>
                <a:spLocks/>
              </p:cNvSpPr>
              <p:nvPr/>
            </p:nvSpPr>
            <p:spPr bwMode="auto">
              <a:xfrm>
                <a:off x="4439360" y="2789542"/>
                <a:ext cx="958371" cy="1057796"/>
              </a:xfrm>
              <a:custGeom>
                <a:avLst/>
                <a:gdLst>
                  <a:gd name="T0" fmla="*/ 532 w 935"/>
                  <a:gd name="T1" fmla="*/ 0 h 1032"/>
                  <a:gd name="T2" fmla="*/ 0 w 935"/>
                  <a:gd name="T3" fmla="*/ 230 h 1032"/>
                  <a:gd name="T4" fmla="*/ 38 w 935"/>
                  <a:gd name="T5" fmla="*/ 1032 h 1032"/>
                  <a:gd name="T6" fmla="*/ 935 w 935"/>
                  <a:gd name="T7" fmla="*/ 646 h 1032"/>
                  <a:gd name="T8" fmla="*/ 532 w 935"/>
                  <a:gd name="T9" fmla="*/ 0 h 1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5" h="1032">
                    <a:moveTo>
                      <a:pt x="532" y="0"/>
                    </a:moveTo>
                    <a:lnTo>
                      <a:pt x="0" y="230"/>
                    </a:lnTo>
                    <a:lnTo>
                      <a:pt x="38" y="1032"/>
                    </a:lnTo>
                    <a:lnTo>
                      <a:pt x="935" y="646"/>
                    </a:lnTo>
                    <a:lnTo>
                      <a:pt x="5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3347035" y="2801842"/>
                <a:ext cx="1138770" cy="1045496"/>
              </a:xfrm>
              <a:custGeom>
                <a:avLst/>
                <a:gdLst>
                  <a:gd name="T0" fmla="*/ 1111 w 1111"/>
                  <a:gd name="T1" fmla="*/ 1020 h 1020"/>
                  <a:gd name="T2" fmla="*/ 1076 w 1111"/>
                  <a:gd name="T3" fmla="*/ 215 h 1020"/>
                  <a:gd name="T4" fmla="*/ 418 w 1111"/>
                  <a:gd name="T5" fmla="*/ 0 h 1020"/>
                  <a:gd name="T6" fmla="*/ 0 w 1111"/>
                  <a:gd name="T7" fmla="*/ 655 h 1020"/>
                  <a:gd name="T8" fmla="*/ 1111 w 1111"/>
                  <a:gd name="T9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1" h="1020">
                    <a:moveTo>
                      <a:pt x="1111" y="1020"/>
                    </a:moveTo>
                    <a:lnTo>
                      <a:pt x="1076" y="215"/>
                    </a:lnTo>
                    <a:lnTo>
                      <a:pt x="418" y="0"/>
                    </a:lnTo>
                    <a:lnTo>
                      <a:pt x="0" y="655"/>
                    </a:lnTo>
                    <a:lnTo>
                      <a:pt x="1111" y="102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</p:grpSp>
        <p:grpSp>
          <p:nvGrpSpPr>
            <p:cNvPr id="14" name="Group 19"/>
            <p:cNvGrpSpPr/>
            <p:nvPr/>
          </p:nvGrpSpPr>
          <p:grpSpPr>
            <a:xfrm>
              <a:off x="2353231" y="2939778"/>
              <a:ext cx="648130" cy="636616"/>
              <a:chOff x="3869782" y="1838346"/>
              <a:chExt cx="1020576" cy="1002446"/>
            </a:xfrm>
          </p:grpSpPr>
          <p:sp>
            <p:nvSpPr>
              <p:cNvPr id="15" name="Freeform 15"/>
              <p:cNvSpPr>
                <a:spLocks/>
              </p:cNvSpPr>
              <p:nvPr/>
            </p:nvSpPr>
            <p:spPr bwMode="auto">
              <a:xfrm>
                <a:off x="4384010" y="1838346"/>
                <a:ext cx="506348" cy="1002446"/>
              </a:xfrm>
              <a:custGeom>
                <a:avLst/>
                <a:gdLst>
                  <a:gd name="T0" fmla="*/ 0 w 494"/>
                  <a:gd name="T1" fmla="*/ 0 h 978"/>
                  <a:gd name="T2" fmla="*/ 45 w 494"/>
                  <a:gd name="T3" fmla="*/ 978 h 978"/>
                  <a:gd name="T4" fmla="*/ 494 w 494"/>
                  <a:gd name="T5" fmla="*/ 784 h 978"/>
                  <a:gd name="T6" fmla="*/ 0 w 494"/>
                  <a:gd name="T7" fmla="*/ 0 h 9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4" h="978">
                    <a:moveTo>
                      <a:pt x="0" y="0"/>
                    </a:moveTo>
                    <a:lnTo>
                      <a:pt x="45" y="978"/>
                    </a:lnTo>
                    <a:lnTo>
                      <a:pt x="494" y="7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  <p:sp>
            <p:nvSpPr>
              <p:cNvPr id="16" name="Freeform 19"/>
              <p:cNvSpPr>
                <a:spLocks/>
              </p:cNvSpPr>
              <p:nvPr/>
            </p:nvSpPr>
            <p:spPr bwMode="auto">
              <a:xfrm>
                <a:off x="3869782" y="1838346"/>
                <a:ext cx="567848" cy="999371"/>
              </a:xfrm>
              <a:custGeom>
                <a:avLst/>
                <a:gdLst>
                  <a:gd name="T0" fmla="*/ 554 w 554"/>
                  <a:gd name="T1" fmla="*/ 975 h 975"/>
                  <a:gd name="T2" fmla="*/ 0 w 554"/>
                  <a:gd name="T3" fmla="*/ 793 h 975"/>
                  <a:gd name="T4" fmla="*/ 509 w 554"/>
                  <a:gd name="T5" fmla="*/ 0 h 975"/>
                  <a:gd name="T6" fmla="*/ 554 w 554"/>
                  <a:gd name="T7" fmla="*/ 975 h 9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4" h="975">
                    <a:moveTo>
                      <a:pt x="554" y="975"/>
                    </a:moveTo>
                    <a:lnTo>
                      <a:pt x="0" y="793"/>
                    </a:lnTo>
                    <a:lnTo>
                      <a:pt x="509" y="0"/>
                    </a:lnTo>
                    <a:lnTo>
                      <a:pt x="554" y="97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91440" rIns="0" bIns="182880" numCol="1" anchor="b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-2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Medium" panose="020B0600000000000000" pitchFamily="34" charset="-127"/>
                  <a:ea typeface="본고딕 Medium" panose="020B0600000000000000" pitchFamily="34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876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9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691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1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4059828027"/>
              </p:ext>
            </p:extLst>
          </p:nvPr>
        </p:nvGraphicFramePr>
        <p:xfrm>
          <a:off x="1198419" y="1626452"/>
          <a:ext cx="7651378" cy="4556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99789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19" name="chart_bar_3perpage"/>
          <p:cNvGraphicFramePr/>
          <p:nvPr>
            <p:extLst/>
          </p:nvPr>
        </p:nvGraphicFramePr>
        <p:xfrm>
          <a:off x="885801" y="2095130"/>
          <a:ext cx="7963996" cy="3746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21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74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제목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30" name="텍스트 개체 틀 2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CD0B39AD-CC67-4144-85BF-050F7B5F187E}"/>
              </a:ext>
            </a:extLst>
          </p:cNvPr>
          <p:cNvSpPr txBox="1"/>
          <p:nvPr/>
        </p:nvSpPr>
        <p:spPr>
          <a:xfrm>
            <a:off x="4985499" y="2273922"/>
            <a:ext cx="2012317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spc="-20" noProof="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spc="-20" noProof="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graphicFrame>
        <p:nvGraphicFramePr>
          <p:cNvPr id="13" name="Chart 8">
            <a:extLst>
              <a:ext uri="{FF2B5EF4-FFF2-40B4-BE49-F238E27FC236}">
                <a16:creationId xmlns="" xmlns:a16="http://schemas.microsoft.com/office/drawing/2014/main" id="{0D1EF15A-83A6-4AFA-AB94-E48F612630B9}"/>
              </a:ext>
            </a:extLst>
          </p:cNvPr>
          <p:cNvGraphicFramePr/>
          <p:nvPr>
            <p:extLst/>
          </p:nvPr>
        </p:nvGraphicFramePr>
        <p:xfrm>
          <a:off x="820397" y="2836333"/>
          <a:ext cx="4069908" cy="3299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TextBox 14">
            <a:extLst>
              <a:ext uri="{FF2B5EF4-FFF2-40B4-BE49-F238E27FC236}">
                <a16:creationId xmlns="" xmlns:a16="http://schemas.microsoft.com/office/drawing/2014/main" id="{2533CD4D-A159-4CBC-A116-344774E5BA0C}"/>
              </a:ext>
            </a:extLst>
          </p:cNvPr>
          <p:cNvSpPr txBox="1"/>
          <p:nvPr/>
        </p:nvSpPr>
        <p:spPr>
          <a:xfrm>
            <a:off x="1343958" y="3922095"/>
            <a:ext cx="5220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30%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1A10439-9BA2-4D07-893A-0FBFD75D42C5}"/>
              </a:ext>
            </a:extLst>
          </p:cNvPr>
          <p:cNvSpPr txBox="1"/>
          <p:nvPr/>
        </p:nvSpPr>
        <p:spPr>
          <a:xfrm>
            <a:off x="1343958" y="5397580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15%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="" xmlns:a16="http://schemas.microsoft.com/office/drawing/2014/main" id="{93719054-84EA-4136-84C9-D8F41F11E541}"/>
              </a:ext>
            </a:extLst>
          </p:cNvPr>
          <p:cNvSpPr txBox="1"/>
          <p:nvPr/>
        </p:nvSpPr>
        <p:spPr>
          <a:xfrm>
            <a:off x="1343958" y="4719364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25%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="" xmlns:a16="http://schemas.microsoft.com/office/drawing/2014/main" id="{DE71A2C2-314F-49C1-AE03-7B378708E14D}"/>
              </a:ext>
            </a:extLst>
          </p:cNvPr>
          <p:cNvSpPr txBox="1"/>
          <p:nvPr/>
        </p:nvSpPr>
        <p:spPr>
          <a:xfrm>
            <a:off x="3825240" y="5509112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10%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3CC32DBE-8A9D-472D-AF62-3E88116D9252}"/>
              </a:ext>
            </a:extLst>
          </p:cNvPr>
          <p:cNvSpPr txBox="1"/>
          <p:nvPr/>
        </p:nvSpPr>
        <p:spPr>
          <a:xfrm>
            <a:off x="3825240" y="5016369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20%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2D80065D-71E0-4CF4-B7CC-E5B3C10C1849}"/>
              </a:ext>
            </a:extLst>
          </p:cNvPr>
          <p:cNvSpPr txBox="1"/>
          <p:nvPr/>
        </p:nvSpPr>
        <p:spPr>
          <a:xfrm>
            <a:off x="3825240" y="4153740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30%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="" xmlns:a16="http://schemas.microsoft.com/office/drawing/2014/main" id="{089522D4-870E-4FE9-810F-338A39C707A3}"/>
              </a:ext>
            </a:extLst>
          </p:cNvPr>
          <p:cNvSpPr txBox="1"/>
          <p:nvPr/>
        </p:nvSpPr>
        <p:spPr>
          <a:xfrm>
            <a:off x="2568233" y="5099100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25%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="" xmlns:a16="http://schemas.microsoft.com/office/drawing/2014/main" id="{93B6EBF7-360E-48DF-8420-071E82C78F24}"/>
              </a:ext>
            </a:extLst>
          </p:cNvPr>
          <p:cNvSpPr txBox="1"/>
          <p:nvPr/>
        </p:nvSpPr>
        <p:spPr>
          <a:xfrm>
            <a:off x="2568233" y="3235647"/>
            <a:ext cx="574235" cy="26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25%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="" xmlns:a16="http://schemas.microsoft.com/office/drawing/2014/main" id="{9E761A8C-E928-4BB5-A44C-6F5BA0B55859}"/>
              </a:ext>
            </a:extLst>
          </p:cNvPr>
          <p:cNvSpPr txBox="1"/>
          <p:nvPr/>
        </p:nvSpPr>
        <p:spPr>
          <a:xfrm>
            <a:off x="2568233" y="3791457"/>
            <a:ext cx="574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Arial" pitchFamily="34" charset="0"/>
              </a:rPr>
              <a:t>50%</a:t>
            </a:r>
            <a:endParaRPr kumimoji="0" lang="ko-KR" altLang="en-US" sz="1000" b="0" i="0" u="none" strike="noStrike" kern="1200" cap="none" spc="-2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graphicFrame>
        <p:nvGraphicFramePr>
          <p:cNvPr id="26" name="Table 2">
            <a:extLst>
              <a:ext uri="{FF2B5EF4-FFF2-40B4-BE49-F238E27FC236}">
                <a16:creationId xmlns="" xmlns:a16="http://schemas.microsoft.com/office/drawing/2014/main" id="{81ADED54-ADE8-46EB-AC33-C2336C861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77723"/>
              </p:ext>
            </p:extLst>
          </p:nvPr>
        </p:nvGraphicFramePr>
        <p:xfrm>
          <a:off x="5179060" y="2678511"/>
          <a:ext cx="3998807" cy="1243584"/>
        </p:xfrm>
        <a:graphic>
          <a:graphicData uri="http://schemas.openxmlformats.org/drawingml/2006/table">
            <a:tbl>
              <a:tblPr firstRow="1" bandRow="1"/>
              <a:tblGrid>
                <a:gridCol w="14732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18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18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18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738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38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38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06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Table 2">
            <a:extLst>
              <a:ext uri="{FF2B5EF4-FFF2-40B4-BE49-F238E27FC236}">
                <a16:creationId xmlns="" xmlns:a16="http://schemas.microsoft.com/office/drawing/2014/main" id="{81ADED54-ADE8-46EB-AC33-C2336C861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835320"/>
              </p:ext>
            </p:extLst>
          </p:nvPr>
        </p:nvGraphicFramePr>
        <p:xfrm>
          <a:off x="5179060" y="4564008"/>
          <a:ext cx="3998807" cy="1243584"/>
        </p:xfrm>
        <a:graphic>
          <a:graphicData uri="http://schemas.openxmlformats.org/drawingml/2006/table">
            <a:tbl>
              <a:tblPr firstRow="1" bandRow="1"/>
              <a:tblGrid>
                <a:gridCol w="147324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18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418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18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2738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38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38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06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err="1" smtClean="0">
                          <a:solidFill>
                            <a:schemeClr val="tx1"/>
                          </a:solidFill>
                          <a:latin typeface="본고딕 Normal"/>
                          <a:cs typeface="+mn-cs"/>
                        </a:rPr>
                        <a:t>텍스트입력</a:t>
                      </a:r>
                      <a:endParaRPr lang="ko-KR" altLang="en-US" sz="1200" b="0" strike="noStrik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trike="noStrike" dirty="0" smtClean="0">
                          <a:solidFill>
                            <a:schemeClr val="tx1"/>
                          </a:solidFill>
                        </a:rPr>
                        <a:t>텍스트</a:t>
                      </a:r>
                      <a:endParaRPr lang="ko-KR" altLang="en-US" sz="1200" b="0" strike="noStrike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D0B39AD-CC67-4144-85BF-050F7B5F187E}"/>
              </a:ext>
            </a:extLst>
          </p:cNvPr>
          <p:cNvSpPr txBox="1"/>
          <p:nvPr/>
        </p:nvSpPr>
        <p:spPr>
          <a:xfrm>
            <a:off x="4985499" y="4172950"/>
            <a:ext cx="2012317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0" lvl="0" indent="-85725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45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spc="-20" noProof="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spc="-20" noProof="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2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66" name="think-cell Slide" r:id="rId7" imgW="395" imgH="394" progId="TCLayout.ActiveDocument.1">
                  <p:embed/>
                </p:oleObj>
              </mc:Choice>
              <mc:Fallback>
                <p:oleObj name="think-cell Slide" r:id="rId7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  <a:sym typeface="본고딕 Medium" panose="020B0600000000000000" pitchFamily="34" charset="-127"/>
            </a:endParaRPr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차트 4"/>
          <p:cNvGraphicFramePr/>
          <p:nvPr>
            <p:extLst/>
          </p:nvPr>
        </p:nvGraphicFramePr>
        <p:xfrm>
          <a:off x="1314318" y="1916906"/>
          <a:ext cx="7272042" cy="43098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0" name="Rectangle 5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55974" y="2427006"/>
            <a:ext cx="1365790" cy="3315768"/>
          </a:xfrm>
          <a:prstGeom prst="rect">
            <a:avLst/>
          </a:prstGeom>
          <a:noFill/>
          <a:ln w="19050" algn="ctr">
            <a:solidFill>
              <a:schemeClr val="accent5"/>
            </a:solidFill>
            <a:prstDash val="sysDash"/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tIns="91440" bIns="91440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88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9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19" name="Content Placeholder 5"/>
          <p:cNvGraphicFramePr>
            <a:graphicFrameLocks/>
          </p:cNvGraphicFramePr>
          <p:nvPr>
            <p:extLst/>
          </p:nvPr>
        </p:nvGraphicFramePr>
        <p:xfrm>
          <a:off x="632460" y="1805719"/>
          <a:ext cx="8641077" cy="4348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6752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2335333" y="4757194"/>
            <a:ext cx="1061838" cy="1371601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15"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  <a:sym typeface="본고딕 Medium" panose="020B0600000000000000" pitchFamily="34" charset="-127"/>
            </a:endParaRPr>
          </a:p>
        </p:txBody>
      </p:sp>
      <p:sp>
        <p:nvSpPr>
          <p:cNvPr id="14" name="제목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271891"/>
              </p:ext>
            </p:extLst>
          </p:nvPr>
        </p:nvGraphicFramePr>
        <p:xfrm>
          <a:off x="632460" y="1805720"/>
          <a:ext cx="8631676" cy="4323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12184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제목 3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41" name="텍스트 개체 틀 4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2" name="Rectangle 59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077618" y="4470503"/>
            <a:ext cx="2194159" cy="784441"/>
          </a:xfrm>
          <a:prstGeom prst="rect">
            <a:avLst/>
          </a:prstGeom>
          <a:solidFill>
            <a:schemeClr val="accent4">
              <a:alpha val="10000"/>
            </a:schemeClr>
          </a:solidFill>
          <a:ln w="19050" algn="ctr">
            <a:noFill/>
            <a:prstDash val="sysDash"/>
            <a:miter lim="800000"/>
            <a:headEnd type="none" w="lg" len="lg"/>
            <a:tailEnd type="none" w="lg" len="lg"/>
          </a:ln>
          <a:effectLst/>
          <a:extLst/>
        </p:spPr>
        <p:txBody>
          <a:bodyPr wrap="none" tIns="91440" bIns="91440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graphicFrame>
        <p:nvGraphicFramePr>
          <p:cNvPr id="44" name="Object 6"/>
          <p:cNvGraphicFramePr>
            <a:graphicFrameLocks noChangeAspect="1"/>
          </p:cNvGraphicFramePr>
          <p:nvPr>
            <p:extLst/>
          </p:nvPr>
        </p:nvGraphicFramePr>
        <p:xfrm>
          <a:off x="973136" y="2371250"/>
          <a:ext cx="7983538" cy="3211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Line 7"/>
          <p:cNvSpPr>
            <a:spLocks noChangeShapeType="1"/>
          </p:cNvSpPr>
          <p:nvPr/>
        </p:nvSpPr>
        <p:spPr bwMode="auto">
          <a:xfrm>
            <a:off x="1676399" y="2461738"/>
            <a:ext cx="338137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6" name="Line 8"/>
          <p:cNvSpPr>
            <a:spLocks noChangeShapeType="1"/>
          </p:cNvSpPr>
          <p:nvPr/>
        </p:nvSpPr>
        <p:spPr bwMode="auto">
          <a:xfrm>
            <a:off x="2457449" y="3890488"/>
            <a:ext cx="338137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7" name="Line 9"/>
          <p:cNvSpPr>
            <a:spLocks noChangeShapeType="1"/>
          </p:cNvSpPr>
          <p:nvPr/>
        </p:nvSpPr>
        <p:spPr bwMode="auto">
          <a:xfrm>
            <a:off x="3248024" y="4157188"/>
            <a:ext cx="338137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8" name="Line 10"/>
          <p:cNvSpPr>
            <a:spLocks noChangeShapeType="1"/>
          </p:cNvSpPr>
          <p:nvPr/>
        </p:nvSpPr>
        <p:spPr bwMode="auto">
          <a:xfrm>
            <a:off x="4024311" y="4385788"/>
            <a:ext cx="33813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9" name="Line 11"/>
          <p:cNvSpPr>
            <a:spLocks noChangeShapeType="1"/>
          </p:cNvSpPr>
          <p:nvPr/>
        </p:nvSpPr>
        <p:spPr bwMode="auto">
          <a:xfrm>
            <a:off x="4805361" y="4595338"/>
            <a:ext cx="33813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0" name="Line 12"/>
          <p:cNvSpPr>
            <a:spLocks noChangeShapeType="1"/>
          </p:cNvSpPr>
          <p:nvPr/>
        </p:nvSpPr>
        <p:spPr bwMode="auto">
          <a:xfrm>
            <a:off x="5567361" y="4795363"/>
            <a:ext cx="33813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1" name="Line 13"/>
          <p:cNvSpPr>
            <a:spLocks noChangeShapeType="1"/>
          </p:cNvSpPr>
          <p:nvPr/>
        </p:nvSpPr>
        <p:spPr bwMode="auto">
          <a:xfrm>
            <a:off x="6343649" y="4976338"/>
            <a:ext cx="338137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2" name="Line 14"/>
          <p:cNvSpPr>
            <a:spLocks noChangeShapeType="1"/>
          </p:cNvSpPr>
          <p:nvPr/>
        </p:nvSpPr>
        <p:spPr bwMode="auto">
          <a:xfrm>
            <a:off x="7124699" y="5138263"/>
            <a:ext cx="338137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3" name="Line 15"/>
          <p:cNvSpPr>
            <a:spLocks noChangeShapeType="1"/>
          </p:cNvSpPr>
          <p:nvPr/>
        </p:nvSpPr>
        <p:spPr bwMode="auto">
          <a:xfrm>
            <a:off x="7910511" y="5271613"/>
            <a:ext cx="338138" cy="0"/>
          </a:xfrm>
          <a:prstGeom prst="line">
            <a:avLst/>
          </a:prstGeom>
          <a:noFill/>
          <a:ln w="9525">
            <a:solidFill>
              <a:srgbClr val="B6B6B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1080515" y="2164875"/>
            <a:ext cx="769492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20 million t</a:t>
            </a:r>
          </a:p>
        </p:txBody>
      </p:sp>
      <p:sp>
        <p:nvSpPr>
          <p:cNvPr id="55" name="Text Box 17"/>
          <p:cNvSpPr txBox="1">
            <a:spLocks noChangeArrowheads="1"/>
          </p:cNvSpPr>
          <p:nvPr/>
        </p:nvSpPr>
        <p:spPr bwMode="auto">
          <a:xfrm>
            <a:off x="1245632" y="3688875"/>
            <a:ext cx="437671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100%</a:t>
            </a: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2012224" y="3066575"/>
            <a:ext cx="472937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50.0%</a:t>
            </a:r>
          </a:p>
        </p:txBody>
      </p:sp>
      <p:sp>
        <p:nvSpPr>
          <p:cNvPr id="57" name="Text Box 19"/>
          <p:cNvSpPr txBox="1">
            <a:spLocks noChangeArrowheads="1"/>
          </p:cNvSpPr>
          <p:nvPr/>
        </p:nvSpPr>
        <p:spPr bwMode="auto">
          <a:xfrm>
            <a:off x="1877456" y="5371625"/>
            <a:ext cx="766286" cy="57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Finished</a:t>
            </a:r>
            <a:br>
              <a:rPr kumimoji="0" lang="de-DE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rolled </a:t>
            </a:r>
            <a:r>
              <a:rPr kumimoji="0" lang="de-DE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steel</a:t>
            </a:r>
            <a:br>
              <a:rPr kumimoji="0" lang="de-DE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products</a:t>
            </a:r>
          </a:p>
        </p:txBody>
      </p:sp>
      <p:sp>
        <p:nvSpPr>
          <p:cNvPr id="58" name="Text Box 20"/>
          <p:cNvSpPr txBox="1">
            <a:spLocks noChangeArrowheads="1"/>
          </p:cNvSpPr>
          <p:nvPr/>
        </p:nvSpPr>
        <p:spPr bwMode="auto">
          <a:xfrm>
            <a:off x="2839653" y="3892075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9.2%</a:t>
            </a:r>
          </a:p>
        </p:txBody>
      </p:sp>
      <p:sp>
        <p:nvSpPr>
          <p:cNvPr id="59" name="Text Box 21"/>
          <p:cNvSpPr txBox="1">
            <a:spLocks noChangeArrowheads="1"/>
          </p:cNvSpPr>
          <p:nvPr/>
        </p:nvSpPr>
        <p:spPr bwMode="auto">
          <a:xfrm>
            <a:off x="2730508" y="5371625"/>
            <a:ext cx="649267" cy="57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Section</a:t>
            </a:r>
            <a:br>
              <a:rPr kumimoji="0" lang="de-DE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steel and</a:t>
            </a:r>
            <a:br>
              <a:rPr kumimoji="0" lang="de-DE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beams</a:t>
            </a:r>
            <a:endParaRPr kumimoji="0" lang="de-DE" altLang="ko-KR" sz="1000" b="0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0" name="Text Box 22"/>
          <p:cNvSpPr txBox="1">
            <a:spLocks noChangeArrowheads="1"/>
          </p:cNvSpPr>
          <p:nvPr/>
        </p:nvSpPr>
        <p:spPr bwMode="auto">
          <a:xfrm>
            <a:off x="3612765" y="4146075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8.2%</a:t>
            </a:r>
          </a:p>
        </p:txBody>
      </p:sp>
      <p:sp>
        <p:nvSpPr>
          <p:cNvPr id="61" name="Text Box 23"/>
          <p:cNvSpPr txBox="1">
            <a:spLocks noChangeArrowheads="1"/>
          </p:cNvSpPr>
          <p:nvPr/>
        </p:nvSpPr>
        <p:spPr bwMode="auto">
          <a:xfrm>
            <a:off x="3554963" y="5371625"/>
            <a:ext cx="537057" cy="41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Coated</a:t>
            </a:r>
            <a:b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sheets</a:t>
            </a:r>
          </a:p>
        </p:txBody>
      </p:sp>
      <p:sp>
        <p:nvSpPr>
          <p:cNvPr id="62" name="Text Box 24"/>
          <p:cNvSpPr txBox="1">
            <a:spLocks noChangeArrowheads="1"/>
          </p:cNvSpPr>
          <p:nvPr/>
        </p:nvSpPr>
        <p:spPr bwMode="auto">
          <a:xfrm>
            <a:off x="4395403" y="4357213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7.2%</a:t>
            </a:r>
          </a:p>
        </p:txBody>
      </p:sp>
      <p:sp>
        <p:nvSpPr>
          <p:cNvPr id="63" name="Text Box 25"/>
          <p:cNvSpPr txBox="1">
            <a:spLocks noChangeArrowheads="1"/>
          </p:cNvSpPr>
          <p:nvPr/>
        </p:nvSpPr>
        <p:spPr bwMode="auto">
          <a:xfrm>
            <a:off x="4337656" y="5371625"/>
            <a:ext cx="525835" cy="41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Quarto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sheets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5168515" y="4569938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7.1%</a:t>
            </a:r>
          </a:p>
        </p:txBody>
      </p:sp>
      <p:sp>
        <p:nvSpPr>
          <p:cNvPr id="65" name="Text Box 27"/>
          <p:cNvSpPr txBox="1">
            <a:spLocks noChangeArrowheads="1"/>
          </p:cNvSpPr>
          <p:nvPr/>
        </p:nvSpPr>
        <p:spPr bwMode="auto">
          <a:xfrm>
            <a:off x="5053831" y="5371625"/>
            <a:ext cx="646061" cy="41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Concrete</a:t>
            </a:r>
            <a:b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steel</a:t>
            </a:r>
          </a:p>
        </p:txBody>
      </p:sp>
      <p:sp>
        <p:nvSpPr>
          <p:cNvPr id="66" name="Text Box 28"/>
          <p:cNvSpPr txBox="1">
            <a:spLocks noChangeArrowheads="1"/>
          </p:cNvSpPr>
          <p:nvPr/>
        </p:nvSpPr>
        <p:spPr bwMode="auto">
          <a:xfrm>
            <a:off x="5941628" y="4760438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6.3%</a:t>
            </a:r>
          </a:p>
        </p:txBody>
      </p:sp>
      <p:sp>
        <p:nvSpPr>
          <p:cNvPr id="67" name="Text Box 29"/>
          <p:cNvSpPr txBox="1">
            <a:spLocks noChangeArrowheads="1"/>
          </p:cNvSpPr>
          <p:nvPr/>
        </p:nvSpPr>
        <p:spPr bwMode="auto">
          <a:xfrm>
            <a:off x="5944795" y="5371625"/>
            <a:ext cx="404007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Rods</a:t>
            </a:r>
          </a:p>
        </p:txBody>
      </p:sp>
      <p:sp>
        <p:nvSpPr>
          <p:cNvPr id="68" name="Text Box 30"/>
          <p:cNvSpPr txBox="1">
            <a:spLocks noChangeArrowheads="1"/>
          </p:cNvSpPr>
          <p:nvPr/>
        </p:nvSpPr>
        <p:spPr bwMode="auto">
          <a:xfrm>
            <a:off x="6725853" y="4931888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5.7%</a:t>
            </a:r>
          </a:p>
        </p:txBody>
      </p:sp>
      <p:sp>
        <p:nvSpPr>
          <p:cNvPr id="69" name="Text Box 31"/>
          <p:cNvSpPr txBox="1">
            <a:spLocks noChangeArrowheads="1"/>
          </p:cNvSpPr>
          <p:nvPr/>
        </p:nvSpPr>
        <p:spPr bwMode="auto">
          <a:xfrm>
            <a:off x="6684136" y="5371625"/>
            <a:ext cx="493775" cy="57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Coled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rolled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sheets</a:t>
            </a:r>
          </a:p>
        </p:txBody>
      </p:sp>
      <p:sp>
        <p:nvSpPr>
          <p:cNvPr id="70" name="Text Box 32"/>
          <p:cNvSpPr txBox="1">
            <a:spLocks noChangeArrowheads="1"/>
          </p:cNvSpPr>
          <p:nvPr/>
        </p:nvSpPr>
        <p:spPr bwMode="auto">
          <a:xfrm>
            <a:off x="7508490" y="5079525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4.6%</a:t>
            </a:r>
          </a:p>
        </p:txBody>
      </p:sp>
      <p:sp>
        <p:nvSpPr>
          <p:cNvPr id="71" name="Text Box 33"/>
          <p:cNvSpPr txBox="1">
            <a:spLocks noChangeArrowheads="1"/>
          </p:cNvSpPr>
          <p:nvPr/>
        </p:nvSpPr>
        <p:spPr bwMode="auto">
          <a:xfrm>
            <a:off x="7511650" y="5371625"/>
            <a:ext cx="405610" cy="416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Wide</a:t>
            </a:r>
            <a:b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</a:b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strip</a:t>
            </a:r>
          </a:p>
        </p:txBody>
      </p:sp>
      <p:sp>
        <p:nvSpPr>
          <p:cNvPr id="72" name="Text Box 34"/>
          <p:cNvSpPr txBox="1">
            <a:spLocks noChangeArrowheads="1"/>
          </p:cNvSpPr>
          <p:nvPr/>
        </p:nvSpPr>
        <p:spPr bwMode="auto">
          <a:xfrm>
            <a:off x="8281603" y="5057300"/>
            <a:ext cx="402405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1.7%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8265511" y="5371625"/>
            <a:ext cx="447289" cy="262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54000" rIns="54000" bIns="5400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/>
                <a:ea typeface="굴림" panose="020B0600000101010101" pitchFamily="50" charset="-127"/>
                <a:cs typeface="+mn-cs"/>
              </a:rPr>
              <a:t>Other</a:t>
            </a:r>
          </a:p>
        </p:txBody>
      </p:sp>
      <p:sp>
        <p:nvSpPr>
          <p:cNvPr id="74" name="Rectangle 5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55974" y="2392430"/>
            <a:ext cx="797084" cy="3687422"/>
          </a:xfrm>
          <a:prstGeom prst="rect">
            <a:avLst/>
          </a:prstGeom>
          <a:noFill/>
          <a:ln w="19050" algn="ctr">
            <a:solidFill>
              <a:schemeClr val="accent5"/>
            </a:solidFill>
            <a:prstDash val="sysDash"/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tIns="91440" bIns="91440"/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-2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+mn-cs"/>
            </a:endParaRPr>
          </a:p>
        </p:txBody>
      </p:sp>
      <p:cxnSp>
        <p:nvCxnSpPr>
          <p:cNvPr id="39" name="직선 연결선 42"/>
          <p:cNvCxnSpPr>
            <a:endCxn id="43" idx="1"/>
          </p:cNvCxnSpPr>
          <p:nvPr/>
        </p:nvCxnSpPr>
        <p:spPr>
          <a:xfrm flipV="1">
            <a:off x="5527356" y="4144426"/>
            <a:ext cx="631068" cy="471636"/>
          </a:xfrm>
          <a:prstGeom prst="bentConnector3">
            <a:avLst>
              <a:gd name="adj1" fmla="val 292"/>
            </a:avLst>
          </a:prstGeom>
          <a:noFill/>
          <a:ln w="6350" cap="flat" cmpd="sng" algn="ctr">
            <a:solidFill>
              <a:schemeClr val="accent4"/>
            </a:solidFill>
            <a:prstDash val="solid"/>
            <a:miter lim="800000"/>
            <a:headEnd type="oval"/>
          </a:ln>
          <a:effectLst/>
        </p:spPr>
      </p:cxnSp>
      <p:sp>
        <p:nvSpPr>
          <p:cNvPr id="43" name="직사각형 42"/>
          <p:cNvSpPr/>
          <p:nvPr/>
        </p:nvSpPr>
        <p:spPr>
          <a:xfrm>
            <a:off x="6158424" y="3972912"/>
            <a:ext cx="1547936" cy="34302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C51F2A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</a:t>
            </a:r>
            <a:r>
              <a:rPr kumimoji="0" lang="ko-KR" altLang="en-US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C51F2A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월 대비 </a:t>
            </a:r>
            <a:r>
              <a:rPr kumimoji="0" lang="en-US" altLang="ko-KR" sz="1400" b="0" i="0" u="none" strike="noStrike" kern="0" cap="none" spc="-50" normalizeH="0" baseline="0" noProof="0" dirty="0">
                <a:ln>
                  <a:noFill/>
                </a:ln>
                <a:solidFill>
                  <a:srgbClr val="C51F2A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</a:t>
            </a:r>
            <a:r>
              <a:rPr kumimoji="0" lang="en-US" altLang="ko-KR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C51F2A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0% </a:t>
            </a:r>
            <a:r>
              <a:rPr kumimoji="0" lang="ko-KR" altLang="en-US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C51F2A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감소</a:t>
            </a:r>
            <a:endParaRPr kumimoji="0" lang="ko-KR" altLang="en-US" sz="1200" b="0" i="0" u="none" strike="noStrike" kern="0" cap="none" spc="-5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867912" y="2392430"/>
            <a:ext cx="3073715" cy="906613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 anchorCtr="0"/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</a:t>
            </a:r>
            <a:r>
              <a:rPr kumimoji="0" lang="ko-KR" altLang="en-US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월 대비 </a:t>
            </a:r>
            <a:r>
              <a:rPr kumimoji="0" lang="en-US" altLang="ko-KR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12</a:t>
            </a:r>
            <a:r>
              <a:rPr kumimoji="0" lang="ko-KR" altLang="en-US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월 기준 </a:t>
            </a:r>
            <a:r>
              <a:rPr kumimoji="0" lang="en-US" altLang="ko-KR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00% </a:t>
            </a:r>
            <a:r>
              <a:rPr kumimoji="0" lang="ko-KR" altLang="en-US" sz="14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증가</a:t>
            </a:r>
            <a:endParaRPr kumimoji="0" lang="en-US" altLang="ko-KR" sz="1400" b="0" i="0" u="none" strike="noStrike" kern="0" cap="none" spc="-5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신제품 홍보효과로 </a:t>
            </a:r>
            <a:r>
              <a:rPr kumimoji="0" lang="ko-KR" altLang="en-US" sz="1200" b="0" i="0" u="none" strike="noStrike" kern="0" cap="none" spc="-5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수주량이</a:t>
            </a:r>
            <a:r>
              <a:rPr kumimoji="0" lang="ko-KR" altLang="en-US" sz="12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 꾸준히 늘고 있으며 </a:t>
            </a:r>
            <a:r>
              <a:rPr kumimoji="0" lang="en-US" altLang="ko-KR" sz="12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9</a:t>
            </a:r>
            <a:r>
              <a:rPr kumimoji="0" lang="ko-KR" altLang="en-US" sz="12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월 이후  안정적이게  생산량이 증가함</a:t>
            </a:r>
            <a:r>
              <a:rPr kumimoji="0" lang="en-US" altLang="ko-KR" sz="1200" b="0" i="0" u="none" strike="noStrike" kern="0" cap="none" spc="-5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itchFamily="34" charset="-127"/>
                <a:ea typeface="본고딕 Normal" pitchFamily="34" charset="-127"/>
                <a:cs typeface="+mn-cs"/>
              </a:rPr>
              <a:t>.</a:t>
            </a:r>
            <a:endParaRPr kumimoji="0" lang="ko-KR" altLang="en-US" sz="1200" b="0" i="0" u="none" strike="noStrike" kern="0" cap="none" spc="-5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itchFamily="34" charset="-127"/>
              <a:ea typeface="본고딕 Normal" pitchFamily="34" charset="-127"/>
              <a:cs typeface="+mn-cs"/>
            </a:endParaRPr>
          </a:p>
        </p:txBody>
      </p:sp>
      <p:cxnSp>
        <p:nvCxnSpPr>
          <p:cNvPr id="76" name="직선 연결선 75"/>
          <p:cNvCxnSpPr/>
          <p:nvPr/>
        </p:nvCxnSpPr>
        <p:spPr>
          <a:xfrm>
            <a:off x="2381215" y="2601682"/>
            <a:ext cx="483873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  <a:head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321485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4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2275531032"/>
              </p:ext>
            </p:extLst>
          </p:nvPr>
        </p:nvGraphicFramePr>
        <p:xfrm>
          <a:off x="452456" y="2115671"/>
          <a:ext cx="4271944" cy="3608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3694963877"/>
              </p:ext>
            </p:extLst>
          </p:nvPr>
        </p:nvGraphicFramePr>
        <p:xfrm>
          <a:off x="4952999" y="2106841"/>
          <a:ext cx="4273200" cy="361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85435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64"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  <a:sym typeface="본고딕 Medium" panose="020B0600000000000000" pitchFamily="34" charset="-127"/>
            </a:endParaRPr>
          </a:p>
        </p:txBody>
      </p:sp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 smtClean="0"/>
              <a:t>품목별 연간 생산량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1047113229"/>
              </p:ext>
            </p:extLst>
          </p:nvPr>
        </p:nvGraphicFramePr>
        <p:xfrm>
          <a:off x="621405" y="2489056"/>
          <a:ext cx="2839545" cy="2761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1" name="차트 10"/>
          <p:cNvGraphicFramePr/>
          <p:nvPr>
            <p:extLst>
              <p:ext uri="{D42A27DB-BD31-4B8C-83A1-F6EECF244321}">
                <p14:modId xmlns:p14="http://schemas.microsoft.com/office/powerpoint/2010/main" val="2825652880"/>
              </p:ext>
            </p:extLst>
          </p:nvPr>
        </p:nvGraphicFramePr>
        <p:xfrm>
          <a:off x="6592797" y="2489056"/>
          <a:ext cx="2839545" cy="2761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4" name="차트 13"/>
          <p:cNvGraphicFramePr/>
          <p:nvPr>
            <p:extLst>
              <p:ext uri="{D42A27DB-BD31-4B8C-83A1-F6EECF244321}">
                <p14:modId xmlns:p14="http://schemas.microsoft.com/office/powerpoint/2010/main" val="1292913406"/>
              </p:ext>
            </p:extLst>
          </p:nvPr>
        </p:nvGraphicFramePr>
        <p:xfrm>
          <a:off x="3607101" y="2489056"/>
          <a:ext cx="2839545" cy="2761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15" name="직선 연결선 14"/>
          <p:cNvCxnSpPr/>
          <p:nvPr/>
        </p:nvCxnSpPr>
        <p:spPr>
          <a:xfrm>
            <a:off x="2311400" y="3097766"/>
            <a:ext cx="0" cy="2241550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이등변 삼각형 15"/>
          <p:cNvSpPr/>
          <p:nvPr/>
        </p:nvSpPr>
        <p:spPr>
          <a:xfrm>
            <a:off x="2231673" y="5339316"/>
            <a:ext cx="159453" cy="13746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4819650" y="3097766"/>
            <a:ext cx="0" cy="2241550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이등변 삼각형 17"/>
          <p:cNvSpPr/>
          <p:nvPr/>
        </p:nvSpPr>
        <p:spPr>
          <a:xfrm>
            <a:off x="4739923" y="5339316"/>
            <a:ext cx="159453" cy="13746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8039100" y="3097766"/>
            <a:ext cx="0" cy="2241550"/>
          </a:xfrm>
          <a:prstGeom prst="line">
            <a:avLst/>
          </a:prstGeom>
          <a:ln w="127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이등변 삼각형 19"/>
          <p:cNvSpPr/>
          <p:nvPr/>
        </p:nvSpPr>
        <p:spPr>
          <a:xfrm>
            <a:off x="7959373" y="5339316"/>
            <a:ext cx="159453" cy="13746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88317" y="5544221"/>
            <a:ext cx="1688492" cy="3139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2017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년 대비 </a:t>
            </a:r>
            <a:r>
              <a:rPr kumimoji="0" lang="en-US" altLang="ko-KR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00% </a:t>
            </a:r>
            <a:r>
              <a:rPr kumimoji="0" lang="ko-KR" altLang="en-US" sz="12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증가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35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개체 9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0" name="개체 9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27" name="Chart 3"/>
          <p:cNvGraphicFramePr/>
          <p:nvPr>
            <p:extLst/>
          </p:nvPr>
        </p:nvGraphicFramePr>
        <p:xfrm>
          <a:off x="903784" y="2006803"/>
          <a:ext cx="4248472" cy="2319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Rectangle 4"/>
          <p:cNvSpPr/>
          <p:nvPr/>
        </p:nvSpPr>
        <p:spPr>
          <a:xfrm>
            <a:off x="6304384" y="2756145"/>
            <a:ext cx="216024" cy="21602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29" name="Rectangle 7"/>
          <p:cNvSpPr/>
          <p:nvPr/>
        </p:nvSpPr>
        <p:spPr>
          <a:xfrm>
            <a:off x="6304384" y="3188193"/>
            <a:ext cx="216024" cy="2160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64424" y="2710268"/>
            <a:ext cx="185757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4424" y="3143484"/>
            <a:ext cx="185757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입력 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81690" y="4605119"/>
            <a:ext cx="1526981" cy="1221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1963" y="4605119"/>
            <a:ext cx="1526981" cy="1221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 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82236" y="4605119"/>
            <a:ext cx="1526981" cy="12372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 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2509" y="4605119"/>
            <a:ext cx="1526981" cy="12372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텍스트 </a:t>
            </a:r>
            <a:r>
              <a:rPr kumimoji="0" lang="ko-KR" altLang="en-US" sz="14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입력하세요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 텍스트를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입력하세요텍스트를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8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개체 2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1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4" name="개체 2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제목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8" name="텍스트 개체 틀 2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Chart 61">
            <a:extLst>
              <a:ext uri="{FF2B5EF4-FFF2-40B4-BE49-F238E27FC236}">
                <a16:creationId xmlns="" xmlns:a16="http://schemas.microsoft.com/office/drawing/2014/main" id="{B3241F89-C9C6-4542-94E4-C16B6FC429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0211220"/>
              </p:ext>
            </p:extLst>
          </p:nvPr>
        </p:nvGraphicFramePr>
        <p:xfrm>
          <a:off x="4860960" y="1802421"/>
          <a:ext cx="4650674" cy="44137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Oval 3">
            <a:extLst>
              <a:ext uri="{FF2B5EF4-FFF2-40B4-BE49-F238E27FC236}">
                <a16:creationId xmlns="" xmlns:a16="http://schemas.microsoft.com/office/drawing/2014/main" id="{E8D7E5E9-C111-401A-970F-145396DA6008}"/>
              </a:ext>
            </a:extLst>
          </p:cNvPr>
          <p:cNvSpPr/>
          <p:nvPr/>
        </p:nvSpPr>
        <p:spPr>
          <a:xfrm>
            <a:off x="733947" y="2096161"/>
            <a:ext cx="684000" cy="684000"/>
          </a:xfrm>
          <a:prstGeom prst="ellipse">
            <a:avLst/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>
            <a:glow rad="76200">
              <a:srgbClr val="FFFFFF">
                <a:alpha val="13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B742196-8D51-452A-9D38-ED6CD23E0088}"/>
              </a:ext>
            </a:extLst>
          </p:cNvPr>
          <p:cNvSpPr txBox="1"/>
          <p:nvPr/>
        </p:nvSpPr>
        <p:spPr>
          <a:xfrm>
            <a:off x="1540190" y="2128802"/>
            <a:ext cx="320179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ko-KR" altLang="en-US" sz="1200" kern="0" spc="-20" dirty="0" smtClean="0">
                <a:solidFill>
                  <a:srgbClr val="161516"/>
                </a:solidFill>
                <a:latin typeface="본고딕 Normal"/>
                <a:ea typeface="본고딕 Normal"/>
              </a:rPr>
              <a:t>텍스트를 입력 </a:t>
            </a:r>
            <a:r>
              <a:rPr kumimoji="0" lang="en-US" altLang="ko-KR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: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  <p:sp>
        <p:nvSpPr>
          <p:cNvPr id="10" name="Oval 28">
            <a:extLst>
              <a:ext uri="{FF2B5EF4-FFF2-40B4-BE49-F238E27FC236}">
                <a16:creationId xmlns="" xmlns:a16="http://schemas.microsoft.com/office/drawing/2014/main" id="{E6CECDCA-CD61-418B-A2A9-4DC4D7A7BCAF}"/>
              </a:ext>
            </a:extLst>
          </p:cNvPr>
          <p:cNvSpPr/>
          <p:nvPr/>
        </p:nvSpPr>
        <p:spPr>
          <a:xfrm>
            <a:off x="740067" y="3135443"/>
            <a:ext cx="684000" cy="684000"/>
          </a:xfrm>
          <a:prstGeom prst="ellipse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>
            <a:glow rad="76200">
              <a:srgbClr val="FFFFFF">
                <a:alpha val="13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EFBB4C4-7448-4B7B-BFB4-947919CE0CAF}"/>
              </a:ext>
            </a:extLst>
          </p:cNvPr>
          <p:cNvSpPr txBox="1"/>
          <p:nvPr/>
        </p:nvSpPr>
        <p:spPr>
          <a:xfrm>
            <a:off x="1540190" y="3158134"/>
            <a:ext cx="320179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 </a:t>
            </a:r>
            <a:r>
              <a:rPr lang="en-US" altLang="ko-KR" sz="1200" kern="0" spc="-20" dirty="0">
                <a:solidFill>
                  <a:srgbClr val="161516"/>
                </a:solidFill>
              </a:rPr>
              <a:t>: </a:t>
            </a: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  <p:sp>
        <p:nvSpPr>
          <p:cNvPr id="12" name="Oval 31">
            <a:extLst>
              <a:ext uri="{FF2B5EF4-FFF2-40B4-BE49-F238E27FC236}">
                <a16:creationId xmlns="" xmlns:a16="http://schemas.microsoft.com/office/drawing/2014/main" id="{BB91E3F0-CFB7-437B-B877-41DCFA314FD5}"/>
              </a:ext>
            </a:extLst>
          </p:cNvPr>
          <p:cNvSpPr/>
          <p:nvPr/>
        </p:nvSpPr>
        <p:spPr>
          <a:xfrm>
            <a:off x="740067" y="4164775"/>
            <a:ext cx="684000" cy="684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>
            <a:glow rad="76200">
              <a:srgbClr val="FFFFFF">
                <a:alpha val="13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532A31E-F0D7-4314-91E7-94FDA4CD0A2B}"/>
              </a:ext>
            </a:extLst>
          </p:cNvPr>
          <p:cNvSpPr txBox="1"/>
          <p:nvPr/>
        </p:nvSpPr>
        <p:spPr>
          <a:xfrm>
            <a:off x="1540190" y="4187466"/>
            <a:ext cx="320179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 </a:t>
            </a:r>
            <a:r>
              <a:rPr lang="en-US" altLang="ko-KR" sz="1200" kern="0" spc="-20" dirty="0">
                <a:solidFill>
                  <a:srgbClr val="161516"/>
                </a:solidFill>
              </a:rPr>
              <a:t>: </a:t>
            </a: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  <p:sp>
        <p:nvSpPr>
          <p:cNvPr id="14" name="Oval 34">
            <a:extLst>
              <a:ext uri="{FF2B5EF4-FFF2-40B4-BE49-F238E27FC236}">
                <a16:creationId xmlns="" xmlns:a16="http://schemas.microsoft.com/office/drawing/2014/main" id="{B44CC229-9D39-4135-B5AE-0727D1D849EF}"/>
              </a:ext>
            </a:extLst>
          </p:cNvPr>
          <p:cNvSpPr/>
          <p:nvPr/>
        </p:nvSpPr>
        <p:spPr>
          <a:xfrm>
            <a:off x="740067" y="5194108"/>
            <a:ext cx="684000" cy="684000"/>
          </a:xfrm>
          <a:prstGeom prst="ellips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glow rad="76200">
              <a:srgbClr val="FFFFFF">
                <a:alpha val="13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-20" normalizeH="0" baseline="0" noProof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157ECF0E-6882-4659-AE94-68867F837F93}"/>
              </a:ext>
            </a:extLst>
          </p:cNvPr>
          <p:cNvSpPr txBox="1"/>
          <p:nvPr/>
        </p:nvSpPr>
        <p:spPr>
          <a:xfrm>
            <a:off x="1540190" y="5216799"/>
            <a:ext cx="320179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 </a:t>
            </a:r>
            <a:r>
              <a:rPr lang="en-US" altLang="ko-KR" sz="1200" kern="0" spc="-20" dirty="0">
                <a:solidFill>
                  <a:srgbClr val="161516"/>
                </a:solidFill>
              </a:rPr>
              <a:t>: </a:t>
            </a: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684" y="5216799"/>
            <a:ext cx="609663" cy="609663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672" y="2134666"/>
            <a:ext cx="625506" cy="625506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700" y="3233035"/>
            <a:ext cx="488816" cy="48881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058" y="4259653"/>
            <a:ext cx="494244" cy="494244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38" y="1980852"/>
            <a:ext cx="914618" cy="91461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2" y="3138396"/>
            <a:ext cx="714749" cy="714749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2" y="4145432"/>
            <a:ext cx="722686" cy="722686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35" y="5090382"/>
            <a:ext cx="891452" cy="89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3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개체 1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3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3" name="개체 1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chart_bubble_1perpage"/>
          <p:cNvGraphicFramePr/>
          <p:nvPr>
            <p:extLst>
              <p:ext uri="{D42A27DB-BD31-4B8C-83A1-F6EECF244321}">
                <p14:modId xmlns:p14="http://schemas.microsoft.com/office/powerpoint/2010/main" val="1911426380"/>
              </p:ext>
            </p:extLst>
          </p:nvPr>
        </p:nvGraphicFramePr>
        <p:xfrm>
          <a:off x="1273689" y="2193925"/>
          <a:ext cx="7353300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76240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개체 1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60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3" name="개체 1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chart_scatter_2perpage"/>
          <p:cNvGraphicFramePr/>
          <p:nvPr>
            <p:extLst>
              <p:ext uri="{D42A27DB-BD31-4B8C-83A1-F6EECF244321}">
                <p14:modId xmlns:p14="http://schemas.microsoft.com/office/powerpoint/2010/main" val="1332336402"/>
              </p:ext>
            </p:extLst>
          </p:nvPr>
        </p:nvGraphicFramePr>
        <p:xfrm>
          <a:off x="971550" y="2600325"/>
          <a:ext cx="7867649" cy="321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59374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8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7" name="개체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제목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Диаграмма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020384"/>
              </p:ext>
            </p:extLst>
          </p:nvPr>
        </p:nvGraphicFramePr>
        <p:xfrm>
          <a:off x="493692" y="2356808"/>
          <a:ext cx="4320000" cy="3321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729667065"/>
              </p:ext>
            </p:extLst>
          </p:nvPr>
        </p:nvGraphicFramePr>
        <p:xfrm>
          <a:off x="5036945" y="2355850"/>
          <a:ext cx="4320000" cy="332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40564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08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제목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Up Arrow 3">
            <a:extLst>
              <a:ext uri="{FF2B5EF4-FFF2-40B4-BE49-F238E27FC236}">
                <a16:creationId xmlns="" xmlns:a16="http://schemas.microsoft.com/office/drawing/2014/main" id="{F43D5D99-90B8-439E-80E8-C973468E531A}"/>
              </a:ext>
            </a:extLst>
          </p:cNvPr>
          <p:cNvSpPr/>
          <p:nvPr/>
        </p:nvSpPr>
        <p:spPr>
          <a:xfrm>
            <a:off x="8478991" y="2264303"/>
            <a:ext cx="686118" cy="1420713"/>
          </a:xfrm>
          <a:prstGeom prst="upArrow">
            <a:avLst>
              <a:gd name="adj1" fmla="val 50000"/>
              <a:gd name="adj2" fmla="val 83318"/>
            </a:avLst>
          </a:prstGeom>
          <a:noFill/>
          <a:ln w="38100" cap="flat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D55633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Up Arrow 4">
            <a:extLst>
              <a:ext uri="{FF2B5EF4-FFF2-40B4-BE49-F238E27FC236}">
                <a16:creationId xmlns="" xmlns:a16="http://schemas.microsoft.com/office/drawing/2014/main" id="{F5F3DF7D-8CC2-4C73-97A5-49966CC4521A}"/>
              </a:ext>
            </a:extLst>
          </p:cNvPr>
          <p:cNvSpPr/>
          <p:nvPr/>
        </p:nvSpPr>
        <p:spPr>
          <a:xfrm rot="10800000">
            <a:off x="8478991" y="4208519"/>
            <a:ext cx="686118" cy="1420713"/>
          </a:xfrm>
          <a:prstGeom prst="upArrow">
            <a:avLst>
              <a:gd name="adj1" fmla="val 50000"/>
              <a:gd name="adj2" fmla="val 90722"/>
            </a:avLst>
          </a:prstGeom>
          <a:noFill/>
          <a:ln w="381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20" normalizeH="0" baseline="0" noProof="0" dirty="0" smtClean="0">
              <a:ln>
                <a:noFill/>
              </a:ln>
              <a:solidFill>
                <a:srgbClr val="003760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FF96723-C959-45F9-A48C-F76699C0E5FA}"/>
              </a:ext>
            </a:extLst>
          </p:cNvPr>
          <p:cNvSpPr txBox="1"/>
          <p:nvPr/>
        </p:nvSpPr>
        <p:spPr>
          <a:xfrm>
            <a:off x="7302161" y="3073968"/>
            <a:ext cx="936104" cy="5045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20" normalizeH="0" baseline="0" noProof="0" dirty="0">
                <a:ln>
                  <a:noFill/>
                </a:ln>
                <a:solidFill>
                  <a:srgbClr val="D55633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50%</a:t>
            </a:r>
            <a:endParaRPr kumimoji="0" lang="ko-KR" altLang="en-US" sz="2400" b="0" i="0" u="none" strike="noStrike" kern="1200" cap="none" spc="-20" normalizeH="0" baseline="0" noProof="0" dirty="0">
              <a:ln>
                <a:noFill/>
              </a:ln>
              <a:solidFill>
                <a:srgbClr val="D55633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CBBC4953-17BD-4891-970B-13E354C174E4}"/>
              </a:ext>
            </a:extLst>
          </p:cNvPr>
          <p:cNvSpPr txBox="1"/>
          <p:nvPr/>
        </p:nvSpPr>
        <p:spPr>
          <a:xfrm>
            <a:off x="7302161" y="4276349"/>
            <a:ext cx="936104" cy="5045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-2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  <a:cs typeface="Arial" pitchFamily="34" charset="0"/>
              </a:rPr>
              <a:t>18%</a:t>
            </a:r>
            <a:endParaRPr kumimoji="0" lang="ko-KR" altLang="en-US" sz="24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56058B1A-AC5D-4987-A7C1-B6365C9DDAF8}"/>
              </a:ext>
            </a:extLst>
          </p:cNvPr>
          <p:cNvSpPr txBox="1"/>
          <p:nvPr/>
        </p:nvSpPr>
        <p:spPr>
          <a:xfrm>
            <a:off x="6646168" y="2872443"/>
            <a:ext cx="153030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20" noProof="0" dirty="0" smtClean="0">
                <a:solidFill>
                  <a:srgbClr val="D55633"/>
                </a:solidFill>
                <a:latin typeface="본고딕 Normal"/>
                <a:ea typeface="본고딕 Normal"/>
                <a:cs typeface="Arial" pitchFamily="34" charset="0"/>
              </a:rPr>
              <a:t>텍스트 입력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rgbClr val="D55633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585066" y="1662725"/>
            <a:ext cx="6272934" cy="2064732"/>
            <a:chOff x="585066" y="1662725"/>
            <a:chExt cx="6272934" cy="2064732"/>
          </a:xfrm>
        </p:grpSpPr>
        <p:grpSp>
          <p:nvGrpSpPr>
            <p:cNvPr id="14" name="그룹 13"/>
            <p:cNvGrpSpPr/>
            <p:nvPr/>
          </p:nvGrpSpPr>
          <p:grpSpPr>
            <a:xfrm>
              <a:off x="585066" y="2048017"/>
              <a:ext cx="6272934" cy="1679440"/>
              <a:chOff x="381866" y="2048017"/>
              <a:chExt cx="6992404" cy="1679440"/>
            </a:xfrm>
          </p:grpSpPr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F31AFF9A-81D5-4657-8A3E-71023E665BAC}"/>
                  </a:ext>
                </a:extLst>
              </p:cNvPr>
              <p:cNvSpPr txBox="1"/>
              <p:nvPr/>
            </p:nvSpPr>
            <p:spPr>
              <a:xfrm>
                <a:off x="464394" y="2048017"/>
                <a:ext cx="1260332" cy="698023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4400" b="0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D55633"/>
                    </a:solidFill>
                    <a:effectLst/>
                    <a:uLnTx/>
                    <a:uFillTx/>
                    <a:latin typeface="본고딕 Bold" panose="020B0800000000000000" pitchFamily="34" charset="-127"/>
                    <a:ea typeface="본고딕 Bold" panose="020B0800000000000000" pitchFamily="34" charset="-127"/>
                    <a:cs typeface="Arial" pitchFamily="34" charset="0"/>
                  </a:rPr>
                  <a:t>50</a:t>
                </a:r>
                <a:r>
                  <a:rPr kumimoji="0" lang="en-US" altLang="ko-KR" sz="2400" b="0" i="0" u="none" strike="noStrike" kern="1200" cap="none" spc="-20" normalizeH="0" baseline="0" noProof="0" dirty="0">
                    <a:ln>
                      <a:noFill/>
                    </a:ln>
                    <a:solidFill>
                      <a:srgbClr val="D55633"/>
                    </a:solidFill>
                    <a:effectLst/>
                    <a:uLnTx/>
                    <a:uFillTx/>
                    <a:latin typeface="본고딕 Bold" panose="020B0800000000000000" pitchFamily="34" charset="-127"/>
                    <a:ea typeface="본고딕 Bold" panose="020B0800000000000000" pitchFamily="34" charset="-127"/>
                    <a:cs typeface="Arial" pitchFamily="34" charset="0"/>
                  </a:rPr>
                  <a:t>%</a:t>
                </a:r>
                <a:endParaRPr kumimoji="0" lang="ko-KR" altLang="en-US" sz="2400" b="0" i="0" u="none" strike="noStrike" kern="1200" cap="none" spc="-20" normalizeH="0" baseline="0" noProof="0" dirty="0">
                  <a:ln>
                    <a:noFill/>
                  </a:ln>
                  <a:solidFill>
                    <a:srgbClr val="D55633"/>
                  </a:solidFill>
                  <a:effectLst/>
                  <a:uLnTx/>
                  <a:uFillTx/>
                  <a:latin typeface="본고딕 Bold" panose="020B0800000000000000" pitchFamily="34" charset="-127"/>
                  <a:ea typeface="본고딕 Bold" panose="020B0800000000000000" pitchFamily="34" charset="-127"/>
                  <a:cs typeface="Arial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AF650999-BBE8-4B3C-B3D1-67DB2970342C}"/>
                  </a:ext>
                </a:extLst>
              </p:cNvPr>
              <p:cNvSpPr txBox="1"/>
              <p:nvPr/>
            </p:nvSpPr>
            <p:spPr>
              <a:xfrm>
                <a:off x="1676680" y="2096552"/>
                <a:ext cx="569759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lnSpc>
                    <a:spcPct val="120000"/>
                  </a:lnSpc>
                  <a:defRPr/>
                </a:pPr>
                <a:r>
                  <a:rPr lang="ko-KR" altLang="en-US" sz="1200" kern="0" spc="-20" dirty="0">
                    <a:solidFill>
                      <a:srgbClr val="161516"/>
                    </a:solidFill>
                  </a:rPr>
                  <a:t>텍스트를 입력하세요 텍스트를 입력하세요 텍스트를 입력하세요 텍스트를 입력하세요 텍스트를 입력하세요 </a:t>
                </a:r>
                <a:r>
                  <a:rPr lang="ko-KR" altLang="en-US" sz="1200" kern="0" spc="-20" dirty="0" smtClean="0">
                    <a:solidFill>
                      <a:srgbClr val="161516"/>
                    </a:solidFill>
                  </a:rPr>
                  <a:t>텍스트</a:t>
                </a:r>
                <a:r>
                  <a:rPr lang="ko-KR" altLang="en-US" sz="1200" kern="0" spc="-20" dirty="0">
                    <a:solidFill>
                      <a:srgbClr val="161516"/>
                    </a:solidFill>
                  </a:rPr>
                  <a:t>텍스트를 입력하세요 텍스트를 </a:t>
                </a:r>
                <a:r>
                  <a:rPr lang="ko-KR" altLang="en-US" sz="1200" kern="0" spc="-20" dirty="0" smtClean="0">
                    <a:solidFill>
                      <a:srgbClr val="161516"/>
                    </a:solidFill>
                  </a:rPr>
                  <a:t>입력하세요 </a:t>
                </a:r>
                <a:r>
                  <a:rPr lang="ko-KR" altLang="en-US" sz="1200" kern="0" spc="-20" dirty="0">
                    <a:solidFill>
                      <a:srgbClr val="161516"/>
                    </a:solidFill>
                  </a:rPr>
                  <a:t>텍스트를 입력하세요 텍스트를 입력하세요 텍스트를 </a:t>
                </a:r>
                <a:r>
                  <a:rPr lang="ko-KR" altLang="en-US" sz="1200" kern="0" spc="-20" dirty="0" smtClean="0">
                    <a:solidFill>
                      <a:srgbClr val="161516"/>
                    </a:solidFill>
                  </a:rPr>
                  <a:t>입력하세요</a:t>
                </a:r>
                <a:endParaRPr lang="en-US" altLang="ko-KR" sz="1200" kern="0" spc="-20" dirty="0">
                  <a:solidFill>
                    <a:srgbClr val="161516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349E8FE0-8C40-4678-A5C0-64AED3E4E8AA}"/>
                  </a:ext>
                </a:extLst>
              </p:cNvPr>
              <p:cNvSpPr txBox="1"/>
              <p:nvPr/>
            </p:nvSpPr>
            <p:spPr>
              <a:xfrm>
                <a:off x="381866" y="2764180"/>
                <a:ext cx="6992404" cy="96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lnSpc>
                    <a:spcPct val="120000"/>
                  </a:lnSpc>
                  <a:defRPr/>
                </a:pPr>
                <a:r>
                  <a:rPr lang="ko-KR" altLang="en-US" sz="1200" kern="0" spc="-20" dirty="0">
                    <a:solidFill>
                      <a:srgbClr val="161516"/>
                    </a:solidFill>
                  </a:rPr>
                  <a:t>텍스트를 입력하세요 텍스트를 입력하세요 텍스트를 입력하세요 텍스트를 입력하세요 텍스트를 입력하세요 </a:t>
                </a:r>
                <a:r>
                  <a:rPr lang="ko-KR" altLang="en-US" sz="1200" kern="0" spc="-20" dirty="0" smtClean="0">
                    <a:solidFill>
                      <a:srgbClr val="161516"/>
                    </a:solidFill>
                  </a:rPr>
                  <a:t>텍스트</a:t>
                </a:r>
                <a:r>
                  <a:rPr lang="ko-KR" altLang="en-US" sz="1200" kern="0" spc="-20" dirty="0">
                    <a:solidFill>
                      <a:srgbClr val="161516"/>
                    </a:solidFill>
                  </a:rPr>
                  <a:t>텍스트를 입력하세요 텍스트를 입력하세요 텍스트를 입력하세요 텍스트를 입력하세요 텍스트를 입력하세요 </a:t>
                </a:r>
                <a:r>
                  <a:rPr lang="ko-KR" altLang="en-US" sz="1200" kern="0" spc="-20" dirty="0" smtClean="0">
                    <a:solidFill>
                      <a:srgbClr val="161516"/>
                    </a:solidFill>
                  </a:rPr>
                  <a:t>텍스트</a:t>
                </a:r>
                <a:r>
                  <a:rPr lang="ko-KR" altLang="en-US" sz="1200" kern="0" spc="-20" dirty="0">
                    <a:solidFill>
                      <a:srgbClr val="161516"/>
                    </a:solidFill>
                  </a:rPr>
                  <a:t>텍스트를 입력하세요 텍스트를 입력하세요 </a:t>
                </a:r>
                <a:r>
                  <a:rPr lang="ko-KR" altLang="en-US" sz="1200" kern="0" spc="-20" dirty="0" smtClean="0">
                    <a:solidFill>
                      <a:srgbClr val="161516"/>
                    </a:solidFill>
                  </a:rPr>
                  <a:t>텍스트를</a:t>
                </a:r>
                <a:endParaRPr lang="en-US" altLang="ko-KR" sz="1200" kern="0" spc="-20" dirty="0">
                  <a:solidFill>
                    <a:srgbClr val="161516"/>
                  </a:solidFill>
                </a:endParaRPr>
              </a:p>
              <a:p>
                <a:pPr lvl="0" defTabSz="914400">
                  <a:lnSpc>
                    <a:spcPct val="120000"/>
                  </a:lnSpc>
                  <a:defRPr/>
                </a:pPr>
                <a:endParaRPr lang="en-US" altLang="ko-KR" sz="1200" kern="0" spc="-20" dirty="0">
                  <a:solidFill>
                    <a:srgbClr val="161516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2E72819C-B0F5-40C2-92A3-5F5DDAEA5584}"/>
                </a:ext>
              </a:extLst>
            </p:cNvPr>
            <p:cNvSpPr txBox="1"/>
            <p:nvPr/>
          </p:nvSpPr>
          <p:spPr>
            <a:xfrm>
              <a:off x="585066" y="1662725"/>
              <a:ext cx="2514086" cy="3671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spc="-20" noProof="0" dirty="0" err="1" smtClean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중제목</a:t>
              </a:r>
              <a:r>
                <a:rPr lang="en-US" altLang="ko-KR" sz="1600" spc="-20" noProof="0" dirty="0" smtClean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/Medium 16</a:t>
              </a:r>
              <a:r>
                <a:rPr lang="en-US" altLang="ko-KR" sz="1600" spc="-20" dirty="0" err="1" smtClean="0">
                  <a:solidFill>
                    <a:srgbClr val="161516"/>
                  </a:solidFill>
                  <a:latin typeface="본고딕 Medium" panose="020B0600000000000000" pitchFamily="34" charset="-127"/>
                  <a:ea typeface="본고딕 Medium" panose="020B0600000000000000" pitchFamily="34" charset="-127"/>
                  <a:cs typeface="Arial" pitchFamily="34" charset="0"/>
                </a:rPr>
                <a:t>pt</a:t>
              </a:r>
              <a:endParaRPr kumimoji="0" lang="ko-KR" altLang="en-US" sz="1600" b="0" i="0" u="none" strike="noStrike" kern="1200" cap="none" spc="-20" normalizeH="0" baseline="0" noProof="0" dirty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endParaRPr>
            </a:p>
          </p:txBody>
        </p:sp>
      </p:grpSp>
      <p:graphicFrame>
        <p:nvGraphicFramePr>
          <p:cNvPr id="19" name="Chart 15">
            <a:extLst>
              <a:ext uri="{FF2B5EF4-FFF2-40B4-BE49-F238E27FC236}">
                <a16:creationId xmlns="" xmlns:a16="http://schemas.microsoft.com/office/drawing/2014/main" id="{8B284A3E-BD6C-497C-B979-2908EE31B9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84301"/>
              </p:ext>
            </p:extLst>
          </p:nvPr>
        </p:nvGraphicFramePr>
        <p:xfrm>
          <a:off x="585068" y="3692250"/>
          <a:ext cx="6272932" cy="23720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56058B1A-AC5D-4987-A7C1-B6365C9DDAF8}"/>
              </a:ext>
            </a:extLst>
          </p:cNvPr>
          <p:cNvSpPr txBox="1"/>
          <p:nvPr/>
        </p:nvSpPr>
        <p:spPr>
          <a:xfrm>
            <a:off x="6646168" y="4679025"/>
            <a:ext cx="1530304" cy="2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spc="-20" noProof="0" dirty="0" smtClean="0">
                <a:solidFill>
                  <a:schemeClr val="tx2"/>
                </a:solidFill>
                <a:latin typeface="본고딕 Normal"/>
                <a:ea typeface="본고딕 Normal"/>
                <a:cs typeface="Arial" pitchFamily="34" charset="0"/>
              </a:rPr>
              <a:t>텍스트 입력</a:t>
            </a:r>
            <a:endParaRPr kumimoji="0" lang="ko-KR" altLang="en-US" sz="1200" b="0" i="0" u="none" strike="noStrike" kern="1200" cap="none" spc="-2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본고딕 Normal"/>
              <a:ea typeface="본고딕 Normal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45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개체 3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31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6" name="개체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Oval 47">
            <a:extLst>
              <a:ext uri="{FF2B5EF4-FFF2-40B4-BE49-F238E27FC236}">
                <a16:creationId xmlns="" xmlns:a16="http://schemas.microsoft.com/office/drawing/2014/main" id="{2AE81CD0-E876-4ED4-ABF3-5F063179F322}"/>
              </a:ext>
            </a:extLst>
          </p:cNvPr>
          <p:cNvSpPr/>
          <p:nvPr/>
        </p:nvSpPr>
        <p:spPr>
          <a:xfrm>
            <a:off x="5222711" y="4649986"/>
            <a:ext cx="569210" cy="5692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4" name="Oval 41">
            <a:extLst>
              <a:ext uri="{FF2B5EF4-FFF2-40B4-BE49-F238E27FC236}">
                <a16:creationId xmlns="" xmlns:a16="http://schemas.microsoft.com/office/drawing/2014/main" id="{AC32085E-4B86-44F6-820A-F530D04A810E}"/>
              </a:ext>
            </a:extLst>
          </p:cNvPr>
          <p:cNvSpPr/>
          <p:nvPr/>
        </p:nvSpPr>
        <p:spPr>
          <a:xfrm>
            <a:off x="1067825" y="4649986"/>
            <a:ext cx="569210" cy="569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31" name="텍스트 개체 틀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Chart 36">
            <a:extLst>
              <a:ext uri="{FF2B5EF4-FFF2-40B4-BE49-F238E27FC236}">
                <a16:creationId xmlns="" xmlns:a16="http://schemas.microsoft.com/office/drawing/2014/main" id="{ABAAAC1E-7DE7-4DAE-8629-F0B2C5AC19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4854543"/>
              </p:ext>
            </p:extLst>
          </p:nvPr>
        </p:nvGraphicFramePr>
        <p:xfrm>
          <a:off x="607891" y="2096550"/>
          <a:ext cx="8479114" cy="2411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31BE0F1-AB3D-4274-956D-AAB6B86BE19D}"/>
              </a:ext>
            </a:extLst>
          </p:cNvPr>
          <p:cNvSpPr txBox="1"/>
          <p:nvPr/>
        </p:nvSpPr>
        <p:spPr>
          <a:xfrm>
            <a:off x="1008353" y="5305575"/>
            <a:ext cx="80736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43%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C42B56AA-EF63-49B7-905A-4CBE173485A2}"/>
              </a:ext>
            </a:extLst>
          </p:cNvPr>
          <p:cNvSpPr txBox="1"/>
          <p:nvPr/>
        </p:nvSpPr>
        <p:spPr>
          <a:xfrm>
            <a:off x="5196214" y="5305575"/>
            <a:ext cx="80736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31%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1137106" y="4790659"/>
            <a:ext cx="430648" cy="289452"/>
            <a:chOff x="3046286" y="2834520"/>
            <a:chExt cx="484188" cy="325438"/>
          </a:xfrm>
        </p:grpSpPr>
        <p:sp>
          <p:nvSpPr>
            <p:cNvPr id="21" name="Rectangle 332"/>
            <p:cNvSpPr>
              <a:spLocks noChangeArrowheads="1"/>
            </p:cNvSpPr>
            <p:nvPr/>
          </p:nvSpPr>
          <p:spPr bwMode="auto">
            <a:xfrm>
              <a:off x="3046286" y="2834520"/>
              <a:ext cx="484188" cy="325438"/>
            </a:xfrm>
            <a:prstGeom prst="rect">
              <a:avLst/>
            </a:prstGeom>
            <a:solidFill>
              <a:srgbClr val="FFFFFF"/>
            </a:solidFill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2" name="Oval 333"/>
            <p:cNvSpPr>
              <a:spLocks noChangeArrowheads="1"/>
            </p:cNvSpPr>
            <p:nvPr/>
          </p:nvSpPr>
          <p:spPr bwMode="auto">
            <a:xfrm>
              <a:off x="3189161" y="2898020"/>
              <a:ext cx="198438" cy="196850"/>
            </a:xfrm>
            <a:prstGeom prst="ellipse">
              <a:avLst/>
            </a:prstGeom>
            <a:solidFill>
              <a:srgbClr val="ED1C2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5306301" y="4800184"/>
            <a:ext cx="390246" cy="261440"/>
            <a:chOff x="990473" y="2834520"/>
            <a:chExt cx="485775" cy="325438"/>
          </a:xfrm>
        </p:grpSpPr>
        <p:sp>
          <p:nvSpPr>
            <p:cNvPr id="24" name="Rectangle 317"/>
            <p:cNvSpPr>
              <a:spLocks noChangeArrowheads="1"/>
            </p:cNvSpPr>
            <p:nvPr/>
          </p:nvSpPr>
          <p:spPr bwMode="auto">
            <a:xfrm>
              <a:off x="990473" y="2834520"/>
              <a:ext cx="485775" cy="325438"/>
            </a:xfrm>
            <a:prstGeom prst="rect">
              <a:avLst/>
            </a:prstGeom>
            <a:solidFill>
              <a:srgbClr val="ED1C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5" name="Rectangle 318"/>
            <p:cNvSpPr>
              <a:spLocks noChangeArrowheads="1"/>
            </p:cNvSpPr>
            <p:nvPr/>
          </p:nvSpPr>
          <p:spPr bwMode="auto">
            <a:xfrm>
              <a:off x="990473" y="2834520"/>
              <a:ext cx="485775" cy="325438"/>
            </a:xfrm>
            <a:prstGeom prst="rect">
              <a:avLst/>
            </a:prstGeom>
            <a:solidFill>
              <a:srgbClr val="ED1C24"/>
            </a:solidFill>
            <a:ln w="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6" name="Freeform 319"/>
            <p:cNvSpPr>
              <a:spLocks/>
            </p:cNvSpPr>
            <p:nvPr/>
          </p:nvSpPr>
          <p:spPr bwMode="auto">
            <a:xfrm>
              <a:off x="1020636" y="2861508"/>
              <a:ext cx="96838" cy="92075"/>
            </a:xfrm>
            <a:custGeom>
              <a:avLst/>
              <a:gdLst>
                <a:gd name="T0" fmla="*/ 106 w 213"/>
                <a:gd name="T1" fmla="*/ 154 h 201"/>
                <a:gd name="T2" fmla="*/ 173 w 213"/>
                <a:gd name="T3" fmla="*/ 201 h 201"/>
                <a:gd name="T4" fmla="*/ 148 w 213"/>
                <a:gd name="T5" fmla="*/ 125 h 201"/>
                <a:gd name="T6" fmla="*/ 213 w 213"/>
                <a:gd name="T7" fmla="*/ 76 h 201"/>
                <a:gd name="T8" fmla="*/ 131 w 213"/>
                <a:gd name="T9" fmla="*/ 76 h 201"/>
                <a:gd name="T10" fmla="*/ 106 w 213"/>
                <a:gd name="T11" fmla="*/ 0 h 201"/>
                <a:gd name="T12" fmla="*/ 81 w 213"/>
                <a:gd name="T13" fmla="*/ 76 h 201"/>
                <a:gd name="T14" fmla="*/ 0 w 213"/>
                <a:gd name="T15" fmla="*/ 76 h 201"/>
                <a:gd name="T16" fmla="*/ 66 w 213"/>
                <a:gd name="T17" fmla="*/ 125 h 201"/>
                <a:gd name="T18" fmla="*/ 41 w 213"/>
                <a:gd name="T19" fmla="*/ 201 h 201"/>
                <a:gd name="T20" fmla="*/ 106 w 213"/>
                <a:gd name="T21" fmla="*/ 15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3" h="201">
                  <a:moveTo>
                    <a:pt x="106" y="154"/>
                  </a:moveTo>
                  <a:lnTo>
                    <a:pt x="173" y="201"/>
                  </a:lnTo>
                  <a:lnTo>
                    <a:pt x="148" y="125"/>
                  </a:lnTo>
                  <a:lnTo>
                    <a:pt x="213" y="76"/>
                  </a:lnTo>
                  <a:lnTo>
                    <a:pt x="131" y="76"/>
                  </a:lnTo>
                  <a:lnTo>
                    <a:pt x="106" y="0"/>
                  </a:lnTo>
                  <a:lnTo>
                    <a:pt x="81" y="76"/>
                  </a:lnTo>
                  <a:lnTo>
                    <a:pt x="0" y="76"/>
                  </a:lnTo>
                  <a:lnTo>
                    <a:pt x="66" y="125"/>
                  </a:lnTo>
                  <a:lnTo>
                    <a:pt x="41" y="201"/>
                  </a:lnTo>
                  <a:lnTo>
                    <a:pt x="106" y="154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7" name="Freeform 320"/>
            <p:cNvSpPr>
              <a:spLocks/>
            </p:cNvSpPr>
            <p:nvPr/>
          </p:nvSpPr>
          <p:spPr bwMode="auto">
            <a:xfrm>
              <a:off x="1134936" y="2844045"/>
              <a:ext cx="36513" cy="36513"/>
            </a:xfrm>
            <a:custGeom>
              <a:avLst/>
              <a:gdLst>
                <a:gd name="T0" fmla="*/ 49 w 79"/>
                <a:gd name="T1" fmla="*/ 50 h 82"/>
                <a:gd name="T2" fmla="*/ 79 w 79"/>
                <a:gd name="T3" fmla="*/ 43 h 82"/>
                <a:gd name="T4" fmla="*/ 50 w 79"/>
                <a:gd name="T5" fmla="*/ 32 h 82"/>
                <a:gd name="T6" fmla="*/ 53 w 79"/>
                <a:gd name="T7" fmla="*/ 0 h 82"/>
                <a:gd name="T8" fmla="*/ 33 w 79"/>
                <a:gd name="T9" fmla="*/ 24 h 82"/>
                <a:gd name="T10" fmla="*/ 4 w 79"/>
                <a:gd name="T11" fmla="*/ 13 h 82"/>
                <a:gd name="T12" fmla="*/ 20 w 79"/>
                <a:gd name="T13" fmla="*/ 39 h 82"/>
                <a:gd name="T14" fmla="*/ 0 w 79"/>
                <a:gd name="T15" fmla="*/ 63 h 82"/>
                <a:gd name="T16" fmla="*/ 30 w 79"/>
                <a:gd name="T17" fmla="*/ 55 h 82"/>
                <a:gd name="T18" fmla="*/ 48 w 79"/>
                <a:gd name="T19" fmla="*/ 82 h 82"/>
                <a:gd name="T20" fmla="*/ 49 w 79"/>
                <a:gd name="T21" fmla="*/ 5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82">
                  <a:moveTo>
                    <a:pt x="49" y="50"/>
                  </a:moveTo>
                  <a:lnTo>
                    <a:pt x="79" y="43"/>
                  </a:lnTo>
                  <a:lnTo>
                    <a:pt x="50" y="32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3"/>
                  </a:lnTo>
                  <a:lnTo>
                    <a:pt x="20" y="39"/>
                  </a:lnTo>
                  <a:lnTo>
                    <a:pt x="0" y="63"/>
                  </a:lnTo>
                  <a:lnTo>
                    <a:pt x="30" y="55"/>
                  </a:lnTo>
                  <a:lnTo>
                    <a:pt x="48" y="82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8" name="Freeform 321"/>
            <p:cNvSpPr>
              <a:spLocks/>
            </p:cNvSpPr>
            <p:nvPr/>
          </p:nvSpPr>
          <p:spPr bwMode="auto">
            <a:xfrm>
              <a:off x="1134936" y="2961520"/>
              <a:ext cx="36513" cy="36513"/>
            </a:xfrm>
            <a:custGeom>
              <a:avLst/>
              <a:gdLst>
                <a:gd name="T0" fmla="*/ 49 w 79"/>
                <a:gd name="T1" fmla="*/ 50 h 81"/>
                <a:gd name="T2" fmla="*/ 79 w 79"/>
                <a:gd name="T3" fmla="*/ 42 h 81"/>
                <a:gd name="T4" fmla="*/ 50 w 79"/>
                <a:gd name="T5" fmla="*/ 31 h 81"/>
                <a:gd name="T6" fmla="*/ 53 w 79"/>
                <a:gd name="T7" fmla="*/ 0 h 81"/>
                <a:gd name="T8" fmla="*/ 33 w 79"/>
                <a:gd name="T9" fmla="*/ 24 h 81"/>
                <a:gd name="T10" fmla="*/ 4 w 79"/>
                <a:gd name="T11" fmla="*/ 12 h 81"/>
                <a:gd name="T12" fmla="*/ 20 w 79"/>
                <a:gd name="T13" fmla="*/ 39 h 81"/>
                <a:gd name="T14" fmla="*/ 0 w 79"/>
                <a:gd name="T15" fmla="*/ 62 h 81"/>
                <a:gd name="T16" fmla="*/ 30 w 79"/>
                <a:gd name="T17" fmla="*/ 55 h 81"/>
                <a:gd name="T18" fmla="*/ 48 w 79"/>
                <a:gd name="T19" fmla="*/ 81 h 81"/>
                <a:gd name="T20" fmla="*/ 49 w 79"/>
                <a:gd name="T21" fmla="*/ 5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" h="81">
                  <a:moveTo>
                    <a:pt x="49" y="50"/>
                  </a:moveTo>
                  <a:lnTo>
                    <a:pt x="79" y="42"/>
                  </a:lnTo>
                  <a:lnTo>
                    <a:pt x="50" y="31"/>
                  </a:lnTo>
                  <a:lnTo>
                    <a:pt x="53" y="0"/>
                  </a:lnTo>
                  <a:lnTo>
                    <a:pt x="33" y="24"/>
                  </a:lnTo>
                  <a:lnTo>
                    <a:pt x="4" y="12"/>
                  </a:lnTo>
                  <a:lnTo>
                    <a:pt x="20" y="39"/>
                  </a:lnTo>
                  <a:lnTo>
                    <a:pt x="0" y="62"/>
                  </a:lnTo>
                  <a:lnTo>
                    <a:pt x="30" y="55"/>
                  </a:lnTo>
                  <a:lnTo>
                    <a:pt x="48" y="81"/>
                  </a:lnTo>
                  <a:lnTo>
                    <a:pt x="49" y="50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29" name="Freeform 322"/>
            <p:cNvSpPr>
              <a:spLocks/>
            </p:cNvSpPr>
            <p:nvPr/>
          </p:nvSpPr>
          <p:spPr bwMode="auto">
            <a:xfrm>
              <a:off x="1166686" y="2878970"/>
              <a:ext cx="36513" cy="36513"/>
            </a:xfrm>
            <a:custGeom>
              <a:avLst/>
              <a:gdLst>
                <a:gd name="T0" fmla="*/ 50 w 80"/>
                <a:gd name="T1" fmla="*/ 52 h 80"/>
                <a:gd name="T2" fmla="*/ 80 w 80"/>
                <a:gd name="T3" fmla="*/ 59 h 80"/>
                <a:gd name="T4" fmla="*/ 59 w 80"/>
                <a:gd name="T5" fmla="*/ 36 h 80"/>
                <a:gd name="T6" fmla="*/ 73 w 80"/>
                <a:gd name="T7" fmla="*/ 9 h 80"/>
                <a:gd name="T8" fmla="*/ 45 w 80"/>
                <a:gd name="T9" fmla="*/ 22 h 80"/>
                <a:gd name="T10" fmla="*/ 24 w 80"/>
                <a:gd name="T11" fmla="*/ 0 h 80"/>
                <a:gd name="T12" fmla="*/ 28 w 80"/>
                <a:gd name="T13" fmla="*/ 31 h 80"/>
                <a:gd name="T14" fmla="*/ 0 w 80"/>
                <a:gd name="T15" fmla="*/ 45 h 80"/>
                <a:gd name="T16" fmla="*/ 32 w 80"/>
                <a:gd name="T17" fmla="*/ 50 h 80"/>
                <a:gd name="T18" fmla="*/ 35 w 80"/>
                <a:gd name="T19" fmla="*/ 80 h 80"/>
                <a:gd name="T20" fmla="*/ 50 w 80"/>
                <a:gd name="T21" fmla="*/ 5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0" h="80">
                  <a:moveTo>
                    <a:pt x="50" y="52"/>
                  </a:moveTo>
                  <a:lnTo>
                    <a:pt x="80" y="59"/>
                  </a:lnTo>
                  <a:lnTo>
                    <a:pt x="59" y="36"/>
                  </a:lnTo>
                  <a:lnTo>
                    <a:pt x="73" y="9"/>
                  </a:lnTo>
                  <a:lnTo>
                    <a:pt x="45" y="22"/>
                  </a:lnTo>
                  <a:lnTo>
                    <a:pt x="24" y="0"/>
                  </a:lnTo>
                  <a:lnTo>
                    <a:pt x="28" y="31"/>
                  </a:lnTo>
                  <a:lnTo>
                    <a:pt x="0" y="45"/>
                  </a:lnTo>
                  <a:lnTo>
                    <a:pt x="32" y="50"/>
                  </a:lnTo>
                  <a:lnTo>
                    <a:pt x="35" y="80"/>
                  </a:lnTo>
                  <a:lnTo>
                    <a:pt x="50" y="52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30" name="Freeform 323"/>
            <p:cNvSpPr>
              <a:spLocks/>
            </p:cNvSpPr>
            <p:nvPr/>
          </p:nvSpPr>
          <p:spPr bwMode="auto">
            <a:xfrm>
              <a:off x="1166686" y="2928183"/>
              <a:ext cx="36513" cy="34925"/>
            </a:xfrm>
            <a:custGeom>
              <a:avLst/>
              <a:gdLst>
                <a:gd name="T0" fmla="*/ 41 w 81"/>
                <a:gd name="T1" fmla="*/ 59 h 77"/>
                <a:gd name="T2" fmla="*/ 68 w 81"/>
                <a:gd name="T3" fmla="*/ 76 h 77"/>
                <a:gd name="T4" fmla="*/ 56 w 81"/>
                <a:gd name="T5" fmla="*/ 47 h 77"/>
                <a:gd name="T6" fmla="*/ 81 w 81"/>
                <a:gd name="T7" fmla="*/ 27 h 77"/>
                <a:gd name="T8" fmla="*/ 50 w 81"/>
                <a:gd name="T9" fmla="*/ 29 h 77"/>
                <a:gd name="T10" fmla="*/ 40 w 81"/>
                <a:gd name="T11" fmla="*/ 0 h 77"/>
                <a:gd name="T12" fmla="*/ 31 w 81"/>
                <a:gd name="T13" fmla="*/ 30 h 77"/>
                <a:gd name="T14" fmla="*/ 0 w 81"/>
                <a:gd name="T15" fmla="*/ 30 h 77"/>
                <a:gd name="T16" fmla="*/ 25 w 81"/>
                <a:gd name="T17" fmla="*/ 47 h 77"/>
                <a:gd name="T18" fmla="*/ 18 w 81"/>
                <a:gd name="T19" fmla="*/ 77 h 77"/>
                <a:gd name="T20" fmla="*/ 41 w 81"/>
                <a:gd name="T21" fmla="*/ 59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1" h="77">
                  <a:moveTo>
                    <a:pt x="41" y="59"/>
                  </a:moveTo>
                  <a:lnTo>
                    <a:pt x="68" y="76"/>
                  </a:lnTo>
                  <a:lnTo>
                    <a:pt x="56" y="47"/>
                  </a:lnTo>
                  <a:lnTo>
                    <a:pt x="81" y="27"/>
                  </a:lnTo>
                  <a:lnTo>
                    <a:pt x="50" y="29"/>
                  </a:lnTo>
                  <a:lnTo>
                    <a:pt x="40" y="0"/>
                  </a:lnTo>
                  <a:lnTo>
                    <a:pt x="31" y="30"/>
                  </a:lnTo>
                  <a:lnTo>
                    <a:pt x="0" y="30"/>
                  </a:lnTo>
                  <a:lnTo>
                    <a:pt x="25" y="47"/>
                  </a:lnTo>
                  <a:lnTo>
                    <a:pt x="18" y="77"/>
                  </a:lnTo>
                  <a:lnTo>
                    <a:pt x="41" y="59"/>
                  </a:lnTo>
                  <a:close/>
                </a:path>
              </a:pathLst>
            </a:custGeom>
            <a:solidFill>
              <a:srgbClr val="FFF2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smtClean="0">
                <a:ln w="22225">
                  <a:solidFill>
                    <a:srgbClr val="757575"/>
                  </a:solidFill>
                  <a:prstDash val="solid"/>
                </a:ln>
                <a:solidFill>
                  <a:srgbClr val="757575">
                    <a:lumMod val="40000"/>
                    <a:lumOff val="60000"/>
                  </a:srgbClr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1865701" y="4619602"/>
            <a:ext cx="3030149" cy="12218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kumimoji="0" lang="en-US" altLang="ko-KR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</a:t>
            </a:r>
            <a:r>
              <a:rPr lang="en-US" altLang="ko-KR" sz="1400" kern="0" spc="-20" dirty="0" smtClean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Medium 14pt</a:t>
            </a:r>
            <a:endParaRPr kumimoji="0" lang="en-US" altLang="ko-KR" sz="1400" b="0" i="0" u="none" strike="noStrike" kern="0" cap="none" spc="-2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Arial" pitchFamily="34" charset="0"/>
            </a:endParaRP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r>
              <a:rPr lang="ko-KR" altLang="en-US" sz="1200" kern="0" spc="-20" dirty="0" err="1">
                <a:solidFill>
                  <a:srgbClr val="262626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 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75002" y="4600565"/>
            <a:ext cx="3030149" cy="12372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1" defTabSz="914400" latinLnBrk="1">
              <a:lnSpc>
                <a:spcPct val="120000"/>
              </a:lnSpc>
              <a:buClr>
                <a:srgbClr val="003760"/>
              </a:buClr>
              <a:defRPr/>
            </a:pPr>
            <a:r>
              <a:rPr lang="ko-KR" altLang="en-US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소제목</a:t>
            </a:r>
            <a:r>
              <a:rPr lang="en-US" altLang="ko-KR" sz="1400" kern="0" spc="-20" dirty="0">
                <a:solidFill>
                  <a:srgbClr val="262626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  <a:cs typeface="Arial" pitchFamily="34" charset="0"/>
              </a:rPr>
              <a:t>/Medium 14pt</a:t>
            </a:r>
          </a:p>
          <a:p>
            <a:pPr marL="0" marR="0" lvl="1" indent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760"/>
              </a:buClr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</a:t>
            </a:r>
            <a:r>
              <a:rPr kumimoji="0" lang="ko-KR" altLang="en-US" sz="1200" b="0" i="0" u="none" strike="noStrike" kern="0" cap="none" spc="-2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스트를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 입력하세요 텍스트를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입력하세요 </a:t>
            </a:r>
            <a:r>
              <a:rPr kumimoji="0" lang="ko-KR" alt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텍스트를 입력하세요 텍스트를 </a:t>
            </a: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Arial" pitchFamily="34" charset="0"/>
              </a:rPr>
              <a:t>입력하세요</a:t>
            </a:r>
            <a:endParaRPr kumimoji="0" lang="en-US" altLang="ko-KR" sz="12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개체 10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5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1" name="개체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5" name="차트 4"/>
          <p:cNvGraphicFramePr/>
          <p:nvPr>
            <p:extLst>
              <p:ext uri="{D42A27DB-BD31-4B8C-83A1-F6EECF244321}">
                <p14:modId xmlns:p14="http://schemas.microsoft.com/office/powerpoint/2010/main" val="3802719374"/>
              </p:ext>
            </p:extLst>
          </p:nvPr>
        </p:nvGraphicFramePr>
        <p:xfrm>
          <a:off x="859881" y="1835194"/>
          <a:ext cx="2749207" cy="2304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차트 5"/>
          <p:cNvGraphicFramePr/>
          <p:nvPr>
            <p:extLst>
              <p:ext uri="{D42A27DB-BD31-4B8C-83A1-F6EECF244321}">
                <p14:modId xmlns:p14="http://schemas.microsoft.com/office/powerpoint/2010/main" val="1121920805"/>
              </p:ext>
            </p:extLst>
          </p:nvPr>
        </p:nvGraphicFramePr>
        <p:xfrm>
          <a:off x="6353885" y="1858934"/>
          <a:ext cx="3071640" cy="2279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차트 6"/>
          <p:cNvGraphicFramePr/>
          <p:nvPr>
            <p:extLst>
              <p:ext uri="{D42A27DB-BD31-4B8C-83A1-F6EECF244321}">
                <p14:modId xmlns:p14="http://schemas.microsoft.com/office/powerpoint/2010/main" val="190796962"/>
              </p:ext>
            </p:extLst>
          </p:nvPr>
        </p:nvGraphicFramePr>
        <p:xfrm>
          <a:off x="3650450" y="1808421"/>
          <a:ext cx="2780173" cy="2330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94143" y="4181009"/>
            <a:ext cx="2245883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/Medium,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 </a:t>
            </a: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 텍스트 입력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17594" y="4181009"/>
            <a:ext cx="2245883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/Medium,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 </a:t>
            </a: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 텍스트 입력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763" y="4181009"/>
            <a:ext cx="2245883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/Medium,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defTabSz="9144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 텍스트텍스트를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 </a:t>
            </a: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 텍스트 입력</a:t>
            </a:r>
            <a:endParaRPr lang="en-US" altLang="ko-KR" sz="1200" kern="0" spc="-20" dirty="0">
              <a:solidFill>
                <a:srgbClr val="16151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85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7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제목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16" name="차트 15"/>
          <p:cNvGraphicFramePr/>
          <p:nvPr>
            <p:extLst>
              <p:ext uri="{D42A27DB-BD31-4B8C-83A1-F6EECF244321}">
                <p14:modId xmlns:p14="http://schemas.microsoft.com/office/powerpoint/2010/main" val="2323385174"/>
              </p:ext>
            </p:extLst>
          </p:nvPr>
        </p:nvGraphicFramePr>
        <p:xfrm>
          <a:off x="4447956" y="2283685"/>
          <a:ext cx="5210175" cy="363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8" name="차트 17"/>
          <p:cNvGraphicFramePr/>
          <p:nvPr>
            <p:extLst>
              <p:ext uri="{D42A27DB-BD31-4B8C-83A1-F6EECF244321}">
                <p14:modId xmlns:p14="http://schemas.microsoft.com/office/powerpoint/2010/main" val="3441198732"/>
              </p:ext>
            </p:extLst>
          </p:nvPr>
        </p:nvGraphicFramePr>
        <p:xfrm>
          <a:off x="0" y="2283685"/>
          <a:ext cx="5210175" cy="363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291976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개체 10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0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1" name="개체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텍스트를 입력하세요 텍스트를 입력하세요 텍스트를 입력하세요 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1429157" y="2276241"/>
            <a:ext cx="2593144" cy="2593144"/>
            <a:chOff x="1537948" y="2653659"/>
            <a:chExt cx="2593144" cy="2593144"/>
          </a:xfrm>
        </p:grpSpPr>
        <p:sp>
          <p:nvSpPr>
            <p:cNvPr id="39" name="자유형 38"/>
            <p:cNvSpPr/>
            <p:nvPr/>
          </p:nvSpPr>
          <p:spPr>
            <a:xfrm>
              <a:off x="2518816" y="2653659"/>
              <a:ext cx="295234" cy="251137"/>
            </a:xfrm>
            <a:custGeom>
              <a:avLst/>
              <a:gdLst>
                <a:gd name="connsiteX0" fmla="*/ 329700 w 329700"/>
                <a:gd name="connsiteY0" fmla="*/ 0 h 280455"/>
                <a:gd name="connsiteX1" fmla="*/ 329700 w 329700"/>
                <a:gd name="connsiteY1" fmla="*/ 245186 h 280455"/>
                <a:gd name="connsiteX2" fmla="*/ 229467 w 329700"/>
                <a:gd name="connsiteY2" fmla="*/ 250248 h 280455"/>
                <a:gd name="connsiteX3" fmla="*/ 109930 w 329700"/>
                <a:gd name="connsiteY3" fmla="*/ 268491 h 280455"/>
                <a:gd name="connsiteX4" fmla="*/ 63399 w 329700"/>
                <a:gd name="connsiteY4" fmla="*/ 280455 h 280455"/>
                <a:gd name="connsiteX5" fmla="*/ 0 w 329700"/>
                <a:gd name="connsiteY5" fmla="*/ 43847 h 280455"/>
                <a:gd name="connsiteX6" fmla="*/ 60517 w 329700"/>
                <a:gd name="connsiteY6" fmla="*/ 28286 h 280455"/>
                <a:gd name="connsiteX7" fmla="*/ 204398 w 329700"/>
                <a:gd name="connsiteY7" fmla="*/ 6328 h 280455"/>
                <a:gd name="connsiteX8" fmla="*/ 329700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0" name="자유형 39"/>
            <p:cNvSpPr/>
            <p:nvPr/>
          </p:nvSpPr>
          <p:spPr>
            <a:xfrm>
              <a:off x="2854989" y="2653659"/>
              <a:ext cx="295234" cy="251137"/>
            </a:xfrm>
            <a:custGeom>
              <a:avLst/>
              <a:gdLst>
                <a:gd name="connsiteX0" fmla="*/ 0 w 329700"/>
                <a:gd name="connsiteY0" fmla="*/ 0 h 280455"/>
                <a:gd name="connsiteX1" fmla="*/ 125301 w 329700"/>
                <a:gd name="connsiteY1" fmla="*/ 6328 h 280455"/>
                <a:gd name="connsiteX2" fmla="*/ 269182 w 329700"/>
                <a:gd name="connsiteY2" fmla="*/ 28286 h 280455"/>
                <a:gd name="connsiteX3" fmla="*/ 329700 w 329700"/>
                <a:gd name="connsiteY3" fmla="*/ 43847 h 280455"/>
                <a:gd name="connsiteX4" fmla="*/ 266301 w 329700"/>
                <a:gd name="connsiteY4" fmla="*/ 280455 h 280455"/>
                <a:gd name="connsiteX5" fmla="*/ 219769 w 329700"/>
                <a:gd name="connsiteY5" fmla="*/ 268491 h 280455"/>
                <a:gd name="connsiteX6" fmla="*/ 100232 w 329700"/>
                <a:gd name="connsiteY6" fmla="*/ 250248 h 280455"/>
                <a:gd name="connsiteX7" fmla="*/ 0 w 329700"/>
                <a:gd name="connsiteY7" fmla="*/ 245186 h 280455"/>
                <a:gd name="connsiteX8" fmla="*/ 0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1" name="자유형 40"/>
            <p:cNvSpPr/>
            <p:nvPr/>
          </p:nvSpPr>
          <p:spPr>
            <a:xfrm>
              <a:off x="2203715" y="2703117"/>
              <a:ext cx="332222" cy="303582"/>
            </a:xfrm>
            <a:custGeom>
              <a:avLst/>
              <a:gdLst>
                <a:gd name="connsiteX0" fmla="*/ 307606 w 371006"/>
                <a:gd name="connsiteY0" fmla="*/ 0 h 339023"/>
                <a:gd name="connsiteX1" fmla="*/ 371006 w 371006"/>
                <a:gd name="connsiteY1" fmla="*/ 236609 h 339023"/>
                <a:gd name="connsiteX2" fmla="*/ 346441 w 371006"/>
                <a:gd name="connsiteY2" fmla="*/ 242925 h 339023"/>
                <a:gd name="connsiteX3" fmla="*/ 130593 w 371006"/>
                <a:gd name="connsiteY3" fmla="*/ 334105 h 339023"/>
                <a:gd name="connsiteX4" fmla="*/ 122498 w 371006"/>
                <a:gd name="connsiteY4" fmla="*/ 339023 h 339023"/>
                <a:gd name="connsiteX5" fmla="*/ 0 w 371006"/>
                <a:gd name="connsiteY5" fmla="*/ 126849 h 339023"/>
                <a:gd name="connsiteX6" fmla="*/ 13723 w 371006"/>
                <a:gd name="connsiteY6" fmla="*/ 118512 h 339023"/>
                <a:gd name="connsiteX7" fmla="*/ 273531 w 371006"/>
                <a:gd name="connsiteY7" fmla="*/ 8762 h 339023"/>
                <a:gd name="connsiteX8" fmla="*/ 307606 w 371006"/>
                <a:gd name="connsiteY8" fmla="*/ 0 h 33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2" name="자유형 41"/>
            <p:cNvSpPr/>
            <p:nvPr/>
          </p:nvSpPr>
          <p:spPr>
            <a:xfrm>
              <a:off x="3133104" y="2703117"/>
              <a:ext cx="332221" cy="303581"/>
            </a:xfrm>
            <a:custGeom>
              <a:avLst/>
              <a:gdLst>
                <a:gd name="connsiteX0" fmla="*/ 63399 w 371005"/>
                <a:gd name="connsiteY0" fmla="*/ 0 h 339022"/>
                <a:gd name="connsiteX1" fmla="*/ 97473 w 371005"/>
                <a:gd name="connsiteY1" fmla="*/ 8761 h 339022"/>
                <a:gd name="connsiteX2" fmla="*/ 357281 w 371005"/>
                <a:gd name="connsiteY2" fmla="*/ 118511 h 339022"/>
                <a:gd name="connsiteX3" fmla="*/ 371005 w 371005"/>
                <a:gd name="connsiteY3" fmla="*/ 126849 h 339022"/>
                <a:gd name="connsiteX4" fmla="*/ 248507 w 371005"/>
                <a:gd name="connsiteY4" fmla="*/ 339022 h 339022"/>
                <a:gd name="connsiteX5" fmla="*/ 240411 w 371005"/>
                <a:gd name="connsiteY5" fmla="*/ 334104 h 339022"/>
                <a:gd name="connsiteX6" fmla="*/ 24563 w 371005"/>
                <a:gd name="connsiteY6" fmla="*/ 242924 h 339022"/>
                <a:gd name="connsiteX7" fmla="*/ 0 w 371005"/>
                <a:gd name="connsiteY7" fmla="*/ 236608 h 339022"/>
                <a:gd name="connsiteX8" fmla="*/ 63399 w 371005"/>
                <a:gd name="connsiteY8" fmla="*/ 0 h 339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3" name="자유형 42"/>
            <p:cNvSpPr/>
            <p:nvPr/>
          </p:nvSpPr>
          <p:spPr>
            <a:xfrm>
              <a:off x="1932138" y="2837967"/>
              <a:ext cx="346271" cy="336184"/>
            </a:xfrm>
            <a:custGeom>
              <a:avLst/>
              <a:gdLst>
                <a:gd name="connsiteX0" fmla="*/ 264197 w 386696"/>
                <a:gd name="connsiteY0" fmla="*/ 0 h 375431"/>
                <a:gd name="connsiteX1" fmla="*/ 386696 w 386696"/>
                <a:gd name="connsiteY1" fmla="*/ 212173 h 375431"/>
                <a:gd name="connsiteX2" fmla="*/ 334612 w 386696"/>
                <a:gd name="connsiteY2" fmla="*/ 243815 h 375431"/>
                <a:gd name="connsiteX3" fmla="*/ 241931 w 386696"/>
                <a:gd name="connsiteY3" fmla="*/ 313121 h 375431"/>
                <a:gd name="connsiteX4" fmla="*/ 173373 w 386696"/>
                <a:gd name="connsiteY4" fmla="*/ 375431 h 375431"/>
                <a:gd name="connsiteX5" fmla="*/ 0 w 386696"/>
                <a:gd name="connsiteY5" fmla="*/ 202058 h 375431"/>
                <a:gd name="connsiteX6" fmla="*/ 85970 w 386696"/>
                <a:gd name="connsiteY6" fmla="*/ 123923 h 375431"/>
                <a:gd name="connsiteX7" fmla="*/ 197526 w 386696"/>
                <a:gd name="connsiteY7" fmla="*/ 40503 h 375431"/>
                <a:gd name="connsiteX8" fmla="*/ 264197 w 386696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4" name="자유형 43"/>
            <p:cNvSpPr/>
            <p:nvPr/>
          </p:nvSpPr>
          <p:spPr>
            <a:xfrm>
              <a:off x="3390631" y="2837967"/>
              <a:ext cx="346270" cy="336184"/>
            </a:xfrm>
            <a:custGeom>
              <a:avLst/>
              <a:gdLst>
                <a:gd name="connsiteX0" fmla="*/ 122498 w 386695"/>
                <a:gd name="connsiteY0" fmla="*/ 0 h 375431"/>
                <a:gd name="connsiteX1" fmla="*/ 189168 w 386695"/>
                <a:gd name="connsiteY1" fmla="*/ 40503 h 375431"/>
                <a:gd name="connsiteX2" fmla="*/ 300724 w 386695"/>
                <a:gd name="connsiteY2" fmla="*/ 123923 h 375431"/>
                <a:gd name="connsiteX3" fmla="*/ 386695 w 386695"/>
                <a:gd name="connsiteY3" fmla="*/ 202058 h 375431"/>
                <a:gd name="connsiteX4" fmla="*/ 213322 w 386695"/>
                <a:gd name="connsiteY4" fmla="*/ 375431 h 375431"/>
                <a:gd name="connsiteX5" fmla="*/ 144763 w 386695"/>
                <a:gd name="connsiteY5" fmla="*/ 313121 h 375431"/>
                <a:gd name="connsiteX6" fmla="*/ 52082 w 386695"/>
                <a:gd name="connsiteY6" fmla="*/ 243815 h 375431"/>
                <a:gd name="connsiteX7" fmla="*/ 0 w 386695"/>
                <a:gd name="connsiteY7" fmla="*/ 212174 h 375431"/>
                <a:gd name="connsiteX8" fmla="*/ 122498 w 386695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5" name="자유형 44"/>
            <p:cNvSpPr/>
            <p:nvPr/>
          </p:nvSpPr>
          <p:spPr>
            <a:xfrm>
              <a:off x="1722255" y="3047850"/>
              <a:ext cx="336184" cy="346271"/>
            </a:xfrm>
            <a:custGeom>
              <a:avLst/>
              <a:gdLst>
                <a:gd name="connsiteX0" fmla="*/ 202058 w 375431"/>
                <a:gd name="connsiteY0" fmla="*/ 0 h 386696"/>
                <a:gd name="connsiteX1" fmla="*/ 375431 w 375431"/>
                <a:gd name="connsiteY1" fmla="*/ 173373 h 386696"/>
                <a:gd name="connsiteX2" fmla="*/ 313121 w 375431"/>
                <a:gd name="connsiteY2" fmla="*/ 241931 h 386696"/>
                <a:gd name="connsiteX3" fmla="*/ 243815 w 375431"/>
                <a:gd name="connsiteY3" fmla="*/ 334612 h 386696"/>
                <a:gd name="connsiteX4" fmla="*/ 212174 w 375431"/>
                <a:gd name="connsiteY4" fmla="*/ 386696 h 386696"/>
                <a:gd name="connsiteX5" fmla="*/ 0 w 375431"/>
                <a:gd name="connsiteY5" fmla="*/ 264197 h 386696"/>
                <a:gd name="connsiteX6" fmla="*/ 40503 w 375431"/>
                <a:gd name="connsiteY6" fmla="*/ 197526 h 386696"/>
                <a:gd name="connsiteX7" fmla="*/ 123923 w 375431"/>
                <a:gd name="connsiteY7" fmla="*/ 85970 h 386696"/>
                <a:gd name="connsiteX8" fmla="*/ 202058 w 375431"/>
                <a:gd name="connsiteY8" fmla="*/ 0 h 38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6" name="자유형 45"/>
            <p:cNvSpPr/>
            <p:nvPr/>
          </p:nvSpPr>
          <p:spPr>
            <a:xfrm>
              <a:off x="3610601" y="3047852"/>
              <a:ext cx="336184" cy="346270"/>
            </a:xfrm>
            <a:custGeom>
              <a:avLst/>
              <a:gdLst>
                <a:gd name="connsiteX0" fmla="*/ 173373 w 375431"/>
                <a:gd name="connsiteY0" fmla="*/ 0 h 386695"/>
                <a:gd name="connsiteX1" fmla="*/ 251507 w 375431"/>
                <a:gd name="connsiteY1" fmla="*/ 85969 h 386695"/>
                <a:gd name="connsiteX2" fmla="*/ 334927 w 375431"/>
                <a:gd name="connsiteY2" fmla="*/ 197525 h 386695"/>
                <a:gd name="connsiteX3" fmla="*/ 375431 w 375431"/>
                <a:gd name="connsiteY3" fmla="*/ 264196 h 386695"/>
                <a:gd name="connsiteX4" fmla="*/ 163257 w 375431"/>
                <a:gd name="connsiteY4" fmla="*/ 386695 h 386695"/>
                <a:gd name="connsiteX5" fmla="*/ 131615 w 375431"/>
                <a:gd name="connsiteY5" fmla="*/ 334611 h 386695"/>
                <a:gd name="connsiteX6" fmla="*/ 62309 w 375431"/>
                <a:gd name="connsiteY6" fmla="*/ 241930 h 386695"/>
                <a:gd name="connsiteX7" fmla="*/ 0 w 375431"/>
                <a:gd name="connsiteY7" fmla="*/ 173373 h 386695"/>
                <a:gd name="connsiteX8" fmla="*/ 173373 w 375431"/>
                <a:gd name="connsiteY8" fmla="*/ 0 h 38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7" name="자유형 46"/>
            <p:cNvSpPr/>
            <p:nvPr/>
          </p:nvSpPr>
          <p:spPr>
            <a:xfrm>
              <a:off x="1587405" y="3319425"/>
              <a:ext cx="303581" cy="332221"/>
            </a:xfrm>
            <a:custGeom>
              <a:avLst/>
              <a:gdLst>
                <a:gd name="connsiteX0" fmla="*/ 126848 w 339022"/>
                <a:gd name="connsiteY0" fmla="*/ 0 h 371006"/>
                <a:gd name="connsiteX1" fmla="*/ 339022 w 339022"/>
                <a:gd name="connsiteY1" fmla="*/ 122499 h 371006"/>
                <a:gd name="connsiteX2" fmla="*/ 334104 w 339022"/>
                <a:gd name="connsiteY2" fmla="*/ 130594 h 371006"/>
                <a:gd name="connsiteX3" fmla="*/ 242924 w 339022"/>
                <a:gd name="connsiteY3" fmla="*/ 346442 h 371006"/>
                <a:gd name="connsiteX4" fmla="*/ 236608 w 339022"/>
                <a:gd name="connsiteY4" fmla="*/ 371006 h 371006"/>
                <a:gd name="connsiteX5" fmla="*/ 0 w 339022"/>
                <a:gd name="connsiteY5" fmla="*/ 307607 h 371006"/>
                <a:gd name="connsiteX6" fmla="*/ 8761 w 339022"/>
                <a:gd name="connsiteY6" fmla="*/ 273532 h 371006"/>
                <a:gd name="connsiteX7" fmla="*/ 118511 w 339022"/>
                <a:gd name="connsiteY7" fmla="*/ 13724 h 371006"/>
                <a:gd name="connsiteX8" fmla="*/ 126848 w 339022"/>
                <a:gd name="connsiteY8" fmla="*/ 0 h 37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8" name="자유형 47"/>
            <p:cNvSpPr/>
            <p:nvPr/>
          </p:nvSpPr>
          <p:spPr>
            <a:xfrm>
              <a:off x="3778052" y="3319427"/>
              <a:ext cx="303582" cy="332221"/>
            </a:xfrm>
            <a:custGeom>
              <a:avLst/>
              <a:gdLst>
                <a:gd name="connsiteX0" fmla="*/ 212174 w 339023"/>
                <a:gd name="connsiteY0" fmla="*/ 0 h 371005"/>
                <a:gd name="connsiteX1" fmla="*/ 220511 w 339023"/>
                <a:gd name="connsiteY1" fmla="*/ 13723 h 371005"/>
                <a:gd name="connsiteX2" fmla="*/ 330261 w 339023"/>
                <a:gd name="connsiteY2" fmla="*/ 273531 h 371005"/>
                <a:gd name="connsiteX3" fmla="*/ 339023 w 339023"/>
                <a:gd name="connsiteY3" fmla="*/ 307606 h 371005"/>
                <a:gd name="connsiteX4" fmla="*/ 102414 w 339023"/>
                <a:gd name="connsiteY4" fmla="*/ 371005 h 371005"/>
                <a:gd name="connsiteX5" fmla="*/ 96098 w 339023"/>
                <a:gd name="connsiteY5" fmla="*/ 346441 h 371005"/>
                <a:gd name="connsiteX6" fmla="*/ 4918 w 339023"/>
                <a:gd name="connsiteY6" fmla="*/ 130593 h 371005"/>
                <a:gd name="connsiteX7" fmla="*/ 0 w 339023"/>
                <a:gd name="connsiteY7" fmla="*/ 122498 h 371005"/>
                <a:gd name="connsiteX8" fmla="*/ 212174 w 339023"/>
                <a:gd name="connsiteY8" fmla="*/ 0 h 3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49" name="자유형 48"/>
            <p:cNvSpPr/>
            <p:nvPr/>
          </p:nvSpPr>
          <p:spPr>
            <a:xfrm>
              <a:off x="1537948" y="3634526"/>
              <a:ext cx="251137" cy="295233"/>
            </a:xfrm>
            <a:custGeom>
              <a:avLst/>
              <a:gdLst>
                <a:gd name="connsiteX0" fmla="*/ 43846 w 280455"/>
                <a:gd name="connsiteY0" fmla="*/ 0 h 329700"/>
                <a:gd name="connsiteX1" fmla="*/ 280455 w 280455"/>
                <a:gd name="connsiteY1" fmla="*/ 63399 h 329700"/>
                <a:gd name="connsiteX2" fmla="*/ 268490 w 280455"/>
                <a:gd name="connsiteY2" fmla="*/ 109931 h 329700"/>
                <a:gd name="connsiteX3" fmla="*/ 250247 w 280455"/>
                <a:gd name="connsiteY3" fmla="*/ 229468 h 329700"/>
                <a:gd name="connsiteX4" fmla="*/ 245186 w 280455"/>
                <a:gd name="connsiteY4" fmla="*/ 329700 h 329700"/>
                <a:gd name="connsiteX5" fmla="*/ 0 w 280455"/>
                <a:gd name="connsiteY5" fmla="*/ 329700 h 329700"/>
                <a:gd name="connsiteX6" fmla="*/ 6327 w 280455"/>
                <a:gd name="connsiteY6" fmla="*/ 204399 h 329700"/>
                <a:gd name="connsiteX7" fmla="*/ 28285 w 280455"/>
                <a:gd name="connsiteY7" fmla="*/ 60518 h 329700"/>
                <a:gd name="connsiteX8" fmla="*/ 43846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tx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0" name="자유형 49"/>
            <p:cNvSpPr/>
            <p:nvPr/>
          </p:nvSpPr>
          <p:spPr>
            <a:xfrm>
              <a:off x="3879955" y="3634527"/>
              <a:ext cx="251137" cy="295233"/>
            </a:xfrm>
            <a:custGeom>
              <a:avLst/>
              <a:gdLst>
                <a:gd name="connsiteX0" fmla="*/ 236609 w 280455"/>
                <a:gd name="connsiteY0" fmla="*/ 0 h 329700"/>
                <a:gd name="connsiteX1" fmla="*/ 252169 w 280455"/>
                <a:gd name="connsiteY1" fmla="*/ 60517 h 329700"/>
                <a:gd name="connsiteX2" fmla="*/ 274127 w 280455"/>
                <a:gd name="connsiteY2" fmla="*/ 204398 h 329700"/>
                <a:gd name="connsiteX3" fmla="*/ 280455 w 280455"/>
                <a:gd name="connsiteY3" fmla="*/ 329700 h 329700"/>
                <a:gd name="connsiteX4" fmla="*/ 35269 w 280455"/>
                <a:gd name="connsiteY4" fmla="*/ 329700 h 329700"/>
                <a:gd name="connsiteX5" fmla="*/ 30207 w 280455"/>
                <a:gd name="connsiteY5" fmla="*/ 229467 h 329700"/>
                <a:gd name="connsiteX6" fmla="*/ 11964 w 280455"/>
                <a:gd name="connsiteY6" fmla="*/ 109930 h 329700"/>
                <a:gd name="connsiteX7" fmla="*/ 0 w 280455"/>
                <a:gd name="connsiteY7" fmla="*/ 63399 h 329700"/>
                <a:gd name="connsiteX8" fmla="*/ 236609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1" name="자유형 50"/>
            <p:cNvSpPr/>
            <p:nvPr/>
          </p:nvSpPr>
          <p:spPr>
            <a:xfrm>
              <a:off x="1537948" y="3970700"/>
              <a:ext cx="251137" cy="295233"/>
            </a:xfrm>
            <a:custGeom>
              <a:avLst/>
              <a:gdLst>
                <a:gd name="connsiteX0" fmla="*/ 0 w 280455"/>
                <a:gd name="connsiteY0" fmla="*/ 0 h 329700"/>
                <a:gd name="connsiteX1" fmla="*/ 245186 w 280455"/>
                <a:gd name="connsiteY1" fmla="*/ 0 h 329700"/>
                <a:gd name="connsiteX2" fmla="*/ 250247 w 280455"/>
                <a:gd name="connsiteY2" fmla="*/ 100232 h 329700"/>
                <a:gd name="connsiteX3" fmla="*/ 268490 w 280455"/>
                <a:gd name="connsiteY3" fmla="*/ 219769 h 329700"/>
                <a:gd name="connsiteX4" fmla="*/ 280455 w 280455"/>
                <a:gd name="connsiteY4" fmla="*/ 266301 h 329700"/>
                <a:gd name="connsiteX5" fmla="*/ 43846 w 280455"/>
                <a:gd name="connsiteY5" fmla="*/ 329700 h 329700"/>
                <a:gd name="connsiteX6" fmla="*/ 28285 w 280455"/>
                <a:gd name="connsiteY6" fmla="*/ 269182 h 329700"/>
                <a:gd name="connsiteX7" fmla="*/ 6327 w 280455"/>
                <a:gd name="connsiteY7" fmla="*/ 125301 h 329700"/>
                <a:gd name="connsiteX8" fmla="*/ 0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2" name="자유형 51"/>
            <p:cNvSpPr/>
            <p:nvPr/>
          </p:nvSpPr>
          <p:spPr>
            <a:xfrm>
              <a:off x="3879955" y="3970700"/>
              <a:ext cx="251137" cy="295233"/>
            </a:xfrm>
            <a:custGeom>
              <a:avLst/>
              <a:gdLst>
                <a:gd name="connsiteX0" fmla="*/ 35269 w 280455"/>
                <a:gd name="connsiteY0" fmla="*/ 0 h 329700"/>
                <a:gd name="connsiteX1" fmla="*/ 280455 w 280455"/>
                <a:gd name="connsiteY1" fmla="*/ 0 h 329700"/>
                <a:gd name="connsiteX2" fmla="*/ 274127 w 280455"/>
                <a:gd name="connsiteY2" fmla="*/ 125301 h 329700"/>
                <a:gd name="connsiteX3" fmla="*/ 252169 w 280455"/>
                <a:gd name="connsiteY3" fmla="*/ 269182 h 329700"/>
                <a:gd name="connsiteX4" fmla="*/ 236609 w 280455"/>
                <a:gd name="connsiteY4" fmla="*/ 329700 h 329700"/>
                <a:gd name="connsiteX5" fmla="*/ 0 w 280455"/>
                <a:gd name="connsiteY5" fmla="*/ 266300 h 329700"/>
                <a:gd name="connsiteX6" fmla="*/ 11964 w 280455"/>
                <a:gd name="connsiteY6" fmla="*/ 219769 h 329700"/>
                <a:gd name="connsiteX7" fmla="*/ 30207 w 280455"/>
                <a:gd name="connsiteY7" fmla="*/ 100232 h 329700"/>
                <a:gd name="connsiteX8" fmla="*/ 35269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3" name="자유형 52"/>
            <p:cNvSpPr/>
            <p:nvPr/>
          </p:nvSpPr>
          <p:spPr>
            <a:xfrm>
              <a:off x="3778052" y="4248814"/>
              <a:ext cx="303581" cy="332221"/>
            </a:xfrm>
            <a:custGeom>
              <a:avLst/>
              <a:gdLst>
                <a:gd name="connsiteX0" fmla="*/ 102413 w 339022"/>
                <a:gd name="connsiteY0" fmla="*/ 0 h 371006"/>
                <a:gd name="connsiteX1" fmla="*/ 339022 w 339022"/>
                <a:gd name="connsiteY1" fmla="*/ 63399 h 371006"/>
                <a:gd name="connsiteX2" fmla="*/ 330260 w 339022"/>
                <a:gd name="connsiteY2" fmla="*/ 97474 h 371006"/>
                <a:gd name="connsiteX3" fmla="*/ 220510 w 339022"/>
                <a:gd name="connsiteY3" fmla="*/ 357282 h 371006"/>
                <a:gd name="connsiteX4" fmla="*/ 212173 w 339022"/>
                <a:gd name="connsiteY4" fmla="*/ 371006 h 371006"/>
                <a:gd name="connsiteX5" fmla="*/ 0 w 339022"/>
                <a:gd name="connsiteY5" fmla="*/ 248507 h 371006"/>
                <a:gd name="connsiteX6" fmla="*/ 4917 w 339022"/>
                <a:gd name="connsiteY6" fmla="*/ 240412 h 371006"/>
                <a:gd name="connsiteX7" fmla="*/ 96097 w 339022"/>
                <a:gd name="connsiteY7" fmla="*/ 24564 h 371006"/>
                <a:gd name="connsiteX8" fmla="*/ 102413 w 339022"/>
                <a:gd name="connsiteY8" fmla="*/ 0 h 37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4" name="자유형 53"/>
            <p:cNvSpPr/>
            <p:nvPr/>
          </p:nvSpPr>
          <p:spPr>
            <a:xfrm>
              <a:off x="1587405" y="4248814"/>
              <a:ext cx="303581" cy="332221"/>
            </a:xfrm>
            <a:custGeom>
              <a:avLst/>
              <a:gdLst>
                <a:gd name="connsiteX0" fmla="*/ 236608 w 339022"/>
                <a:gd name="connsiteY0" fmla="*/ 0 h 371006"/>
                <a:gd name="connsiteX1" fmla="*/ 242924 w 339022"/>
                <a:gd name="connsiteY1" fmla="*/ 24563 h 371006"/>
                <a:gd name="connsiteX2" fmla="*/ 334104 w 339022"/>
                <a:gd name="connsiteY2" fmla="*/ 240411 h 371006"/>
                <a:gd name="connsiteX3" fmla="*/ 339022 w 339022"/>
                <a:gd name="connsiteY3" fmla="*/ 248507 h 371006"/>
                <a:gd name="connsiteX4" fmla="*/ 126849 w 339022"/>
                <a:gd name="connsiteY4" fmla="*/ 371006 h 371006"/>
                <a:gd name="connsiteX5" fmla="*/ 118511 w 339022"/>
                <a:gd name="connsiteY5" fmla="*/ 357281 h 371006"/>
                <a:gd name="connsiteX6" fmla="*/ 8761 w 339022"/>
                <a:gd name="connsiteY6" fmla="*/ 97473 h 371006"/>
                <a:gd name="connsiteX7" fmla="*/ 0 w 339022"/>
                <a:gd name="connsiteY7" fmla="*/ 63399 h 371006"/>
                <a:gd name="connsiteX8" fmla="*/ 236608 w 339022"/>
                <a:gd name="connsiteY8" fmla="*/ 0 h 37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5" name="자유형 54"/>
            <p:cNvSpPr/>
            <p:nvPr/>
          </p:nvSpPr>
          <p:spPr>
            <a:xfrm>
              <a:off x="3610600" y="4506341"/>
              <a:ext cx="336183" cy="346270"/>
            </a:xfrm>
            <a:custGeom>
              <a:avLst/>
              <a:gdLst>
                <a:gd name="connsiteX0" fmla="*/ 163257 w 375430"/>
                <a:gd name="connsiteY0" fmla="*/ 0 h 386695"/>
                <a:gd name="connsiteX1" fmla="*/ 375430 w 375430"/>
                <a:gd name="connsiteY1" fmla="*/ 122498 h 386695"/>
                <a:gd name="connsiteX2" fmla="*/ 334927 w 375430"/>
                <a:gd name="connsiteY2" fmla="*/ 189169 h 386695"/>
                <a:gd name="connsiteX3" fmla="*/ 251507 w 375430"/>
                <a:gd name="connsiteY3" fmla="*/ 300725 h 386695"/>
                <a:gd name="connsiteX4" fmla="*/ 173373 w 375430"/>
                <a:gd name="connsiteY4" fmla="*/ 386695 h 386695"/>
                <a:gd name="connsiteX5" fmla="*/ 0 w 375430"/>
                <a:gd name="connsiteY5" fmla="*/ 213322 h 386695"/>
                <a:gd name="connsiteX6" fmla="*/ 62309 w 375430"/>
                <a:gd name="connsiteY6" fmla="*/ 144764 h 386695"/>
                <a:gd name="connsiteX7" fmla="*/ 131615 w 375430"/>
                <a:gd name="connsiteY7" fmla="*/ 52083 h 386695"/>
                <a:gd name="connsiteX8" fmla="*/ 163257 w 375430"/>
                <a:gd name="connsiteY8" fmla="*/ 0 h 38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6" name="자유형 55"/>
            <p:cNvSpPr/>
            <p:nvPr/>
          </p:nvSpPr>
          <p:spPr>
            <a:xfrm>
              <a:off x="1722255" y="4506340"/>
              <a:ext cx="336184" cy="346271"/>
            </a:xfrm>
            <a:custGeom>
              <a:avLst/>
              <a:gdLst>
                <a:gd name="connsiteX0" fmla="*/ 212174 w 375431"/>
                <a:gd name="connsiteY0" fmla="*/ 0 h 386696"/>
                <a:gd name="connsiteX1" fmla="*/ 243815 w 375431"/>
                <a:gd name="connsiteY1" fmla="*/ 52083 h 386696"/>
                <a:gd name="connsiteX2" fmla="*/ 313121 w 375431"/>
                <a:gd name="connsiteY2" fmla="*/ 144764 h 386696"/>
                <a:gd name="connsiteX3" fmla="*/ 375431 w 375431"/>
                <a:gd name="connsiteY3" fmla="*/ 213323 h 386696"/>
                <a:gd name="connsiteX4" fmla="*/ 202058 w 375431"/>
                <a:gd name="connsiteY4" fmla="*/ 386696 h 386696"/>
                <a:gd name="connsiteX5" fmla="*/ 123923 w 375431"/>
                <a:gd name="connsiteY5" fmla="*/ 300725 h 386696"/>
                <a:gd name="connsiteX6" fmla="*/ 40503 w 375431"/>
                <a:gd name="connsiteY6" fmla="*/ 189169 h 386696"/>
                <a:gd name="connsiteX7" fmla="*/ 0 w 375431"/>
                <a:gd name="connsiteY7" fmla="*/ 122499 h 386696"/>
                <a:gd name="connsiteX8" fmla="*/ 212174 w 375431"/>
                <a:gd name="connsiteY8" fmla="*/ 0 h 38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7" name="자유형 56"/>
            <p:cNvSpPr/>
            <p:nvPr/>
          </p:nvSpPr>
          <p:spPr>
            <a:xfrm>
              <a:off x="3390630" y="4726311"/>
              <a:ext cx="346270" cy="336184"/>
            </a:xfrm>
            <a:custGeom>
              <a:avLst/>
              <a:gdLst>
                <a:gd name="connsiteX0" fmla="*/ 213322 w 386694"/>
                <a:gd name="connsiteY0" fmla="*/ 0 h 375431"/>
                <a:gd name="connsiteX1" fmla="*/ 386694 w 386694"/>
                <a:gd name="connsiteY1" fmla="*/ 173373 h 375431"/>
                <a:gd name="connsiteX2" fmla="*/ 300724 w 386694"/>
                <a:gd name="connsiteY2" fmla="*/ 251508 h 375431"/>
                <a:gd name="connsiteX3" fmla="*/ 189168 w 386694"/>
                <a:gd name="connsiteY3" fmla="*/ 334928 h 375431"/>
                <a:gd name="connsiteX4" fmla="*/ 122498 w 386694"/>
                <a:gd name="connsiteY4" fmla="*/ 375431 h 375431"/>
                <a:gd name="connsiteX5" fmla="*/ 0 w 386694"/>
                <a:gd name="connsiteY5" fmla="*/ 163257 h 375431"/>
                <a:gd name="connsiteX6" fmla="*/ 52082 w 386694"/>
                <a:gd name="connsiteY6" fmla="*/ 131616 h 375431"/>
                <a:gd name="connsiteX7" fmla="*/ 144763 w 386694"/>
                <a:gd name="connsiteY7" fmla="*/ 62310 h 375431"/>
                <a:gd name="connsiteX8" fmla="*/ 213322 w 386694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8" name="자유형 57"/>
            <p:cNvSpPr/>
            <p:nvPr/>
          </p:nvSpPr>
          <p:spPr>
            <a:xfrm>
              <a:off x="1932140" y="4726312"/>
              <a:ext cx="346270" cy="336184"/>
            </a:xfrm>
            <a:custGeom>
              <a:avLst/>
              <a:gdLst>
                <a:gd name="connsiteX0" fmla="*/ 173373 w 386695"/>
                <a:gd name="connsiteY0" fmla="*/ 0 h 375431"/>
                <a:gd name="connsiteX1" fmla="*/ 241930 w 386695"/>
                <a:gd name="connsiteY1" fmla="*/ 62309 h 375431"/>
                <a:gd name="connsiteX2" fmla="*/ 334611 w 386695"/>
                <a:gd name="connsiteY2" fmla="*/ 131615 h 375431"/>
                <a:gd name="connsiteX3" fmla="*/ 386695 w 386695"/>
                <a:gd name="connsiteY3" fmla="*/ 163257 h 375431"/>
                <a:gd name="connsiteX4" fmla="*/ 264196 w 386695"/>
                <a:gd name="connsiteY4" fmla="*/ 375431 h 375431"/>
                <a:gd name="connsiteX5" fmla="*/ 197525 w 386695"/>
                <a:gd name="connsiteY5" fmla="*/ 334927 h 375431"/>
                <a:gd name="connsiteX6" fmla="*/ 85969 w 386695"/>
                <a:gd name="connsiteY6" fmla="*/ 251507 h 375431"/>
                <a:gd name="connsiteX7" fmla="*/ 0 w 386695"/>
                <a:gd name="connsiteY7" fmla="*/ 173373 h 375431"/>
                <a:gd name="connsiteX8" fmla="*/ 173373 w 386695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59" name="자유형 58"/>
            <p:cNvSpPr/>
            <p:nvPr/>
          </p:nvSpPr>
          <p:spPr>
            <a:xfrm>
              <a:off x="3133104" y="4893763"/>
              <a:ext cx="332221" cy="303582"/>
            </a:xfrm>
            <a:custGeom>
              <a:avLst/>
              <a:gdLst>
                <a:gd name="connsiteX0" fmla="*/ 248506 w 371005"/>
                <a:gd name="connsiteY0" fmla="*/ 0 h 339023"/>
                <a:gd name="connsiteX1" fmla="*/ 371005 w 371005"/>
                <a:gd name="connsiteY1" fmla="*/ 212174 h 339023"/>
                <a:gd name="connsiteX2" fmla="*/ 357281 w 371005"/>
                <a:gd name="connsiteY2" fmla="*/ 220511 h 339023"/>
                <a:gd name="connsiteX3" fmla="*/ 97473 w 371005"/>
                <a:gd name="connsiteY3" fmla="*/ 330261 h 339023"/>
                <a:gd name="connsiteX4" fmla="*/ 63399 w 371005"/>
                <a:gd name="connsiteY4" fmla="*/ 339023 h 339023"/>
                <a:gd name="connsiteX5" fmla="*/ 0 w 371005"/>
                <a:gd name="connsiteY5" fmla="*/ 102414 h 339023"/>
                <a:gd name="connsiteX6" fmla="*/ 24563 w 371005"/>
                <a:gd name="connsiteY6" fmla="*/ 96098 h 339023"/>
                <a:gd name="connsiteX7" fmla="*/ 240411 w 371005"/>
                <a:gd name="connsiteY7" fmla="*/ 4918 h 339023"/>
                <a:gd name="connsiteX8" fmla="*/ 248506 w 371005"/>
                <a:gd name="connsiteY8" fmla="*/ 0 h 33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0" name="자유형 59"/>
            <p:cNvSpPr/>
            <p:nvPr/>
          </p:nvSpPr>
          <p:spPr>
            <a:xfrm>
              <a:off x="2203715" y="4893763"/>
              <a:ext cx="332222" cy="303582"/>
            </a:xfrm>
            <a:custGeom>
              <a:avLst/>
              <a:gdLst>
                <a:gd name="connsiteX0" fmla="*/ 122498 w 371006"/>
                <a:gd name="connsiteY0" fmla="*/ 0 h 339023"/>
                <a:gd name="connsiteX1" fmla="*/ 130593 w 371006"/>
                <a:gd name="connsiteY1" fmla="*/ 4918 h 339023"/>
                <a:gd name="connsiteX2" fmla="*/ 346441 w 371006"/>
                <a:gd name="connsiteY2" fmla="*/ 96098 h 339023"/>
                <a:gd name="connsiteX3" fmla="*/ 371006 w 371006"/>
                <a:gd name="connsiteY3" fmla="*/ 102414 h 339023"/>
                <a:gd name="connsiteX4" fmla="*/ 307607 w 371006"/>
                <a:gd name="connsiteY4" fmla="*/ 339023 h 339023"/>
                <a:gd name="connsiteX5" fmla="*/ 273531 w 371006"/>
                <a:gd name="connsiteY5" fmla="*/ 330261 h 339023"/>
                <a:gd name="connsiteX6" fmla="*/ 13723 w 371006"/>
                <a:gd name="connsiteY6" fmla="*/ 220511 h 339023"/>
                <a:gd name="connsiteX7" fmla="*/ 0 w 371006"/>
                <a:gd name="connsiteY7" fmla="*/ 212174 h 339023"/>
                <a:gd name="connsiteX8" fmla="*/ 122498 w 371006"/>
                <a:gd name="connsiteY8" fmla="*/ 0 h 33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1" name="자유형 60"/>
            <p:cNvSpPr/>
            <p:nvPr/>
          </p:nvSpPr>
          <p:spPr>
            <a:xfrm>
              <a:off x="2854989" y="4995666"/>
              <a:ext cx="295234" cy="251137"/>
            </a:xfrm>
            <a:custGeom>
              <a:avLst/>
              <a:gdLst>
                <a:gd name="connsiteX0" fmla="*/ 266301 w 329700"/>
                <a:gd name="connsiteY0" fmla="*/ 0 h 280455"/>
                <a:gd name="connsiteX1" fmla="*/ 329700 w 329700"/>
                <a:gd name="connsiteY1" fmla="*/ 236609 h 280455"/>
                <a:gd name="connsiteX2" fmla="*/ 269182 w 329700"/>
                <a:gd name="connsiteY2" fmla="*/ 252169 h 280455"/>
                <a:gd name="connsiteX3" fmla="*/ 125301 w 329700"/>
                <a:gd name="connsiteY3" fmla="*/ 274127 h 280455"/>
                <a:gd name="connsiteX4" fmla="*/ 0 w 329700"/>
                <a:gd name="connsiteY4" fmla="*/ 280455 h 280455"/>
                <a:gd name="connsiteX5" fmla="*/ 0 w 329700"/>
                <a:gd name="connsiteY5" fmla="*/ 35269 h 280455"/>
                <a:gd name="connsiteX6" fmla="*/ 100232 w 329700"/>
                <a:gd name="connsiteY6" fmla="*/ 30207 h 280455"/>
                <a:gd name="connsiteX7" fmla="*/ 219769 w 329700"/>
                <a:gd name="connsiteY7" fmla="*/ 11964 h 280455"/>
                <a:gd name="connsiteX8" fmla="*/ 266301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2" name="자유형 61"/>
            <p:cNvSpPr/>
            <p:nvPr/>
          </p:nvSpPr>
          <p:spPr>
            <a:xfrm>
              <a:off x="2518816" y="4995666"/>
              <a:ext cx="295234" cy="251137"/>
            </a:xfrm>
            <a:custGeom>
              <a:avLst/>
              <a:gdLst>
                <a:gd name="connsiteX0" fmla="*/ 63399 w 329700"/>
                <a:gd name="connsiteY0" fmla="*/ 0 h 280455"/>
                <a:gd name="connsiteX1" fmla="*/ 109930 w 329700"/>
                <a:gd name="connsiteY1" fmla="*/ 11964 h 280455"/>
                <a:gd name="connsiteX2" fmla="*/ 229467 w 329700"/>
                <a:gd name="connsiteY2" fmla="*/ 30207 h 280455"/>
                <a:gd name="connsiteX3" fmla="*/ 329700 w 329700"/>
                <a:gd name="connsiteY3" fmla="*/ 35269 h 280455"/>
                <a:gd name="connsiteX4" fmla="*/ 329700 w 329700"/>
                <a:gd name="connsiteY4" fmla="*/ 280455 h 280455"/>
                <a:gd name="connsiteX5" fmla="*/ 204398 w 329700"/>
                <a:gd name="connsiteY5" fmla="*/ 274127 h 280455"/>
                <a:gd name="connsiteX6" fmla="*/ 60517 w 329700"/>
                <a:gd name="connsiteY6" fmla="*/ 252169 h 280455"/>
                <a:gd name="connsiteX7" fmla="*/ 0 w 329700"/>
                <a:gd name="connsiteY7" fmla="*/ 236609 h 280455"/>
                <a:gd name="connsiteX8" fmla="*/ 63399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001598" y="3471988"/>
              <a:ext cx="1665841" cy="9233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2452"/>
                  </a:solidFill>
                  <a:effectLst/>
                  <a:uLnTx/>
                  <a:uFillTx/>
                  <a:latin typeface="본고딕 Bold" panose="020B0800000000000000" pitchFamily="34" charset="-127"/>
                  <a:ea typeface="본고딕 Bold" panose="020B0800000000000000" pitchFamily="34" charset="-127"/>
                </a:rPr>
                <a:t>25%</a:t>
              </a:r>
              <a:endPara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5662491" y="2276241"/>
            <a:ext cx="2593144" cy="2593144"/>
            <a:chOff x="1537948" y="2653659"/>
            <a:chExt cx="2593144" cy="2593144"/>
          </a:xfrm>
        </p:grpSpPr>
        <p:sp>
          <p:nvSpPr>
            <p:cNvPr id="66" name="자유형 65"/>
            <p:cNvSpPr/>
            <p:nvPr/>
          </p:nvSpPr>
          <p:spPr>
            <a:xfrm>
              <a:off x="2518816" y="2653659"/>
              <a:ext cx="295234" cy="251137"/>
            </a:xfrm>
            <a:custGeom>
              <a:avLst/>
              <a:gdLst>
                <a:gd name="connsiteX0" fmla="*/ 329700 w 329700"/>
                <a:gd name="connsiteY0" fmla="*/ 0 h 280455"/>
                <a:gd name="connsiteX1" fmla="*/ 329700 w 329700"/>
                <a:gd name="connsiteY1" fmla="*/ 245186 h 280455"/>
                <a:gd name="connsiteX2" fmla="*/ 229467 w 329700"/>
                <a:gd name="connsiteY2" fmla="*/ 250248 h 280455"/>
                <a:gd name="connsiteX3" fmla="*/ 109930 w 329700"/>
                <a:gd name="connsiteY3" fmla="*/ 268491 h 280455"/>
                <a:gd name="connsiteX4" fmla="*/ 63399 w 329700"/>
                <a:gd name="connsiteY4" fmla="*/ 280455 h 280455"/>
                <a:gd name="connsiteX5" fmla="*/ 0 w 329700"/>
                <a:gd name="connsiteY5" fmla="*/ 43847 h 280455"/>
                <a:gd name="connsiteX6" fmla="*/ 60517 w 329700"/>
                <a:gd name="connsiteY6" fmla="*/ 28286 h 280455"/>
                <a:gd name="connsiteX7" fmla="*/ 204398 w 329700"/>
                <a:gd name="connsiteY7" fmla="*/ 6328 h 280455"/>
                <a:gd name="connsiteX8" fmla="*/ 329700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329700" y="0"/>
                  </a:moveTo>
                  <a:lnTo>
                    <a:pt x="329700" y="245186"/>
                  </a:lnTo>
                  <a:lnTo>
                    <a:pt x="229467" y="250248"/>
                  </a:lnTo>
                  <a:cubicBezTo>
                    <a:pt x="188995" y="254358"/>
                    <a:pt x="149116" y="260473"/>
                    <a:pt x="109930" y="268491"/>
                  </a:cubicBezTo>
                  <a:lnTo>
                    <a:pt x="63399" y="280455"/>
                  </a:lnTo>
                  <a:lnTo>
                    <a:pt x="0" y="43847"/>
                  </a:lnTo>
                  <a:lnTo>
                    <a:pt x="60517" y="28286"/>
                  </a:lnTo>
                  <a:cubicBezTo>
                    <a:pt x="107683" y="18635"/>
                    <a:pt x="155684" y="11275"/>
                    <a:pt x="204398" y="6328"/>
                  </a:cubicBezTo>
                  <a:lnTo>
                    <a:pt x="32970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7" name="자유형 66"/>
            <p:cNvSpPr/>
            <p:nvPr/>
          </p:nvSpPr>
          <p:spPr>
            <a:xfrm>
              <a:off x="2854989" y="2653659"/>
              <a:ext cx="295234" cy="251137"/>
            </a:xfrm>
            <a:custGeom>
              <a:avLst/>
              <a:gdLst>
                <a:gd name="connsiteX0" fmla="*/ 0 w 329700"/>
                <a:gd name="connsiteY0" fmla="*/ 0 h 280455"/>
                <a:gd name="connsiteX1" fmla="*/ 125301 w 329700"/>
                <a:gd name="connsiteY1" fmla="*/ 6328 h 280455"/>
                <a:gd name="connsiteX2" fmla="*/ 269182 w 329700"/>
                <a:gd name="connsiteY2" fmla="*/ 28286 h 280455"/>
                <a:gd name="connsiteX3" fmla="*/ 329700 w 329700"/>
                <a:gd name="connsiteY3" fmla="*/ 43847 h 280455"/>
                <a:gd name="connsiteX4" fmla="*/ 266301 w 329700"/>
                <a:gd name="connsiteY4" fmla="*/ 280455 h 280455"/>
                <a:gd name="connsiteX5" fmla="*/ 219769 w 329700"/>
                <a:gd name="connsiteY5" fmla="*/ 268491 h 280455"/>
                <a:gd name="connsiteX6" fmla="*/ 100232 w 329700"/>
                <a:gd name="connsiteY6" fmla="*/ 250248 h 280455"/>
                <a:gd name="connsiteX7" fmla="*/ 0 w 329700"/>
                <a:gd name="connsiteY7" fmla="*/ 245186 h 280455"/>
                <a:gd name="connsiteX8" fmla="*/ 0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0" y="0"/>
                  </a:moveTo>
                  <a:lnTo>
                    <a:pt x="125301" y="6328"/>
                  </a:lnTo>
                  <a:cubicBezTo>
                    <a:pt x="174016" y="11275"/>
                    <a:pt x="222016" y="18635"/>
                    <a:pt x="269182" y="28286"/>
                  </a:cubicBezTo>
                  <a:lnTo>
                    <a:pt x="329700" y="43847"/>
                  </a:lnTo>
                  <a:lnTo>
                    <a:pt x="266301" y="280455"/>
                  </a:lnTo>
                  <a:lnTo>
                    <a:pt x="219769" y="268491"/>
                  </a:lnTo>
                  <a:cubicBezTo>
                    <a:pt x="180584" y="260473"/>
                    <a:pt x="140704" y="254358"/>
                    <a:pt x="100232" y="250248"/>
                  </a:cubicBezTo>
                  <a:lnTo>
                    <a:pt x="0" y="24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8" name="자유형 67"/>
            <p:cNvSpPr/>
            <p:nvPr/>
          </p:nvSpPr>
          <p:spPr>
            <a:xfrm>
              <a:off x="2203715" y="2703117"/>
              <a:ext cx="332222" cy="303582"/>
            </a:xfrm>
            <a:custGeom>
              <a:avLst/>
              <a:gdLst>
                <a:gd name="connsiteX0" fmla="*/ 307606 w 371006"/>
                <a:gd name="connsiteY0" fmla="*/ 0 h 339023"/>
                <a:gd name="connsiteX1" fmla="*/ 371006 w 371006"/>
                <a:gd name="connsiteY1" fmla="*/ 236609 h 339023"/>
                <a:gd name="connsiteX2" fmla="*/ 346441 w 371006"/>
                <a:gd name="connsiteY2" fmla="*/ 242925 h 339023"/>
                <a:gd name="connsiteX3" fmla="*/ 130593 w 371006"/>
                <a:gd name="connsiteY3" fmla="*/ 334105 h 339023"/>
                <a:gd name="connsiteX4" fmla="*/ 122498 w 371006"/>
                <a:gd name="connsiteY4" fmla="*/ 339023 h 339023"/>
                <a:gd name="connsiteX5" fmla="*/ 0 w 371006"/>
                <a:gd name="connsiteY5" fmla="*/ 126849 h 339023"/>
                <a:gd name="connsiteX6" fmla="*/ 13723 w 371006"/>
                <a:gd name="connsiteY6" fmla="*/ 118512 h 339023"/>
                <a:gd name="connsiteX7" fmla="*/ 273531 w 371006"/>
                <a:gd name="connsiteY7" fmla="*/ 8762 h 339023"/>
                <a:gd name="connsiteX8" fmla="*/ 307606 w 371006"/>
                <a:gd name="connsiteY8" fmla="*/ 0 h 33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6" h="339023">
                  <a:moveTo>
                    <a:pt x="307606" y="0"/>
                  </a:moveTo>
                  <a:lnTo>
                    <a:pt x="371006" y="236609"/>
                  </a:lnTo>
                  <a:lnTo>
                    <a:pt x="346441" y="242925"/>
                  </a:lnTo>
                  <a:cubicBezTo>
                    <a:pt x="271046" y="266376"/>
                    <a:pt x="198827" y="297038"/>
                    <a:pt x="130593" y="334105"/>
                  </a:cubicBezTo>
                  <a:lnTo>
                    <a:pt x="122498" y="339023"/>
                  </a:lnTo>
                  <a:lnTo>
                    <a:pt x="0" y="126849"/>
                  </a:lnTo>
                  <a:lnTo>
                    <a:pt x="13723" y="118512"/>
                  </a:lnTo>
                  <a:cubicBezTo>
                    <a:pt x="95854" y="73896"/>
                    <a:pt x="182780" y="36989"/>
                    <a:pt x="273531" y="8762"/>
                  </a:cubicBezTo>
                  <a:lnTo>
                    <a:pt x="307606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69" name="자유형 68"/>
            <p:cNvSpPr/>
            <p:nvPr/>
          </p:nvSpPr>
          <p:spPr>
            <a:xfrm>
              <a:off x="3133104" y="2703117"/>
              <a:ext cx="332221" cy="303581"/>
            </a:xfrm>
            <a:custGeom>
              <a:avLst/>
              <a:gdLst>
                <a:gd name="connsiteX0" fmla="*/ 63399 w 371005"/>
                <a:gd name="connsiteY0" fmla="*/ 0 h 339022"/>
                <a:gd name="connsiteX1" fmla="*/ 97473 w 371005"/>
                <a:gd name="connsiteY1" fmla="*/ 8761 h 339022"/>
                <a:gd name="connsiteX2" fmla="*/ 357281 w 371005"/>
                <a:gd name="connsiteY2" fmla="*/ 118511 h 339022"/>
                <a:gd name="connsiteX3" fmla="*/ 371005 w 371005"/>
                <a:gd name="connsiteY3" fmla="*/ 126849 h 339022"/>
                <a:gd name="connsiteX4" fmla="*/ 248507 w 371005"/>
                <a:gd name="connsiteY4" fmla="*/ 339022 h 339022"/>
                <a:gd name="connsiteX5" fmla="*/ 240411 w 371005"/>
                <a:gd name="connsiteY5" fmla="*/ 334104 h 339022"/>
                <a:gd name="connsiteX6" fmla="*/ 24563 w 371005"/>
                <a:gd name="connsiteY6" fmla="*/ 242924 h 339022"/>
                <a:gd name="connsiteX7" fmla="*/ 0 w 371005"/>
                <a:gd name="connsiteY7" fmla="*/ 236608 h 339022"/>
                <a:gd name="connsiteX8" fmla="*/ 63399 w 371005"/>
                <a:gd name="connsiteY8" fmla="*/ 0 h 339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5" h="339022">
                  <a:moveTo>
                    <a:pt x="63399" y="0"/>
                  </a:moveTo>
                  <a:lnTo>
                    <a:pt x="97473" y="8761"/>
                  </a:lnTo>
                  <a:cubicBezTo>
                    <a:pt x="188224" y="36988"/>
                    <a:pt x="275151" y="73895"/>
                    <a:pt x="357281" y="118511"/>
                  </a:cubicBezTo>
                  <a:lnTo>
                    <a:pt x="371005" y="126849"/>
                  </a:lnTo>
                  <a:lnTo>
                    <a:pt x="248507" y="339022"/>
                  </a:lnTo>
                  <a:lnTo>
                    <a:pt x="240411" y="334104"/>
                  </a:lnTo>
                  <a:cubicBezTo>
                    <a:pt x="172177" y="297037"/>
                    <a:pt x="99959" y="266375"/>
                    <a:pt x="24563" y="242924"/>
                  </a:cubicBezTo>
                  <a:lnTo>
                    <a:pt x="0" y="236608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0" name="자유형 69"/>
            <p:cNvSpPr/>
            <p:nvPr/>
          </p:nvSpPr>
          <p:spPr>
            <a:xfrm>
              <a:off x="1932138" y="2837967"/>
              <a:ext cx="346271" cy="336184"/>
            </a:xfrm>
            <a:custGeom>
              <a:avLst/>
              <a:gdLst>
                <a:gd name="connsiteX0" fmla="*/ 264197 w 386696"/>
                <a:gd name="connsiteY0" fmla="*/ 0 h 375431"/>
                <a:gd name="connsiteX1" fmla="*/ 386696 w 386696"/>
                <a:gd name="connsiteY1" fmla="*/ 212173 h 375431"/>
                <a:gd name="connsiteX2" fmla="*/ 334612 w 386696"/>
                <a:gd name="connsiteY2" fmla="*/ 243815 h 375431"/>
                <a:gd name="connsiteX3" fmla="*/ 241931 w 386696"/>
                <a:gd name="connsiteY3" fmla="*/ 313121 h 375431"/>
                <a:gd name="connsiteX4" fmla="*/ 173373 w 386696"/>
                <a:gd name="connsiteY4" fmla="*/ 375431 h 375431"/>
                <a:gd name="connsiteX5" fmla="*/ 0 w 386696"/>
                <a:gd name="connsiteY5" fmla="*/ 202058 h 375431"/>
                <a:gd name="connsiteX6" fmla="*/ 85970 w 386696"/>
                <a:gd name="connsiteY6" fmla="*/ 123923 h 375431"/>
                <a:gd name="connsiteX7" fmla="*/ 197526 w 386696"/>
                <a:gd name="connsiteY7" fmla="*/ 40503 h 375431"/>
                <a:gd name="connsiteX8" fmla="*/ 264197 w 386696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6" h="375431">
                  <a:moveTo>
                    <a:pt x="264197" y="0"/>
                  </a:moveTo>
                  <a:lnTo>
                    <a:pt x="386696" y="212173"/>
                  </a:lnTo>
                  <a:lnTo>
                    <a:pt x="334612" y="243815"/>
                  </a:lnTo>
                  <a:cubicBezTo>
                    <a:pt x="302588" y="265450"/>
                    <a:pt x="271661" y="288586"/>
                    <a:pt x="241931" y="313121"/>
                  </a:cubicBezTo>
                  <a:lnTo>
                    <a:pt x="173373" y="375431"/>
                  </a:lnTo>
                  <a:lnTo>
                    <a:pt x="0" y="202058"/>
                  </a:lnTo>
                  <a:lnTo>
                    <a:pt x="85970" y="123923"/>
                  </a:lnTo>
                  <a:cubicBezTo>
                    <a:pt x="121754" y="94392"/>
                    <a:pt x="158980" y="66545"/>
                    <a:pt x="197526" y="40503"/>
                  </a:cubicBezTo>
                  <a:lnTo>
                    <a:pt x="264197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1" name="자유형 70"/>
            <p:cNvSpPr/>
            <p:nvPr/>
          </p:nvSpPr>
          <p:spPr>
            <a:xfrm>
              <a:off x="3390631" y="2837967"/>
              <a:ext cx="346270" cy="336184"/>
            </a:xfrm>
            <a:custGeom>
              <a:avLst/>
              <a:gdLst>
                <a:gd name="connsiteX0" fmla="*/ 122498 w 386695"/>
                <a:gd name="connsiteY0" fmla="*/ 0 h 375431"/>
                <a:gd name="connsiteX1" fmla="*/ 189168 w 386695"/>
                <a:gd name="connsiteY1" fmla="*/ 40503 h 375431"/>
                <a:gd name="connsiteX2" fmla="*/ 300724 w 386695"/>
                <a:gd name="connsiteY2" fmla="*/ 123923 h 375431"/>
                <a:gd name="connsiteX3" fmla="*/ 386695 w 386695"/>
                <a:gd name="connsiteY3" fmla="*/ 202058 h 375431"/>
                <a:gd name="connsiteX4" fmla="*/ 213322 w 386695"/>
                <a:gd name="connsiteY4" fmla="*/ 375431 h 375431"/>
                <a:gd name="connsiteX5" fmla="*/ 144763 w 386695"/>
                <a:gd name="connsiteY5" fmla="*/ 313121 h 375431"/>
                <a:gd name="connsiteX6" fmla="*/ 52082 w 386695"/>
                <a:gd name="connsiteY6" fmla="*/ 243815 h 375431"/>
                <a:gd name="connsiteX7" fmla="*/ 0 w 386695"/>
                <a:gd name="connsiteY7" fmla="*/ 212174 h 375431"/>
                <a:gd name="connsiteX8" fmla="*/ 122498 w 386695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5" h="375431">
                  <a:moveTo>
                    <a:pt x="122498" y="0"/>
                  </a:moveTo>
                  <a:lnTo>
                    <a:pt x="189168" y="40503"/>
                  </a:lnTo>
                  <a:cubicBezTo>
                    <a:pt x="227714" y="66545"/>
                    <a:pt x="264940" y="94392"/>
                    <a:pt x="300724" y="123923"/>
                  </a:cubicBezTo>
                  <a:lnTo>
                    <a:pt x="386695" y="202058"/>
                  </a:lnTo>
                  <a:lnTo>
                    <a:pt x="213322" y="375431"/>
                  </a:lnTo>
                  <a:lnTo>
                    <a:pt x="144763" y="313121"/>
                  </a:lnTo>
                  <a:cubicBezTo>
                    <a:pt x="115034" y="288586"/>
                    <a:pt x="84107" y="265450"/>
                    <a:pt x="52082" y="243815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2" name="자유형 71"/>
            <p:cNvSpPr/>
            <p:nvPr/>
          </p:nvSpPr>
          <p:spPr>
            <a:xfrm>
              <a:off x="1722255" y="3047850"/>
              <a:ext cx="336184" cy="346271"/>
            </a:xfrm>
            <a:custGeom>
              <a:avLst/>
              <a:gdLst>
                <a:gd name="connsiteX0" fmla="*/ 202058 w 375431"/>
                <a:gd name="connsiteY0" fmla="*/ 0 h 386696"/>
                <a:gd name="connsiteX1" fmla="*/ 375431 w 375431"/>
                <a:gd name="connsiteY1" fmla="*/ 173373 h 386696"/>
                <a:gd name="connsiteX2" fmla="*/ 313121 w 375431"/>
                <a:gd name="connsiteY2" fmla="*/ 241931 h 386696"/>
                <a:gd name="connsiteX3" fmla="*/ 243815 w 375431"/>
                <a:gd name="connsiteY3" fmla="*/ 334612 h 386696"/>
                <a:gd name="connsiteX4" fmla="*/ 212174 w 375431"/>
                <a:gd name="connsiteY4" fmla="*/ 386696 h 386696"/>
                <a:gd name="connsiteX5" fmla="*/ 0 w 375431"/>
                <a:gd name="connsiteY5" fmla="*/ 264197 h 386696"/>
                <a:gd name="connsiteX6" fmla="*/ 40503 w 375431"/>
                <a:gd name="connsiteY6" fmla="*/ 197526 h 386696"/>
                <a:gd name="connsiteX7" fmla="*/ 123923 w 375431"/>
                <a:gd name="connsiteY7" fmla="*/ 85970 h 386696"/>
                <a:gd name="connsiteX8" fmla="*/ 202058 w 375431"/>
                <a:gd name="connsiteY8" fmla="*/ 0 h 38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1" h="386696">
                  <a:moveTo>
                    <a:pt x="202058" y="0"/>
                  </a:moveTo>
                  <a:lnTo>
                    <a:pt x="375431" y="173373"/>
                  </a:lnTo>
                  <a:lnTo>
                    <a:pt x="313121" y="241931"/>
                  </a:lnTo>
                  <a:cubicBezTo>
                    <a:pt x="288586" y="271661"/>
                    <a:pt x="265450" y="302588"/>
                    <a:pt x="243815" y="334612"/>
                  </a:cubicBezTo>
                  <a:lnTo>
                    <a:pt x="212174" y="386696"/>
                  </a:lnTo>
                  <a:lnTo>
                    <a:pt x="0" y="264197"/>
                  </a:lnTo>
                  <a:lnTo>
                    <a:pt x="40503" y="197526"/>
                  </a:lnTo>
                  <a:cubicBezTo>
                    <a:pt x="66545" y="158980"/>
                    <a:pt x="94392" y="121754"/>
                    <a:pt x="123923" y="85970"/>
                  </a:cubicBezTo>
                  <a:lnTo>
                    <a:pt x="202058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3" name="자유형 72"/>
            <p:cNvSpPr/>
            <p:nvPr/>
          </p:nvSpPr>
          <p:spPr>
            <a:xfrm>
              <a:off x="3610601" y="3047852"/>
              <a:ext cx="336184" cy="346270"/>
            </a:xfrm>
            <a:custGeom>
              <a:avLst/>
              <a:gdLst>
                <a:gd name="connsiteX0" fmla="*/ 173373 w 375431"/>
                <a:gd name="connsiteY0" fmla="*/ 0 h 386695"/>
                <a:gd name="connsiteX1" fmla="*/ 251507 w 375431"/>
                <a:gd name="connsiteY1" fmla="*/ 85969 h 386695"/>
                <a:gd name="connsiteX2" fmla="*/ 334927 w 375431"/>
                <a:gd name="connsiteY2" fmla="*/ 197525 h 386695"/>
                <a:gd name="connsiteX3" fmla="*/ 375431 w 375431"/>
                <a:gd name="connsiteY3" fmla="*/ 264196 h 386695"/>
                <a:gd name="connsiteX4" fmla="*/ 163257 w 375431"/>
                <a:gd name="connsiteY4" fmla="*/ 386695 h 386695"/>
                <a:gd name="connsiteX5" fmla="*/ 131615 w 375431"/>
                <a:gd name="connsiteY5" fmla="*/ 334611 h 386695"/>
                <a:gd name="connsiteX6" fmla="*/ 62309 w 375431"/>
                <a:gd name="connsiteY6" fmla="*/ 241930 h 386695"/>
                <a:gd name="connsiteX7" fmla="*/ 0 w 375431"/>
                <a:gd name="connsiteY7" fmla="*/ 173373 h 386695"/>
                <a:gd name="connsiteX8" fmla="*/ 173373 w 375431"/>
                <a:gd name="connsiteY8" fmla="*/ 0 h 38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1" h="386695">
                  <a:moveTo>
                    <a:pt x="173373" y="0"/>
                  </a:moveTo>
                  <a:lnTo>
                    <a:pt x="251507" y="85969"/>
                  </a:lnTo>
                  <a:cubicBezTo>
                    <a:pt x="281039" y="121753"/>
                    <a:pt x="308886" y="158979"/>
                    <a:pt x="334927" y="197525"/>
                  </a:cubicBezTo>
                  <a:lnTo>
                    <a:pt x="375431" y="264196"/>
                  </a:lnTo>
                  <a:lnTo>
                    <a:pt x="163257" y="386695"/>
                  </a:lnTo>
                  <a:lnTo>
                    <a:pt x="131615" y="334611"/>
                  </a:lnTo>
                  <a:cubicBezTo>
                    <a:pt x="109980" y="302587"/>
                    <a:pt x="86845" y="271660"/>
                    <a:pt x="62309" y="241930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4" name="자유형 73"/>
            <p:cNvSpPr/>
            <p:nvPr/>
          </p:nvSpPr>
          <p:spPr>
            <a:xfrm>
              <a:off x="1587405" y="3319425"/>
              <a:ext cx="303581" cy="332221"/>
            </a:xfrm>
            <a:custGeom>
              <a:avLst/>
              <a:gdLst>
                <a:gd name="connsiteX0" fmla="*/ 126848 w 339022"/>
                <a:gd name="connsiteY0" fmla="*/ 0 h 371006"/>
                <a:gd name="connsiteX1" fmla="*/ 339022 w 339022"/>
                <a:gd name="connsiteY1" fmla="*/ 122499 h 371006"/>
                <a:gd name="connsiteX2" fmla="*/ 334104 w 339022"/>
                <a:gd name="connsiteY2" fmla="*/ 130594 h 371006"/>
                <a:gd name="connsiteX3" fmla="*/ 242924 w 339022"/>
                <a:gd name="connsiteY3" fmla="*/ 346442 h 371006"/>
                <a:gd name="connsiteX4" fmla="*/ 236608 w 339022"/>
                <a:gd name="connsiteY4" fmla="*/ 371006 h 371006"/>
                <a:gd name="connsiteX5" fmla="*/ 0 w 339022"/>
                <a:gd name="connsiteY5" fmla="*/ 307607 h 371006"/>
                <a:gd name="connsiteX6" fmla="*/ 8761 w 339022"/>
                <a:gd name="connsiteY6" fmla="*/ 273532 h 371006"/>
                <a:gd name="connsiteX7" fmla="*/ 118511 w 339022"/>
                <a:gd name="connsiteY7" fmla="*/ 13724 h 371006"/>
                <a:gd name="connsiteX8" fmla="*/ 126848 w 339022"/>
                <a:gd name="connsiteY8" fmla="*/ 0 h 37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2" h="371006">
                  <a:moveTo>
                    <a:pt x="126848" y="0"/>
                  </a:moveTo>
                  <a:lnTo>
                    <a:pt x="339022" y="122499"/>
                  </a:lnTo>
                  <a:lnTo>
                    <a:pt x="334104" y="130594"/>
                  </a:lnTo>
                  <a:cubicBezTo>
                    <a:pt x="297037" y="198828"/>
                    <a:pt x="266375" y="271047"/>
                    <a:pt x="242924" y="346442"/>
                  </a:cubicBezTo>
                  <a:lnTo>
                    <a:pt x="236608" y="371006"/>
                  </a:lnTo>
                  <a:lnTo>
                    <a:pt x="0" y="307607"/>
                  </a:lnTo>
                  <a:lnTo>
                    <a:pt x="8761" y="273532"/>
                  </a:lnTo>
                  <a:cubicBezTo>
                    <a:pt x="36988" y="182781"/>
                    <a:pt x="73895" y="95855"/>
                    <a:pt x="118511" y="13724"/>
                  </a:cubicBezTo>
                  <a:lnTo>
                    <a:pt x="126848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5" name="자유형 74"/>
            <p:cNvSpPr/>
            <p:nvPr/>
          </p:nvSpPr>
          <p:spPr>
            <a:xfrm>
              <a:off x="3778052" y="3319427"/>
              <a:ext cx="303582" cy="332221"/>
            </a:xfrm>
            <a:custGeom>
              <a:avLst/>
              <a:gdLst>
                <a:gd name="connsiteX0" fmla="*/ 212174 w 339023"/>
                <a:gd name="connsiteY0" fmla="*/ 0 h 371005"/>
                <a:gd name="connsiteX1" fmla="*/ 220511 w 339023"/>
                <a:gd name="connsiteY1" fmla="*/ 13723 h 371005"/>
                <a:gd name="connsiteX2" fmla="*/ 330261 w 339023"/>
                <a:gd name="connsiteY2" fmla="*/ 273531 h 371005"/>
                <a:gd name="connsiteX3" fmla="*/ 339023 w 339023"/>
                <a:gd name="connsiteY3" fmla="*/ 307606 h 371005"/>
                <a:gd name="connsiteX4" fmla="*/ 102414 w 339023"/>
                <a:gd name="connsiteY4" fmla="*/ 371005 h 371005"/>
                <a:gd name="connsiteX5" fmla="*/ 96098 w 339023"/>
                <a:gd name="connsiteY5" fmla="*/ 346441 h 371005"/>
                <a:gd name="connsiteX6" fmla="*/ 4918 w 339023"/>
                <a:gd name="connsiteY6" fmla="*/ 130593 h 371005"/>
                <a:gd name="connsiteX7" fmla="*/ 0 w 339023"/>
                <a:gd name="connsiteY7" fmla="*/ 122498 h 371005"/>
                <a:gd name="connsiteX8" fmla="*/ 212174 w 339023"/>
                <a:gd name="connsiteY8" fmla="*/ 0 h 371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3" h="371005">
                  <a:moveTo>
                    <a:pt x="212174" y="0"/>
                  </a:moveTo>
                  <a:lnTo>
                    <a:pt x="220511" y="13723"/>
                  </a:lnTo>
                  <a:cubicBezTo>
                    <a:pt x="265128" y="95854"/>
                    <a:pt x="302034" y="182780"/>
                    <a:pt x="330261" y="273531"/>
                  </a:cubicBezTo>
                  <a:lnTo>
                    <a:pt x="339023" y="307606"/>
                  </a:lnTo>
                  <a:lnTo>
                    <a:pt x="102414" y="371005"/>
                  </a:lnTo>
                  <a:lnTo>
                    <a:pt x="96098" y="346441"/>
                  </a:lnTo>
                  <a:cubicBezTo>
                    <a:pt x="72648" y="271046"/>
                    <a:pt x="41985" y="198827"/>
                    <a:pt x="4918" y="130593"/>
                  </a:cubicBezTo>
                  <a:lnTo>
                    <a:pt x="0" y="122498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6" name="자유형 75"/>
            <p:cNvSpPr/>
            <p:nvPr/>
          </p:nvSpPr>
          <p:spPr>
            <a:xfrm>
              <a:off x="1537948" y="3634526"/>
              <a:ext cx="251137" cy="295233"/>
            </a:xfrm>
            <a:custGeom>
              <a:avLst/>
              <a:gdLst>
                <a:gd name="connsiteX0" fmla="*/ 43846 w 280455"/>
                <a:gd name="connsiteY0" fmla="*/ 0 h 329700"/>
                <a:gd name="connsiteX1" fmla="*/ 280455 w 280455"/>
                <a:gd name="connsiteY1" fmla="*/ 63399 h 329700"/>
                <a:gd name="connsiteX2" fmla="*/ 268490 w 280455"/>
                <a:gd name="connsiteY2" fmla="*/ 109931 h 329700"/>
                <a:gd name="connsiteX3" fmla="*/ 250247 w 280455"/>
                <a:gd name="connsiteY3" fmla="*/ 229468 h 329700"/>
                <a:gd name="connsiteX4" fmla="*/ 245186 w 280455"/>
                <a:gd name="connsiteY4" fmla="*/ 329700 h 329700"/>
                <a:gd name="connsiteX5" fmla="*/ 0 w 280455"/>
                <a:gd name="connsiteY5" fmla="*/ 329700 h 329700"/>
                <a:gd name="connsiteX6" fmla="*/ 6327 w 280455"/>
                <a:gd name="connsiteY6" fmla="*/ 204399 h 329700"/>
                <a:gd name="connsiteX7" fmla="*/ 28285 w 280455"/>
                <a:gd name="connsiteY7" fmla="*/ 60518 h 329700"/>
                <a:gd name="connsiteX8" fmla="*/ 43846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43846" y="0"/>
                  </a:moveTo>
                  <a:lnTo>
                    <a:pt x="280455" y="63399"/>
                  </a:lnTo>
                  <a:lnTo>
                    <a:pt x="268490" y="109931"/>
                  </a:lnTo>
                  <a:cubicBezTo>
                    <a:pt x="260472" y="149117"/>
                    <a:pt x="254357" y="188996"/>
                    <a:pt x="250247" y="229468"/>
                  </a:cubicBezTo>
                  <a:lnTo>
                    <a:pt x="245186" y="329700"/>
                  </a:lnTo>
                  <a:lnTo>
                    <a:pt x="0" y="329700"/>
                  </a:lnTo>
                  <a:lnTo>
                    <a:pt x="6327" y="204399"/>
                  </a:lnTo>
                  <a:cubicBezTo>
                    <a:pt x="11274" y="155685"/>
                    <a:pt x="18634" y="107684"/>
                    <a:pt x="28285" y="60518"/>
                  </a:cubicBezTo>
                  <a:lnTo>
                    <a:pt x="43846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7" name="자유형 76"/>
            <p:cNvSpPr/>
            <p:nvPr/>
          </p:nvSpPr>
          <p:spPr>
            <a:xfrm>
              <a:off x="3879955" y="3634527"/>
              <a:ext cx="251137" cy="295233"/>
            </a:xfrm>
            <a:custGeom>
              <a:avLst/>
              <a:gdLst>
                <a:gd name="connsiteX0" fmla="*/ 236609 w 280455"/>
                <a:gd name="connsiteY0" fmla="*/ 0 h 329700"/>
                <a:gd name="connsiteX1" fmla="*/ 252169 w 280455"/>
                <a:gd name="connsiteY1" fmla="*/ 60517 h 329700"/>
                <a:gd name="connsiteX2" fmla="*/ 274127 w 280455"/>
                <a:gd name="connsiteY2" fmla="*/ 204398 h 329700"/>
                <a:gd name="connsiteX3" fmla="*/ 280455 w 280455"/>
                <a:gd name="connsiteY3" fmla="*/ 329700 h 329700"/>
                <a:gd name="connsiteX4" fmla="*/ 35269 w 280455"/>
                <a:gd name="connsiteY4" fmla="*/ 329700 h 329700"/>
                <a:gd name="connsiteX5" fmla="*/ 30207 w 280455"/>
                <a:gd name="connsiteY5" fmla="*/ 229467 h 329700"/>
                <a:gd name="connsiteX6" fmla="*/ 11964 w 280455"/>
                <a:gd name="connsiteY6" fmla="*/ 109930 h 329700"/>
                <a:gd name="connsiteX7" fmla="*/ 0 w 280455"/>
                <a:gd name="connsiteY7" fmla="*/ 63399 h 329700"/>
                <a:gd name="connsiteX8" fmla="*/ 236609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236609" y="0"/>
                  </a:moveTo>
                  <a:lnTo>
                    <a:pt x="252169" y="60517"/>
                  </a:lnTo>
                  <a:cubicBezTo>
                    <a:pt x="261820" y="107683"/>
                    <a:pt x="269181" y="155684"/>
                    <a:pt x="274127" y="204398"/>
                  </a:cubicBezTo>
                  <a:lnTo>
                    <a:pt x="280455" y="329700"/>
                  </a:lnTo>
                  <a:lnTo>
                    <a:pt x="35269" y="329700"/>
                  </a:lnTo>
                  <a:lnTo>
                    <a:pt x="30207" y="229467"/>
                  </a:lnTo>
                  <a:cubicBezTo>
                    <a:pt x="26097" y="188995"/>
                    <a:pt x="19983" y="149116"/>
                    <a:pt x="11964" y="109930"/>
                  </a:cubicBezTo>
                  <a:lnTo>
                    <a:pt x="0" y="63399"/>
                  </a:lnTo>
                  <a:lnTo>
                    <a:pt x="23660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8" name="자유형 77"/>
            <p:cNvSpPr/>
            <p:nvPr/>
          </p:nvSpPr>
          <p:spPr>
            <a:xfrm>
              <a:off x="1537948" y="3970700"/>
              <a:ext cx="251137" cy="295233"/>
            </a:xfrm>
            <a:custGeom>
              <a:avLst/>
              <a:gdLst>
                <a:gd name="connsiteX0" fmla="*/ 0 w 280455"/>
                <a:gd name="connsiteY0" fmla="*/ 0 h 329700"/>
                <a:gd name="connsiteX1" fmla="*/ 245186 w 280455"/>
                <a:gd name="connsiteY1" fmla="*/ 0 h 329700"/>
                <a:gd name="connsiteX2" fmla="*/ 250247 w 280455"/>
                <a:gd name="connsiteY2" fmla="*/ 100232 h 329700"/>
                <a:gd name="connsiteX3" fmla="*/ 268490 w 280455"/>
                <a:gd name="connsiteY3" fmla="*/ 219769 h 329700"/>
                <a:gd name="connsiteX4" fmla="*/ 280455 w 280455"/>
                <a:gd name="connsiteY4" fmla="*/ 266301 h 329700"/>
                <a:gd name="connsiteX5" fmla="*/ 43846 w 280455"/>
                <a:gd name="connsiteY5" fmla="*/ 329700 h 329700"/>
                <a:gd name="connsiteX6" fmla="*/ 28285 w 280455"/>
                <a:gd name="connsiteY6" fmla="*/ 269182 h 329700"/>
                <a:gd name="connsiteX7" fmla="*/ 6327 w 280455"/>
                <a:gd name="connsiteY7" fmla="*/ 125301 h 329700"/>
                <a:gd name="connsiteX8" fmla="*/ 0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0" y="0"/>
                  </a:moveTo>
                  <a:lnTo>
                    <a:pt x="245186" y="0"/>
                  </a:lnTo>
                  <a:lnTo>
                    <a:pt x="250247" y="100232"/>
                  </a:lnTo>
                  <a:cubicBezTo>
                    <a:pt x="254357" y="140704"/>
                    <a:pt x="260472" y="180584"/>
                    <a:pt x="268490" y="219769"/>
                  </a:cubicBezTo>
                  <a:lnTo>
                    <a:pt x="280455" y="266301"/>
                  </a:lnTo>
                  <a:lnTo>
                    <a:pt x="43846" y="329700"/>
                  </a:lnTo>
                  <a:lnTo>
                    <a:pt x="28285" y="269182"/>
                  </a:lnTo>
                  <a:cubicBezTo>
                    <a:pt x="18634" y="222016"/>
                    <a:pt x="11274" y="174016"/>
                    <a:pt x="6327" y="12530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79" name="자유형 78"/>
            <p:cNvSpPr/>
            <p:nvPr/>
          </p:nvSpPr>
          <p:spPr>
            <a:xfrm>
              <a:off x="3879955" y="3970700"/>
              <a:ext cx="251137" cy="295233"/>
            </a:xfrm>
            <a:custGeom>
              <a:avLst/>
              <a:gdLst>
                <a:gd name="connsiteX0" fmla="*/ 35269 w 280455"/>
                <a:gd name="connsiteY0" fmla="*/ 0 h 329700"/>
                <a:gd name="connsiteX1" fmla="*/ 280455 w 280455"/>
                <a:gd name="connsiteY1" fmla="*/ 0 h 329700"/>
                <a:gd name="connsiteX2" fmla="*/ 274127 w 280455"/>
                <a:gd name="connsiteY2" fmla="*/ 125301 h 329700"/>
                <a:gd name="connsiteX3" fmla="*/ 252169 w 280455"/>
                <a:gd name="connsiteY3" fmla="*/ 269182 h 329700"/>
                <a:gd name="connsiteX4" fmla="*/ 236609 w 280455"/>
                <a:gd name="connsiteY4" fmla="*/ 329700 h 329700"/>
                <a:gd name="connsiteX5" fmla="*/ 0 w 280455"/>
                <a:gd name="connsiteY5" fmla="*/ 266300 h 329700"/>
                <a:gd name="connsiteX6" fmla="*/ 11964 w 280455"/>
                <a:gd name="connsiteY6" fmla="*/ 219769 h 329700"/>
                <a:gd name="connsiteX7" fmla="*/ 30207 w 280455"/>
                <a:gd name="connsiteY7" fmla="*/ 100232 h 329700"/>
                <a:gd name="connsiteX8" fmla="*/ 35269 w 280455"/>
                <a:gd name="connsiteY8" fmla="*/ 0 h 32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455" h="329700">
                  <a:moveTo>
                    <a:pt x="35269" y="0"/>
                  </a:moveTo>
                  <a:lnTo>
                    <a:pt x="280455" y="0"/>
                  </a:lnTo>
                  <a:lnTo>
                    <a:pt x="274127" y="125301"/>
                  </a:lnTo>
                  <a:cubicBezTo>
                    <a:pt x="269181" y="174016"/>
                    <a:pt x="261820" y="222016"/>
                    <a:pt x="252169" y="269182"/>
                  </a:cubicBezTo>
                  <a:lnTo>
                    <a:pt x="236609" y="329700"/>
                  </a:lnTo>
                  <a:lnTo>
                    <a:pt x="0" y="266300"/>
                  </a:lnTo>
                  <a:lnTo>
                    <a:pt x="11964" y="219769"/>
                  </a:lnTo>
                  <a:cubicBezTo>
                    <a:pt x="19983" y="180584"/>
                    <a:pt x="26097" y="140704"/>
                    <a:pt x="30207" y="100232"/>
                  </a:cubicBezTo>
                  <a:lnTo>
                    <a:pt x="35269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0" name="자유형 79"/>
            <p:cNvSpPr/>
            <p:nvPr/>
          </p:nvSpPr>
          <p:spPr>
            <a:xfrm>
              <a:off x="3778052" y="4248814"/>
              <a:ext cx="303581" cy="332221"/>
            </a:xfrm>
            <a:custGeom>
              <a:avLst/>
              <a:gdLst>
                <a:gd name="connsiteX0" fmla="*/ 102413 w 339022"/>
                <a:gd name="connsiteY0" fmla="*/ 0 h 371006"/>
                <a:gd name="connsiteX1" fmla="*/ 339022 w 339022"/>
                <a:gd name="connsiteY1" fmla="*/ 63399 h 371006"/>
                <a:gd name="connsiteX2" fmla="*/ 330260 w 339022"/>
                <a:gd name="connsiteY2" fmla="*/ 97474 h 371006"/>
                <a:gd name="connsiteX3" fmla="*/ 220510 w 339022"/>
                <a:gd name="connsiteY3" fmla="*/ 357282 h 371006"/>
                <a:gd name="connsiteX4" fmla="*/ 212173 w 339022"/>
                <a:gd name="connsiteY4" fmla="*/ 371006 h 371006"/>
                <a:gd name="connsiteX5" fmla="*/ 0 w 339022"/>
                <a:gd name="connsiteY5" fmla="*/ 248507 h 371006"/>
                <a:gd name="connsiteX6" fmla="*/ 4917 w 339022"/>
                <a:gd name="connsiteY6" fmla="*/ 240412 h 371006"/>
                <a:gd name="connsiteX7" fmla="*/ 96097 w 339022"/>
                <a:gd name="connsiteY7" fmla="*/ 24564 h 371006"/>
                <a:gd name="connsiteX8" fmla="*/ 102413 w 339022"/>
                <a:gd name="connsiteY8" fmla="*/ 0 h 37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2" h="371006">
                  <a:moveTo>
                    <a:pt x="102413" y="0"/>
                  </a:moveTo>
                  <a:lnTo>
                    <a:pt x="339022" y="63399"/>
                  </a:lnTo>
                  <a:lnTo>
                    <a:pt x="330260" y="97474"/>
                  </a:lnTo>
                  <a:cubicBezTo>
                    <a:pt x="302033" y="188225"/>
                    <a:pt x="265127" y="275152"/>
                    <a:pt x="220510" y="357282"/>
                  </a:cubicBezTo>
                  <a:lnTo>
                    <a:pt x="212173" y="371006"/>
                  </a:lnTo>
                  <a:lnTo>
                    <a:pt x="0" y="248507"/>
                  </a:lnTo>
                  <a:lnTo>
                    <a:pt x="4917" y="240412"/>
                  </a:lnTo>
                  <a:cubicBezTo>
                    <a:pt x="41984" y="172178"/>
                    <a:pt x="72647" y="99960"/>
                    <a:pt x="96097" y="24564"/>
                  </a:cubicBezTo>
                  <a:lnTo>
                    <a:pt x="102413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1" name="자유형 80"/>
            <p:cNvSpPr/>
            <p:nvPr/>
          </p:nvSpPr>
          <p:spPr>
            <a:xfrm>
              <a:off x="1587405" y="4248814"/>
              <a:ext cx="303581" cy="332221"/>
            </a:xfrm>
            <a:custGeom>
              <a:avLst/>
              <a:gdLst>
                <a:gd name="connsiteX0" fmla="*/ 236608 w 339022"/>
                <a:gd name="connsiteY0" fmla="*/ 0 h 371006"/>
                <a:gd name="connsiteX1" fmla="*/ 242924 w 339022"/>
                <a:gd name="connsiteY1" fmla="*/ 24563 h 371006"/>
                <a:gd name="connsiteX2" fmla="*/ 334104 w 339022"/>
                <a:gd name="connsiteY2" fmla="*/ 240411 h 371006"/>
                <a:gd name="connsiteX3" fmla="*/ 339022 w 339022"/>
                <a:gd name="connsiteY3" fmla="*/ 248507 h 371006"/>
                <a:gd name="connsiteX4" fmla="*/ 126849 w 339022"/>
                <a:gd name="connsiteY4" fmla="*/ 371006 h 371006"/>
                <a:gd name="connsiteX5" fmla="*/ 118511 w 339022"/>
                <a:gd name="connsiteY5" fmla="*/ 357281 h 371006"/>
                <a:gd name="connsiteX6" fmla="*/ 8761 w 339022"/>
                <a:gd name="connsiteY6" fmla="*/ 97473 h 371006"/>
                <a:gd name="connsiteX7" fmla="*/ 0 w 339022"/>
                <a:gd name="connsiteY7" fmla="*/ 63399 h 371006"/>
                <a:gd name="connsiteX8" fmla="*/ 236608 w 339022"/>
                <a:gd name="connsiteY8" fmla="*/ 0 h 371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9022" h="371006">
                  <a:moveTo>
                    <a:pt x="236608" y="0"/>
                  </a:moveTo>
                  <a:lnTo>
                    <a:pt x="242924" y="24563"/>
                  </a:lnTo>
                  <a:cubicBezTo>
                    <a:pt x="266375" y="99959"/>
                    <a:pt x="297037" y="172177"/>
                    <a:pt x="334104" y="240411"/>
                  </a:cubicBezTo>
                  <a:lnTo>
                    <a:pt x="339022" y="248507"/>
                  </a:lnTo>
                  <a:lnTo>
                    <a:pt x="126849" y="371006"/>
                  </a:lnTo>
                  <a:lnTo>
                    <a:pt x="118511" y="357281"/>
                  </a:lnTo>
                  <a:cubicBezTo>
                    <a:pt x="73895" y="275151"/>
                    <a:pt x="36988" y="188224"/>
                    <a:pt x="8761" y="97473"/>
                  </a:cubicBezTo>
                  <a:lnTo>
                    <a:pt x="0" y="63399"/>
                  </a:lnTo>
                  <a:lnTo>
                    <a:pt x="236608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2" name="자유형 81"/>
            <p:cNvSpPr/>
            <p:nvPr/>
          </p:nvSpPr>
          <p:spPr>
            <a:xfrm>
              <a:off x="3610600" y="4506341"/>
              <a:ext cx="336183" cy="346270"/>
            </a:xfrm>
            <a:custGeom>
              <a:avLst/>
              <a:gdLst>
                <a:gd name="connsiteX0" fmla="*/ 163257 w 375430"/>
                <a:gd name="connsiteY0" fmla="*/ 0 h 386695"/>
                <a:gd name="connsiteX1" fmla="*/ 375430 w 375430"/>
                <a:gd name="connsiteY1" fmla="*/ 122498 h 386695"/>
                <a:gd name="connsiteX2" fmla="*/ 334927 w 375430"/>
                <a:gd name="connsiteY2" fmla="*/ 189169 h 386695"/>
                <a:gd name="connsiteX3" fmla="*/ 251507 w 375430"/>
                <a:gd name="connsiteY3" fmla="*/ 300725 h 386695"/>
                <a:gd name="connsiteX4" fmla="*/ 173373 w 375430"/>
                <a:gd name="connsiteY4" fmla="*/ 386695 h 386695"/>
                <a:gd name="connsiteX5" fmla="*/ 0 w 375430"/>
                <a:gd name="connsiteY5" fmla="*/ 213322 h 386695"/>
                <a:gd name="connsiteX6" fmla="*/ 62309 w 375430"/>
                <a:gd name="connsiteY6" fmla="*/ 144764 h 386695"/>
                <a:gd name="connsiteX7" fmla="*/ 131615 w 375430"/>
                <a:gd name="connsiteY7" fmla="*/ 52083 h 386695"/>
                <a:gd name="connsiteX8" fmla="*/ 163257 w 375430"/>
                <a:gd name="connsiteY8" fmla="*/ 0 h 38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0" h="386695">
                  <a:moveTo>
                    <a:pt x="163257" y="0"/>
                  </a:moveTo>
                  <a:lnTo>
                    <a:pt x="375430" y="122498"/>
                  </a:lnTo>
                  <a:lnTo>
                    <a:pt x="334927" y="189169"/>
                  </a:lnTo>
                  <a:cubicBezTo>
                    <a:pt x="308886" y="227715"/>
                    <a:pt x="281039" y="264941"/>
                    <a:pt x="251507" y="300725"/>
                  </a:cubicBezTo>
                  <a:lnTo>
                    <a:pt x="173373" y="386695"/>
                  </a:lnTo>
                  <a:lnTo>
                    <a:pt x="0" y="213322"/>
                  </a:lnTo>
                  <a:lnTo>
                    <a:pt x="62309" y="144764"/>
                  </a:lnTo>
                  <a:cubicBezTo>
                    <a:pt x="86845" y="115035"/>
                    <a:pt x="109980" y="84108"/>
                    <a:pt x="131615" y="52083"/>
                  </a:cubicBezTo>
                  <a:lnTo>
                    <a:pt x="163257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3" name="자유형 82"/>
            <p:cNvSpPr/>
            <p:nvPr/>
          </p:nvSpPr>
          <p:spPr>
            <a:xfrm>
              <a:off x="1722255" y="4506340"/>
              <a:ext cx="336184" cy="346271"/>
            </a:xfrm>
            <a:custGeom>
              <a:avLst/>
              <a:gdLst>
                <a:gd name="connsiteX0" fmla="*/ 212174 w 375431"/>
                <a:gd name="connsiteY0" fmla="*/ 0 h 386696"/>
                <a:gd name="connsiteX1" fmla="*/ 243815 w 375431"/>
                <a:gd name="connsiteY1" fmla="*/ 52083 h 386696"/>
                <a:gd name="connsiteX2" fmla="*/ 313121 w 375431"/>
                <a:gd name="connsiteY2" fmla="*/ 144764 h 386696"/>
                <a:gd name="connsiteX3" fmla="*/ 375431 w 375431"/>
                <a:gd name="connsiteY3" fmla="*/ 213323 h 386696"/>
                <a:gd name="connsiteX4" fmla="*/ 202058 w 375431"/>
                <a:gd name="connsiteY4" fmla="*/ 386696 h 386696"/>
                <a:gd name="connsiteX5" fmla="*/ 123923 w 375431"/>
                <a:gd name="connsiteY5" fmla="*/ 300725 h 386696"/>
                <a:gd name="connsiteX6" fmla="*/ 40503 w 375431"/>
                <a:gd name="connsiteY6" fmla="*/ 189169 h 386696"/>
                <a:gd name="connsiteX7" fmla="*/ 0 w 375431"/>
                <a:gd name="connsiteY7" fmla="*/ 122499 h 386696"/>
                <a:gd name="connsiteX8" fmla="*/ 212174 w 375431"/>
                <a:gd name="connsiteY8" fmla="*/ 0 h 38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5431" h="386696">
                  <a:moveTo>
                    <a:pt x="212174" y="0"/>
                  </a:moveTo>
                  <a:lnTo>
                    <a:pt x="243815" y="52083"/>
                  </a:lnTo>
                  <a:cubicBezTo>
                    <a:pt x="265450" y="84108"/>
                    <a:pt x="288586" y="115035"/>
                    <a:pt x="313121" y="144764"/>
                  </a:cubicBezTo>
                  <a:lnTo>
                    <a:pt x="375431" y="213323"/>
                  </a:lnTo>
                  <a:lnTo>
                    <a:pt x="202058" y="386696"/>
                  </a:lnTo>
                  <a:lnTo>
                    <a:pt x="123923" y="300725"/>
                  </a:lnTo>
                  <a:cubicBezTo>
                    <a:pt x="94392" y="264941"/>
                    <a:pt x="66545" y="227715"/>
                    <a:pt x="40503" y="189169"/>
                  </a:cubicBezTo>
                  <a:lnTo>
                    <a:pt x="0" y="122499"/>
                  </a:lnTo>
                  <a:lnTo>
                    <a:pt x="212174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4" name="자유형 83"/>
            <p:cNvSpPr/>
            <p:nvPr/>
          </p:nvSpPr>
          <p:spPr>
            <a:xfrm>
              <a:off x="3390630" y="4726311"/>
              <a:ext cx="346270" cy="336184"/>
            </a:xfrm>
            <a:custGeom>
              <a:avLst/>
              <a:gdLst>
                <a:gd name="connsiteX0" fmla="*/ 213322 w 386694"/>
                <a:gd name="connsiteY0" fmla="*/ 0 h 375431"/>
                <a:gd name="connsiteX1" fmla="*/ 386694 w 386694"/>
                <a:gd name="connsiteY1" fmla="*/ 173373 h 375431"/>
                <a:gd name="connsiteX2" fmla="*/ 300724 w 386694"/>
                <a:gd name="connsiteY2" fmla="*/ 251508 h 375431"/>
                <a:gd name="connsiteX3" fmla="*/ 189168 w 386694"/>
                <a:gd name="connsiteY3" fmla="*/ 334928 h 375431"/>
                <a:gd name="connsiteX4" fmla="*/ 122498 w 386694"/>
                <a:gd name="connsiteY4" fmla="*/ 375431 h 375431"/>
                <a:gd name="connsiteX5" fmla="*/ 0 w 386694"/>
                <a:gd name="connsiteY5" fmla="*/ 163257 h 375431"/>
                <a:gd name="connsiteX6" fmla="*/ 52082 w 386694"/>
                <a:gd name="connsiteY6" fmla="*/ 131616 h 375431"/>
                <a:gd name="connsiteX7" fmla="*/ 144763 w 386694"/>
                <a:gd name="connsiteY7" fmla="*/ 62310 h 375431"/>
                <a:gd name="connsiteX8" fmla="*/ 213322 w 386694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4" h="375431">
                  <a:moveTo>
                    <a:pt x="213322" y="0"/>
                  </a:moveTo>
                  <a:lnTo>
                    <a:pt x="386694" y="173373"/>
                  </a:lnTo>
                  <a:lnTo>
                    <a:pt x="300724" y="251508"/>
                  </a:lnTo>
                  <a:cubicBezTo>
                    <a:pt x="264940" y="281040"/>
                    <a:pt x="227714" y="308887"/>
                    <a:pt x="189168" y="334928"/>
                  </a:cubicBezTo>
                  <a:lnTo>
                    <a:pt x="122498" y="375431"/>
                  </a:lnTo>
                  <a:lnTo>
                    <a:pt x="0" y="163257"/>
                  </a:lnTo>
                  <a:lnTo>
                    <a:pt x="52082" y="131616"/>
                  </a:lnTo>
                  <a:cubicBezTo>
                    <a:pt x="84107" y="109981"/>
                    <a:pt x="115034" y="86845"/>
                    <a:pt x="144763" y="62310"/>
                  </a:cubicBezTo>
                  <a:lnTo>
                    <a:pt x="213322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5" name="자유형 84"/>
            <p:cNvSpPr/>
            <p:nvPr/>
          </p:nvSpPr>
          <p:spPr>
            <a:xfrm>
              <a:off x="1932140" y="4726312"/>
              <a:ext cx="346270" cy="336184"/>
            </a:xfrm>
            <a:custGeom>
              <a:avLst/>
              <a:gdLst>
                <a:gd name="connsiteX0" fmla="*/ 173373 w 386695"/>
                <a:gd name="connsiteY0" fmla="*/ 0 h 375431"/>
                <a:gd name="connsiteX1" fmla="*/ 241930 w 386695"/>
                <a:gd name="connsiteY1" fmla="*/ 62309 h 375431"/>
                <a:gd name="connsiteX2" fmla="*/ 334611 w 386695"/>
                <a:gd name="connsiteY2" fmla="*/ 131615 h 375431"/>
                <a:gd name="connsiteX3" fmla="*/ 386695 w 386695"/>
                <a:gd name="connsiteY3" fmla="*/ 163257 h 375431"/>
                <a:gd name="connsiteX4" fmla="*/ 264196 w 386695"/>
                <a:gd name="connsiteY4" fmla="*/ 375431 h 375431"/>
                <a:gd name="connsiteX5" fmla="*/ 197525 w 386695"/>
                <a:gd name="connsiteY5" fmla="*/ 334927 h 375431"/>
                <a:gd name="connsiteX6" fmla="*/ 85969 w 386695"/>
                <a:gd name="connsiteY6" fmla="*/ 251507 h 375431"/>
                <a:gd name="connsiteX7" fmla="*/ 0 w 386695"/>
                <a:gd name="connsiteY7" fmla="*/ 173373 h 375431"/>
                <a:gd name="connsiteX8" fmla="*/ 173373 w 386695"/>
                <a:gd name="connsiteY8" fmla="*/ 0 h 375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6695" h="375431">
                  <a:moveTo>
                    <a:pt x="173373" y="0"/>
                  </a:moveTo>
                  <a:lnTo>
                    <a:pt x="241930" y="62309"/>
                  </a:lnTo>
                  <a:cubicBezTo>
                    <a:pt x="271660" y="86844"/>
                    <a:pt x="302587" y="109980"/>
                    <a:pt x="334611" y="131615"/>
                  </a:cubicBezTo>
                  <a:lnTo>
                    <a:pt x="386695" y="163257"/>
                  </a:lnTo>
                  <a:lnTo>
                    <a:pt x="264196" y="375431"/>
                  </a:lnTo>
                  <a:lnTo>
                    <a:pt x="197525" y="334927"/>
                  </a:lnTo>
                  <a:cubicBezTo>
                    <a:pt x="158979" y="308886"/>
                    <a:pt x="121753" y="281039"/>
                    <a:pt x="85969" y="251507"/>
                  </a:cubicBezTo>
                  <a:lnTo>
                    <a:pt x="0" y="173373"/>
                  </a:lnTo>
                  <a:lnTo>
                    <a:pt x="173373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6" name="자유형 85"/>
            <p:cNvSpPr/>
            <p:nvPr/>
          </p:nvSpPr>
          <p:spPr>
            <a:xfrm>
              <a:off x="3133104" y="4893763"/>
              <a:ext cx="332221" cy="303582"/>
            </a:xfrm>
            <a:custGeom>
              <a:avLst/>
              <a:gdLst>
                <a:gd name="connsiteX0" fmla="*/ 248506 w 371005"/>
                <a:gd name="connsiteY0" fmla="*/ 0 h 339023"/>
                <a:gd name="connsiteX1" fmla="*/ 371005 w 371005"/>
                <a:gd name="connsiteY1" fmla="*/ 212174 h 339023"/>
                <a:gd name="connsiteX2" fmla="*/ 357281 w 371005"/>
                <a:gd name="connsiteY2" fmla="*/ 220511 h 339023"/>
                <a:gd name="connsiteX3" fmla="*/ 97473 w 371005"/>
                <a:gd name="connsiteY3" fmla="*/ 330261 h 339023"/>
                <a:gd name="connsiteX4" fmla="*/ 63399 w 371005"/>
                <a:gd name="connsiteY4" fmla="*/ 339023 h 339023"/>
                <a:gd name="connsiteX5" fmla="*/ 0 w 371005"/>
                <a:gd name="connsiteY5" fmla="*/ 102414 h 339023"/>
                <a:gd name="connsiteX6" fmla="*/ 24563 w 371005"/>
                <a:gd name="connsiteY6" fmla="*/ 96098 h 339023"/>
                <a:gd name="connsiteX7" fmla="*/ 240411 w 371005"/>
                <a:gd name="connsiteY7" fmla="*/ 4918 h 339023"/>
                <a:gd name="connsiteX8" fmla="*/ 248506 w 371005"/>
                <a:gd name="connsiteY8" fmla="*/ 0 h 33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5" h="339023">
                  <a:moveTo>
                    <a:pt x="248506" y="0"/>
                  </a:moveTo>
                  <a:lnTo>
                    <a:pt x="371005" y="212174"/>
                  </a:lnTo>
                  <a:lnTo>
                    <a:pt x="357281" y="220511"/>
                  </a:lnTo>
                  <a:cubicBezTo>
                    <a:pt x="275151" y="265128"/>
                    <a:pt x="188224" y="302034"/>
                    <a:pt x="97473" y="330261"/>
                  </a:cubicBezTo>
                  <a:lnTo>
                    <a:pt x="63399" y="339023"/>
                  </a:lnTo>
                  <a:lnTo>
                    <a:pt x="0" y="102414"/>
                  </a:lnTo>
                  <a:lnTo>
                    <a:pt x="24563" y="96098"/>
                  </a:lnTo>
                  <a:cubicBezTo>
                    <a:pt x="99959" y="72648"/>
                    <a:pt x="172177" y="41985"/>
                    <a:pt x="240411" y="4918"/>
                  </a:cubicBezTo>
                  <a:lnTo>
                    <a:pt x="248506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7" name="자유형 86"/>
            <p:cNvSpPr/>
            <p:nvPr/>
          </p:nvSpPr>
          <p:spPr>
            <a:xfrm>
              <a:off x="2203715" y="4893763"/>
              <a:ext cx="332222" cy="303582"/>
            </a:xfrm>
            <a:custGeom>
              <a:avLst/>
              <a:gdLst>
                <a:gd name="connsiteX0" fmla="*/ 122498 w 371006"/>
                <a:gd name="connsiteY0" fmla="*/ 0 h 339023"/>
                <a:gd name="connsiteX1" fmla="*/ 130593 w 371006"/>
                <a:gd name="connsiteY1" fmla="*/ 4918 h 339023"/>
                <a:gd name="connsiteX2" fmla="*/ 346441 w 371006"/>
                <a:gd name="connsiteY2" fmla="*/ 96098 h 339023"/>
                <a:gd name="connsiteX3" fmla="*/ 371006 w 371006"/>
                <a:gd name="connsiteY3" fmla="*/ 102414 h 339023"/>
                <a:gd name="connsiteX4" fmla="*/ 307607 w 371006"/>
                <a:gd name="connsiteY4" fmla="*/ 339023 h 339023"/>
                <a:gd name="connsiteX5" fmla="*/ 273531 w 371006"/>
                <a:gd name="connsiteY5" fmla="*/ 330261 h 339023"/>
                <a:gd name="connsiteX6" fmla="*/ 13723 w 371006"/>
                <a:gd name="connsiteY6" fmla="*/ 220511 h 339023"/>
                <a:gd name="connsiteX7" fmla="*/ 0 w 371006"/>
                <a:gd name="connsiteY7" fmla="*/ 212174 h 339023"/>
                <a:gd name="connsiteX8" fmla="*/ 122498 w 371006"/>
                <a:gd name="connsiteY8" fmla="*/ 0 h 339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006" h="339023">
                  <a:moveTo>
                    <a:pt x="122498" y="0"/>
                  </a:moveTo>
                  <a:lnTo>
                    <a:pt x="130593" y="4918"/>
                  </a:lnTo>
                  <a:cubicBezTo>
                    <a:pt x="198827" y="41985"/>
                    <a:pt x="271046" y="72648"/>
                    <a:pt x="346441" y="96098"/>
                  </a:cubicBezTo>
                  <a:lnTo>
                    <a:pt x="371006" y="102414"/>
                  </a:lnTo>
                  <a:lnTo>
                    <a:pt x="307607" y="339023"/>
                  </a:lnTo>
                  <a:lnTo>
                    <a:pt x="273531" y="330261"/>
                  </a:lnTo>
                  <a:cubicBezTo>
                    <a:pt x="182780" y="302034"/>
                    <a:pt x="95854" y="265128"/>
                    <a:pt x="13723" y="220511"/>
                  </a:cubicBezTo>
                  <a:lnTo>
                    <a:pt x="0" y="212174"/>
                  </a:lnTo>
                  <a:lnTo>
                    <a:pt x="122498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8" name="자유형 87"/>
            <p:cNvSpPr/>
            <p:nvPr/>
          </p:nvSpPr>
          <p:spPr>
            <a:xfrm>
              <a:off x="2854989" y="4995666"/>
              <a:ext cx="295234" cy="251137"/>
            </a:xfrm>
            <a:custGeom>
              <a:avLst/>
              <a:gdLst>
                <a:gd name="connsiteX0" fmla="*/ 266301 w 329700"/>
                <a:gd name="connsiteY0" fmla="*/ 0 h 280455"/>
                <a:gd name="connsiteX1" fmla="*/ 329700 w 329700"/>
                <a:gd name="connsiteY1" fmla="*/ 236609 h 280455"/>
                <a:gd name="connsiteX2" fmla="*/ 269182 w 329700"/>
                <a:gd name="connsiteY2" fmla="*/ 252169 h 280455"/>
                <a:gd name="connsiteX3" fmla="*/ 125301 w 329700"/>
                <a:gd name="connsiteY3" fmla="*/ 274127 h 280455"/>
                <a:gd name="connsiteX4" fmla="*/ 0 w 329700"/>
                <a:gd name="connsiteY4" fmla="*/ 280455 h 280455"/>
                <a:gd name="connsiteX5" fmla="*/ 0 w 329700"/>
                <a:gd name="connsiteY5" fmla="*/ 35269 h 280455"/>
                <a:gd name="connsiteX6" fmla="*/ 100232 w 329700"/>
                <a:gd name="connsiteY6" fmla="*/ 30207 h 280455"/>
                <a:gd name="connsiteX7" fmla="*/ 219769 w 329700"/>
                <a:gd name="connsiteY7" fmla="*/ 11964 h 280455"/>
                <a:gd name="connsiteX8" fmla="*/ 266301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266301" y="0"/>
                  </a:moveTo>
                  <a:lnTo>
                    <a:pt x="329700" y="236609"/>
                  </a:lnTo>
                  <a:lnTo>
                    <a:pt x="269182" y="252169"/>
                  </a:lnTo>
                  <a:cubicBezTo>
                    <a:pt x="222016" y="261820"/>
                    <a:pt x="174016" y="269181"/>
                    <a:pt x="125301" y="274127"/>
                  </a:cubicBezTo>
                  <a:lnTo>
                    <a:pt x="0" y="280455"/>
                  </a:lnTo>
                  <a:lnTo>
                    <a:pt x="0" y="35269"/>
                  </a:lnTo>
                  <a:lnTo>
                    <a:pt x="100232" y="30207"/>
                  </a:lnTo>
                  <a:cubicBezTo>
                    <a:pt x="140704" y="26097"/>
                    <a:pt x="180584" y="19983"/>
                    <a:pt x="219769" y="11964"/>
                  </a:cubicBezTo>
                  <a:lnTo>
                    <a:pt x="266301" y="0"/>
                  </a:lnTo>
                  <a:close/>
                </a:path>
              </a:pathLst>
            </a:custGeom>
            <a:solidFill>
              <a:schemeClr val="tx1">
                <a:lumMod val="10000"/>
                <a:lumOff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89" name="자유형 88"/>
            <p:cNvSpPr/>
            <p:nvPr/>
          </p:nvSpPr>
          <p:spPr>
            <a:xfrm>
              <a:off x="2518816" y="4995666"/>
              <a:ext cx="295234" cy="251137"/>
            </a:xfrm>
            <a:custGeom>
              <a:avLst/>
              <a:gdLst>
                <a:gd name="connsiteX0" fmla="*/ 63399 w 329700"/>
                <a:gd name="connsiteY0" fmla="*/ 0 h 280455"/>
                <a:gd name="connsiteX1" fmla="*/ 109930 w 329700"/>
                <a:gd name="connsiteY1" fmla="*/ 11964 h 280455"/>
                <a:gd name="connsiteX2" fmla="*/ 229467 w 329700"/>
                <a:gd name="connsiteY2" fmla="*/ 30207 h 280455"/>
                <a:gd name="connsiteX3" fmla="*/ 329700 w 329700"/>
                <a:gd name="connsiteY3" fmla="*/ 35269 h 280455"/>
                <a:gd name="connsiteX4" fmla="*/ 329700 w 329700"/>
                <a:gd name="connsiteY4" fmla="*/ 280455 h 280455"/>
                <a:gd name="connsiteX5" fmla="*/ 204398 w 329700"/>
                <a:gd name="connsiteY5" fmla="*/ 274127 h 280455"/>
                <a:gd name="connsiteX6" fmla="*/ 60517 w 329700"/>
                <a:gd name="connsiteY6" fmla="*/ 252169 h 280455"/>
                <a:gd name="connsiteX7" fmla="*/ 0 w 329700"/>
                <a:gd name="connsiteY7" fmla="*/ 236609 h 280455"/>
                <a:gd name="connsiteX8" fmla="*/ 63399 w 329700"/>
                <a:gd name="connsiteY8" fmla="*/ 0 h 28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9700" h="280455">
                  <a:moveTo>
                    <a:pt x="63399" y="0"/>
                  </a:moveTo>
                  <a:lnTo>
                    <a:pt x="109930" y="11964"/>
                  </a:lnTo>
                  <a:cubicBezTo>
                    <a:pt x="149116" y="19983"/>
                    <a:pt x="188995" y="26097"/>
                    <a:pt x="229467" y="30207"/>
                  </a:cubicBezTo>
                  <a:lnTo>
                    <a:pt x="329700" y="35269"/>
                  </a:lnTo>
                  <a:lnTo>
                    <a:pt x="329700" y="280455"/>
                  </a:lnTo>
                  <a:lnTo>
                    <a:pt x="204398" y="274127"/>
                  </a:lnTo>
                  <a:cubicBezTo>
                    <a:pt x="155684" y="269181"/>
                    <a:pt x="107683" y="261820"/>
                    <a:pt x="60517" y="252169"/>
                  </a:cubicBezTo>
                  <a:lnTo>
                    <a:pt x="0" y="236609"/>
                  </a:lnTo>
                  <a:lnTo>
                    <a:pt x="63399" y="0"/>
                  </a:lnTo>
                  <a:close/>
                </a:path>
              </a:pathLst>
            </a:custGeom>
            <a:solidFill>
              <a:schemeClr val="accent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001598" y="3471988"/>
              <a:ext cx="1665841" cy="92333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D55633"/>
                  </a:solidFill>
                  <a:effectLst/>
                  <a:uLnTx/>
                  <a:uFillTx/>
                  <a:latin typeface="본고딕 Bold" panose="020B0800000000000000" pitchFamily="34" charset="-127"/>
                  <a:ea typeface="본고딕 Bold" panose="020B0800000000000000" pitchFamily="34" charset="-127"/>
                </a:rPr>
                <a:t>50%</a:t>
              </a:r>
              <a:endParaRPr kumimoji="0" lang="ko-KR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D55633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1416485" y="5078631"/>
            <a:ext cx="2618483" cy="10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/Medium,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649819" y="5078631"/>
            <a:ext cx="2618483" cy="10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소제목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/Medium, 14pt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r>
              <a:rPr kumimoji="0" lang="ko-KR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rPr>
              <a:t>가나다라마바사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09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68287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44" name="Chart 21">
            <a:extLst>
              <a:ext uri="{FF2B5EF4-FFF2-40B4-BE49-F238E27FC236}">
                <a16:creationId xmlns="" xmlns:a16="http://schemas.microsoft.com/office/drawing/2014/main" id="{0D23B9CE-E593-4BE6-86F5-7FFA37F8DB44}"/>
              </a:ext>
            </a:extLst>
          </p:cNvPr>
          <p:cNvGraphicFramePr/>
          <p:nvPr>
            <p:extLst/>
          </p:nvPr>
        </p:nvGraphicFramePr>
        <p:xfrm>
          <a:off x="314896" y="1828212"/>
          <a:ext cx="4320000" cy="43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5" name="Chart 21">
            <a:extLst>
              <a:ext uri="{FF2B5EF4-FFF2-40B4-BE49-F238E27FC236}">
                <a16:creationId xmlns="" xmlns:a16="http://schemas.microsoft.com/office/drawing/2014/main" id="{66E53D95-980C-4EB3-A5AB-70976C47B6CB}"/>
              </a:ext>
            </a:extLst>
          </p:cNvPr>
          <p:cNvGraphicFramePr/>
          <p:nvPr>
            <p:extLst/>
          </p:nvPr>
        </p:nvGraphicFramePr>
        <p:xfrm>
          <a:off x="674896" y="2188212"/>
          <a:ext cx="360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6" name="Chart 21">
            <a:extLst>
              <a:ext uri="{FF2B5EF4-FFF2-40B4-BE49-F238E27FC236}">
                <a16:creationId xmlns="" xmlns:a16="http://schemas.microsoft.com/office/drawing/2014/main" id="{2AB8C980-7C40-42FD-BB32-ECCD6737C057}"/>
              </a:ext>
            </a:extLst>
          </p:cNvPr>
          <p:cNvGraphicFramePr/>
          <p:nvPr>
            <p:extLst/>
          </p:nvPr>
        </p:nvGraphicFramePr>
        <p:xfrm>
          <a:off x="1034896" y="2548212"/>
          <a:ext cx="28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7" name="Chart 21">
            <a:extLst>
              <a:ext uri="{FF2B5EF4-FFF2-40B4-BE49-F238E27FC236}">
                <a16:creationId xmlns="" xmlns:a16="http://schemas.microsoft.com/office/drawing/2014/main" id="{A16DBB3A-CA5D-4342-B81F-C247139478CA}"/>
              </a:ext>
            </a:extLst>
          </p:cNvPr>
          <p:cNvGraphicFramePr/>
          <p:nvPr>
            <p:extLst/>
          </p:nvPr>
        </p:nvGraphicFramePr>
        <p:xfrm>
          <a:off x="1394896" y="2908212"/>
          <a:ext cx="2160000" cy="216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8" name="TextBox 666">
            <a:extLst>
              <a:ext uri="{FF2B5EF4-FFF2-40B4-BE49-F238E27FC236}">
                <a16:creationId xmlns="" xmlns:a16="http://schemas.microsoft.com/office/drawing/2014/main" id="{EA4D65FE-F9DB-4E91-B8EB-02940020AF42}"/>
              </a:ext>
            </a:extLst>
          </p:cNvPr>
          <p:cNvSpPr txBox="1"/>
          <p:nvPr/>
        </p:nvSpPr>
        <p:spPr>
          <a:xfrm>
            <a:off x="4821137" y="1864449"/>
            <a:ext cx="1242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4B6580">
                    <a:lumMod val="60000"/>
                    <a:lumOff val="40000"/>
                  </a:srgb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85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B6580">
                    <a:lumMod val="60000"/>
                    <a:lumOff val="40000"/>
                  </a:srgbClr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%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B6580">
                  <a:lumMod val="60000"/>
                  <a:lumOff val="40000"/>
                </a:srgbClr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</a:endParaRPr>
          </a:p>
        </p:txBody>
      </p:sp>
      <p:sp>
        <p:nvSpPr>
          <p:cNvPr id="53" name="TextBox 667">
            <a:extLst>
              <a:ext uri="{FF2B5EF4-FFF2-40B4-BE49-F238E27FC236}">
                <a16:creationId xmlns="" xmlns:a16="http://schemas.microsoft.com/office/drawing/2014/main" id="{EF35D637-D483-4B44-93CA-6D2CC950E599}"/>
              </a:ext>
            </a:extLst>
          </p:cNvPr>
          <p:cNvSpPr txBox="1"/>
          <p:nvPr/>
        </p:nvSpPr>
        <p:spPr>
          <a:xfrm>
            <a:off x="4821137" y="2952301"/>
            <a:ext cx="1242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78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%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</a:endParaRPr>
          </a:p>
        </p:txBody>
      </p:sp>
      <p:sp>
        <p:nvSpPr>
          <p:cNvPr id="54" name="TextBox 668">
            <a:extLst>
              <a:ext uri="{FF2B5EF4-FFF2-40B4-BE49-F238E27FC236}">
                <a16:creationId xmlns="" xmlns:a16="http://schemas.microsoft.com/office/drawing/2014/main" id="{58AC5C76-91A5-4F7C-8DB6-782BAA641D39}"/>
              </a:ext>
            </a:extLst>
          </p:cNvPr>
          <p:cNvSpPr txBox="1"/>
          <p:nvPr/>
        </p:nvSpPr>
        <p:spPr>
          <a:xfrm>
            <a:off x="4821137" y="4040153"/>
            <a:ext cx="1242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65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%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7D0D4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</a:endParaRPr>
          </a:p>
        </p:txBody>
      </p:sp>
      <p:sp>
        <p:nvSpPr>
          <p:cNvPr id="55" name="TextBox 669">
            <a:extLst>
              <a:ext uri="{FF2B5EF4-FFF2-40B4-BE49-F238E27FC236}">
                <a16:creationId xmlns="" xmlns:a16="http://schemas.microsoft.com/office/drawing/2014/main" id="{117AB0AA-B0EE-4430-B97F-C728D603D1E6}"/>
              </a:ext>
            </a:extLst>
          </p:cNvPr>
          <p:cNvSpPr txBox="1"/>
          <p:nvPr/>
        </p:nvSpPr>
        <p:spPr>
          <a:xfrm>
            <a:off x="4821137" y="5128004"/>
            <a:ext cx="1242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55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Bold" panose="020B0800000000000000" pitchFamily="34" charset="-127"/>
                <a:ea typeface="본고딕 Bold" panose="020B0800000000000000" pitchFamily="34" charset="-127"/>
              </a:rPr>
              <a:t>%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Bold" panose="020B0800000000000000" pitchFamily="34" charset="-127"/>
              <a:ea typeface="본고딕 Bold" panose="020B0800000000000000" pitchFamily="34" charset="-127"/>
            </a:endParaRPr>
          </a:p>
        </p:txBody>
      </p:sp>
      <p:sp>
        <p:nvSpPr>
          <p:cNvPr id="56" name="TextBox 686">
            <a:extLst>
              <a:ext uri="{FF2B5EF4-FFF2-40B4-BE49-F238E27FC236}">
                <a16:creationId xmlns="" xmlns:a16="http://schemas.microsoft.com/office/drawing/2014/main" id="{CC118A84-D188-44D1-BBC2-D429258B4946}"/>
              </a:ext>
            </a:extLst>
          </p:cNvPr>
          <p:cNvSpPr txBox="1"/>
          <p:nvPr/>
        </p:nvSpPr>
        <p:spPr>
          <a:xfrm>
            <a:off x="2466688" y="1841271"/>
            <a:ext cx="1950192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err="1" smtClean="0">
                <a:ln>
                  <a:noFill/>
                </a:ln>
                <a:solidFill>
                  <a:srgbClr val="4B6580">
                    <a:lumMod val="60000"/>
                    <a:lumOff val="40000"/>
                  </a:srgbClr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포항제강소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4B6580">
                    <a:lumMod val="60000"/>
                    <a:lumOff val="40000"/>
                  </a:srgbClr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 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4B6580">
                  <a:lumMod val="60000"/>
                  <a:lumOff val="40000"/>
                </a:srgbClr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57" name="TextBox 687">
            <a:extLst>
              <a:ext uri="{FF2B5EF4-FFF2-40B4-BE49-F238E27FC236}">
                <a16:creationId xmlns="" xmlns:a16="http://schemas.microsoft.com/office/drawing/2014/main" id="{F7EB3DFB-8162-49C3-AA77-60F7F5D5F179}"/>
              </a:ext>
            </a:extLst>
          </p:cNvPr>
          <p:cNvSpPr txBox="1"/>
          <p:nvPr/>
        </p:nvSpPr>
        <p:spPr>
          <a:xfrm>
            <a:off x="2466688" y="2197672"/>
            <a:ext cx="1476000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err="1" smtClean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인천제강소</a:t>
            </a: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002452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 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002452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58" name="TextBox 688">
            <a:extLst>
              <a:ext uri="{FF2B5EF4-FFF2-40B4-BE49-F238E27FC236}">
                <a16:creationId xmlns="" xmlns:a16="http://schemas.microsoft.com/office/drawing/2014/main" id="{1A723BE3-28E1-4286-8050-5E368820DA13}"/>
              </a:ext>
            </a:extLst>
          </p:cNvPr>
          <p:cNvSpPr txBox="1"/>
          <p:nvPr/>
        </p:nvSpPr>
        <p:spPr>
          <a:xfrm>
            <a:off x="2466688" y="2554073"/>
            <a:ext cx="1476000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B7D0D4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당진공장 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B7D0D4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59" name="TextBox 689">
            <a:extLst>
              <a:ext uri="{FF2B5EF4-FFF2-40B4-BE49-F238E27FC236}">
                <a16:creationId xmlns="" xmlns:a16="http://schemas.microsoft.com/office/drawing/2014/main" id="{7D9AD3BB-A8C1-48DB-9821-E89B8AAD1325}"/>
              </a:ext>
            </a:extLst>
          </p:cNvPr>
          <p:cNvSpPr txBox="1"/>
          <p:nvPr/>
        </p:nvSpPr>
        <p:spPr>
          <a:xfrm>
            <a:off x="2466688" y="2910474"/>
            <a:ext cx="1476000" cy="33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" normalizeH="0" baseline="0" noProof="0" dirty="0" smtClean="0">
                <a:ln>
                  <a:noFill/>
                </a:ln>
                <a:solidFill>
                  <a:srgbClr val="757575"/>
                </a:solidFill>
                <a:effectLst/>
                <a:uLnTx/>
                <a:uFillTx/>
                <a:latin typeface="본고딕 Medium"/>
                <a:ea typeface="본고딕 Medium"/>
                <a:cs typeface="Arial" pitchFamily="34" charset="0"/>
              </a:rPr>
              <a:t>부산공장 </a:t>
            </a:r>
            <a:endParaRPr kumimoji="0" lang="ko-KR" altLang="en-US" sz="1400" b="0" i="0" u="none" strike="noStrike" kern="1200" cap="none" spc="-20" normalizeH="0" baseline="0" noProof="0" dirty="0">
              <a:ln>
                <a:noFill/>
              </a:ln>
              <a:solidFill>
                <a:srgbClr val="757575"/>
              </a:solidFill>
              <a:effectLst/>
              <a:uLnTx/>
              <a:uFillTx/>
              <a:latin typeface="본고딕 Medium"/>
              <a:ea typeface="본고딕 Medium"/>
              <a:cs typeface="Arial" pitchFamily="34" charset="0"/>
            </a:endParaRPr>
          </a:p>
        </p:txBody>
      </p:sp>
      <p:sp>
        <p:nvSpPr>
          <p:cNvPr id="60" name="Rectangle 5">
            <a:extLst>
              <a:ext uri="{FF2B5EF4-FFF2-40B4-BE49-F238E27FC236}">
                <a16:creationId xmlns="" xmlns:a16="http://schemas.microsoft.com/office/drawing/2014/main" id="{7167A0D4-3D00-4798-A624-524E332DA492}"/>
              </a:ext>
            </a:extLst>
          </p:cNvPr>
          <p:cNvSpPr/>
          <p:nvPr/>
        </p:nvSpPr>
        <p:spPr>
          <a:xfrm>
            <a:off x="6063181" y="1806471"/>
            <a:ext cx="3384000" cy="9592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6B6B6"/>
            </a:solidFill>
            <a:prstDash val="solid"/>
            <a:miter lim="800000"/>
          </a:ln>
          <a:effectLst/>
        </p:spPr>
        <p:txBody>
          <a:bodyPr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포항제강소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</a:t>
            </a: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형강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lvl="0" defTabSz="4572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텍스트를 입력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="" xmlns:a16="http://schemas.microsoft.com/office/drawing/2014/main" id="{E65E6E43-6999-49DA-846A-038CC7C803F5}"/>
              </a:ext>
            </a:extLst>
          </p:cNvPr>
          <p:cNvSpPr/>
          <p:nvPr/>
        </p:nvSpPr>
        <p:spPr>
          <a:xfrm>
            <a:off x="6063181" y="2894323"/>
            <a:ext cx="3384000" cy="9592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6B6B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인천제강소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봉강  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lvl="0" defTabSz="4572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sp>
        <p:nvSpPr>
          <p:cNvPr id="62" name="Rectangle 13">
            <a:extLst>
              <a:ext uri="{FF2B5EF4-FFF2-40B4-BE49-F238E27FC236}">
                <a16:creationId xmlns="" xmlns:a16="http://schemas.microsoft.com/office/drawing/2014/main" id="{FE103F4F-FCEF-483D-8AE7-1F357F653536}"/>
              </a:ext>
            </a:extLst>
          </p:cNvPr>
          <p:cNvSpPr/>
          <p:nvPr/>
        </p:nvSpPr>
        <p:spPr>
          <a:xfrm>
            <a:off x="6063181" y="3982175"/>
            <a:ext cx="3384000" cy="9592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6B6B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당진공장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</a:t>
            </a:r>
            <a:r>
              <a:rPr kumimoji="0" lang="ko-KR" alt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후판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 </a:t>
            </a:r>
            <a:endParaRPr kumimoji="0" lang="en-US" altLang="ko-KR" sz="1400" b="0" i="0" u="none" strike="noStrike" kern="1200" cap="none" spc="0" normalizeH="0" baseline="0" noProof="0" dirty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lvl="0" defTabSz="4572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sp>
        <p:nvSpPr>
          <p:cNvPr id="63" name="Rectangle 17">
            <a:extLst>
              <a:ext uri="{FF2B5EF4-FFF2-40B4-BE49-F238E27FC236}">
                <a16:creationId xmlns="" xmlns:a16="http://schemas.microsoft.com/office/drawing/2014/main" id="{9BF2A44D-AD34-4D59-982D-DD0DA6BF2207}"/>
              </a:ext>
            </a:extLst>
          </p:cNvPr>
          <p:cNvSpPr/>
          <p:nvPr/>
        </p:nvSpPr>
        <p:spPr>
          <a:xfrm>
            <a:off x="6063181" y="5070026"/>
            <a:ext cx="3384000" cy="9592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B6B6B6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부산공장 </a:t>
            </a:r>
            <a:r>
              <a:rPr kumimoji="0" lang="en-US" altLang="ko-KR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/ </a:t>
            </a:r>
            <a:r>
              <a:rPr kumimoji="0" lang="ko-KR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냉연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본고딕 Medium" panose="020B0600000000000000" pitchFamily="34" charset="-127"/>
              <a:ea typeface="본고딕 Medium" panose="020B0600000000000000" pitchFamily="34" charset="-127"/>
              <a:cs typeface="+mn-cs"/>
            </a:endParaRPr>
          </a:p>
          <a:p>
            <a:pPr lvl="0" defTabSz="45720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58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52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8" name="직사각형 70">
            <a:extLst>
              <a:ext uri="{FF2B5EF4-FFF2-40B4-BE49-F238E27FC236}">
                <a16:creationId xmlns="" xmlns:a16="http://schemas.microsoft.com/office/drawing/2014/main" id="{5F6E8B54-1098-4D34-BD4E-9C4DA7D3518F}"/>
              </a:ext>
            </a:extLst>
          </p:cNvPr>
          <p:cNvSpPr/>
          <p:nvPr/>
        </p:nvSpPr>
        <p:spPr>
          <a:xfrm>
            <a:off x="2262382" y="3000818"/>
            <a:ext cx="1497767" cy="297521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40%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 입력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31A10FCB-8772-4067-A24D-A19579DEA3AD}"/>
              </a:ext>
            </a:extLst>
          </p:cNvPr>
          <p:cNvSpPr txBox="1"/>
          <p:nvPr/>
        </p:nvSpPr>
        <p:spPr>
          <a:xfrm>
            <a:off x="2145144" y="3315538"/>
            <a:ext cx="668861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</a:t>
            </a:r>
            <a:endParaRPr lang="en-US" altLang="ko-KR" sz="1200" kern="0" spc="-20" dirty="0" smtClean="0">
              <a:solidFill>
                <a:srgbClr val="161516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sp>
        <p:nvSpPr>
          <p:cNvPr id="41" name="직사각형 72">
            <a:extLst>
              <a:ext uri="{FF2B5EF4-FFF2-40B4-BE49-F238E27FC236}">
                <a16:creationId xmlns="" xmlns:a16="http://schemas.microsoft.com/office/drawing/2014/main" id="{CD5A972E-D57D-4EE6-B4BB-A1153AF3D99F}"/>
              </a:ext>
            </a:extLst>
          </p:cNvPr>
          <p:cNvSpPr/>
          <p:nvPr/>
        </p:nvSpPr>
        <p:spPr>
          <a:xfrm>
            <a:off x="2262382" y="4155262"/>
            <a:ext cx="1497767" cy="2975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kumimoji="0" lang="en-US" altLang="ko-KR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50% </a:t>
            </a:r>
            <a:r>
              <a:rPr lang="ko-KR" altLang="en-US" sz="1400" kern="0" spc="-20" dirty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 입력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B7B09069-08BA-4D14-AE9E-025285CD583D}"/>
              </a:ext>
            </a:extLst>
          </p:cNvPr>
          <p:cNvSpPr txBox="1"/>
          <p:nvPr/>
        </p:nvSpPr>
        <p:spPr>
          <a:xfrm>
            <a:off x="2145146" y="4469982"/>
            <a:ext cx="668861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</a:t>
            </a:r>
            <a:endParaRPr lang="en-US" altLang="ko-KR" sz="1200" kern="0" spc="-20" dirty="0">
              <a:solidFill>
                <a:srgbClr val="161516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sp>
        <p:nvSpPr>
          <p:cNvPr id="44" name="직사각형 74">
            <a:extLst>
              <a:ext uri="{FF2B5EF4-FFF2-40B4-BE49-F238E27FC236}">
                <a16:creationId xmlns="" xmlns:a16="http://schemas.microsoft.com/office/drawing/2014/main" id="{D7C2929F-50A5-405D-8618-38605456FA7B}"/>
              </a:ext>
            </a:extLst>
          </p:cNvPr>
          <p:cNvSpPr/>
          <p:nvPr/>
        </p:nvSpPr>
        <p:spPr>
          <a:xfrm>
            <a:off x="2262382" y="5300861"/>
            <a:ext cx="1497767" cy="297521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kumimoji="0" lang="en-US" altLang="ko-KR" sz="1400" b="0" i="0" u="none" strike="noStrike" kern="0" cap="none" spc="-2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70% </a:t>
            </a:r>
            <a:r>
              <a:rPr lang="ko-KR" altLang="en-US" sz="1400" kern="0" spc="-20" dirty="0">
                <a:solidFill>
                  <a:srgbClr val="FFFFFF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 입력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3947F3CF-B44E-4528-9F74-9DC35449EADD}"/>
              </a:ext>
            </a:extLst>
          </p:cNvPr>
          <p:cNvSpPr txBox="1"/>
          <p:nvPr/>
        </p:nvSpPr>
        <p:spPr>
          <a:xfrm>
            <a:off x="2145147" y="5615581"/>
            <a:ext cx="668861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</a:t>
            </a:r>
            <a:endParaRPr lang="en-US" altLang="ko-KR" sz="1200" kern="0" spc="-20" dirty="0">
              <a:solidFill>
                <a:srgbClr val="161516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입력하세요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graphicFrame>
        <p:nvGraphicFramePr>
          <p:cNvPr id="46" name="Chart 7">
            <a:extLst>
              <a:ext uri="{FF2B5EF4-FFF2-40B4-BE49-F238E27FC236}">
                <a16:creationId xmlns="" xmlns:a16="http://schemas.microsoft.com/office/drawing/2014/main" id="{2D502A8B-CC2D-4166-A346-96502274B4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9675949"/>
              </p:ext>
            </p:extLst>
          </p:nvPr>
        </p:nvGraphicFramePr>
        <p:xfrm>
          <a:off x="973522" y="4032105"/>
          <a:ext cx="986741" cy="1022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7" name="Chart 7">
            <a:extLst>
              <a:ext uri="{FF2B5EF4-FFF2-40B4-BE49-F238E27FC236}">
                <a16:creationId xmlns="" xmlns:a16="http://schemas.microsoft.com/office/drawing/2014/main" id="{A8AF568C-5A83-4E2F-90E7-A50D49F8BF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3592198"/>
              </p:ext>
            </p:extLst>
          </p:nvPr>
        </p:nvGraphicFramePr>
        <p:xfrm>
          <a:off x="973522" y="5186549"/>
          <a:ext cx="986741" cy="1022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8" name="Chart 7">
            <a:extLst>
              <a:ext uri="{FF2B5EF4-FFF2-40B4-BE49-F238E27FC236}">
                <a16:creationId xmlns="" xmlns:a16="http://schemas.microsoft.com/office/drawing/2014/main" id="{5170F26B-98D9-4C45-BEC4-474770B20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173223"/>
              </p:ext>
            </p:extLst>
          </p:nvPr>
        </p:nvGraphicFramePr>
        <p:xfrm>
          <a:off x="973522" y="2877661"/>
          <a:ext cx="986741" cy="1022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직사각형 70">
            <a:extLst>
              <a:ext uri="{FF2B5EF4-FFF2-40B4-BE49-F238E27FC236}">
                <a16:creationId xmlns="" xmlns:a16="http://schemas.microsoft.com/office/drawing/2014/main" id="{5F6E8B54-1098-4D34-BD4E-9C4DA7D3518F}"/>
              </a:ext>
            </a:extLst>
          </p:cNvPr>
          <p:cNvSpPr/>
          <p:nvPr/>
        </p:nvSpPr>
        <p:spPr>
          <a:xfrm>
            <a:off x="2262382" y="1848801"/>
            <a:ext cx="1497767" cy="29752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30% </a:t>
            </a:r>
            <a:r>
              <a:rPr kumimoji="0" lang="ko-KR" altLang="en-US" sz="1400" b="0" i="0" u="none" strike="noStrike" kern="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본고딕 Medium" panose="020B0600000000000000" pitchFamily="34" charset="-127"/>
                <a:ea typeface="본고딕 Medium" panose="020B0600000000000000" pitchFamily="34" charset="-127"/>
                <a:cs typeface="+mn-cs"/>
              </a:rPr>
              <a:t>텍스트 입력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31A10FCB-8772-4067-A24D-A19579DEA3AD}"/>
              </a:ext>
            </a:extLst>
          </p:cNvPr>
          <p:cNvSpPr txBox="1"/>
          <p:nvPr/>
        </p:nvSpPr>
        <p:spPr>
          <a:xfrm>
            <a:off x="2145144" y="2163521"/>
            <a:ext cx="668861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</a:t>
            </a:r>
            <a:endParaRPr lang="en-US" altLang="ko-KR" sz="1200" kern="0" spc="-20" dirty="0" smtClean="0">
              <a:solidFill>
                <a:srgbClr val="161516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1200" kern="0" spc="-20" dirty="0">
                <a:solidFill>
                  <a:srgbClr val="161516"/>
                </a:solidFill>
              </a:rPr>
              <a:t>텍스트를 입력하세요 텍스트를 입력하세요 텍스트를 입력하세요 텍스트를 입력하세요 텍스트를 </a:t>
            </a:r>
            <a:r>
              <a:rPr lang="ko-KR" altLang="en-US" sz="1200" kern="0" spc="-20" dirty="0" smtClean="0">
                <a:solidFill>
                  <a:srgbClr val="161516"/>
                </a:solidFill>
              </a:rPr>
              <a:t>입력하세요</a:t>
            </a:r>
            <a:endParaRPr lang="ko-KR" altLang="en-US" sz="1200" dirty="0">
              <a:solidFill>
                <a:srgbClr val="262626"/>
              </a:solidFill>
            </a:endParaRPr>
          </a:p>
        </p:txBody>
      </p:sp>
      <p:graphicFrame>
        <p:nvGraphicFramePr>
          <p:cNvPr id="21" name="Chart 7">
            <a:extLst>
              <a:ext uri="{FF2B5EF4-FFF2-40B4-BE49-F238E27FC236}">
                <a16:creationId xmlns="" xmlns:a16="http://schemas.microsoft.com/office/drawing/2014/main" id="{5170F26B-98D9-4C45-BEC4-474770B20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675494"/>
              </p:ext>
            </p:extLst>
          </p:nvPr>
        </p:nvGraphicFramePr>
        <p:xfrm>
          <a:off x="973522" y="1725644"/>
          <a:ext cx="986741" cy="1022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5463" cy="286232"/>
          </a:xfrm>
        </p:spPr>
        <p:txBody>
          <a:bodyPr/>
          <a:lstStyle/>
          <a:p>
            <a:r>
              <a:rPr lang="en-US" altLang="ko-KR" dirty="0" smtClean="0"/>
              <a:t>CHART</a:t>
            </a:r>
            <a:endParaRPr lang="ko-KR" altLang="en-US" dirty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31" y="1840713"/>
            <a:ext cx="814684" cy="814684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36" y="3026541"/>
            <a:ext cx="714749" cy="714749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99" y="4182112"/>
            <a:ext cx="722686" cy="722686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1036731" y="5300861"/>
            <a:ext cx="820245" cy="813922"/>
            <a:chOff x="1036731" y="5300861"/>
            <a:chExt cx="820245" cy="813922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183" y="5358990"/>
              <a:ext cx="755793" cy="755793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6731" y="5300861"/>
              <a:ext cx="755793" cy="7557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614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개체 36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75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7" name="개체 3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제목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5463" cy="286232"/>
          </a:xfrm>
        </p:spPr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7" name="Rounded Rectangle 3">
            <a:extLst>
              <a:ext uri="{FF2B5EF4-FFF2-40B4-BE49-F238E27FC236}">
                <a16:creationId xmlns="" xmlns:a16="http://schemas.microsoft.com/office/drawing/2014/main" id="{8ED1830B-6085-4F03-98CD-7FAEFBF95E04}"/>
              </a:ext>
            </a:extLst>
          </p:cNvPr>
          <p:cNvSpPr/>
          <p:nvPr/>
        </p:nvSpPr>
        <p:spPr>
          <a:xfrm>
            <a:off x="1255785" y="2030263"/>
            <a:ext cx="7835546" cy="73152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8" name="Rounded Rectangle 9">
            <a:extLst>
              <a:ext uri="{FF2B5EF4-FFF2-40B4-BE49-F238E27FC236}">
                <a16:creationId xmlns="" xmlns:a16="http://schemas.microsoft.com/office/drawing/2014/main" id="{8229737B-993F-49BC-8928-003622019D79}"/>
              </a:ext>
            </a:extLst>
          </p:cNvPr>
          <p:cNvSpPr/>
          <p:nvPr/>
        </p:nvSpPr>
        <p:spPr>
          <a:xfrm rot="10800000">
            <a:off x="1255784" y="2870436"/>
            <a:ext cx="7835546" cy="73152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Rounded Rectangle 15">
            <a:extLst>
              <a:ext uri="{FF2B5EF4-FFF2-40B4-BE49-F238E27FC236}">
                <a16:creationId xmlns="" xmlns:a16="http://schemas.microsoft.com/office/drawing/2014/main" id="{A922A94B-0E4E-4FB2-85D7-C3AD4D62377F}"/>
              </a:ext>
            </a:extLst>
          </p:cNvPr>
          <p:cNvSpPr/>
          <p:nvPr/>
        </p:nvSpPr>
        <p:spPr>
          <a:xfrm>
            <a:off x="1255784" y="3710609"/>
            <a:ext cx="7835546" cy="73152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-2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Rounded Rectangle 21">
            <a:extLst>
              <a:ext uri="{FF2B5EF4-FFF2-40B4-BE49-F238E27FC236}">
                <a16:creationId xmlns="" xmlns:a16="http://schemas.microsoft.com/office/drawing/2014/main" id="{1935ACF5-04AF-4A93-A536-8F835E8FD1B2}"/>
              </a:ext>
            </a:extLst>
          </p:cNvPr>
          <p:cNvSpPr/>
          <p:nvPr/>
        </p:nvSpPr>
        <p:spPr>
          <a:xfrm rot="10800000">
            <a:off x="1255784" y="4550782"/>
            <a:ext cx="7835546" cy="73152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2" name="Rounded Rectangle 9">
            <a:extLst>
              <a:ext uri="{FF2B5EF4-FFF2-40B4-BE49-F238E27FC236}">
                <a16:creationId xmlns="" xmlns:a16="http://schemas.microsoft.com/office/drawing/2014/main" id="{FAC05319-8041-491B-AD52-E1BCE72DD7CF}"/>
              </a:ext>
            </a:extLst>
          </p:cNvPr>
          <p:cNvSpPr/>
          <p:nvPr/>
        </p:nvSpPr>
        <p:spPr>
          <a:xfrm>
            <a:off x="764359" y="2030263"/>
            <a:ext cx="448344" cy="73152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텍스트</a:t>
            </a:r>
            <a:endParaRPr kumimoji="0" lang="en-US" sz="12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Rounded Rectangle 21">
            <a:extLst>
              <a:ext uri="{FF2B5EF4-FFF2-40B4-BE49-F238E27FC236}">
                <a16:creationId xmlns="" xmlns:a16="http://schemas.microsoft.com/office/drawing/2014/main" id="{FA8BE750-C390-4816-B6FC-AC120733D7F9}"/>
              </a:ext>
            </a:extLst>
          </p:cNvPr>
          <p:cNvSpPr/>
          <p:nvPr/>
        </p:nvSpPr>
        <p:spPr>
          <a:xfrm rot="10800000">
            <a:off x="1255784" y="5390957"/>
            <a:ext cx="7835546" cy="731520"/>
          </a:xfrm>
          <a:prstGeom prst="roundRect">
            <a:avLst>
              <a:gd name="adj" fmla="val 5329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27" name="Table 31">
            <a:extLst>
              <a:ext uri="{FF2B5EF4-FFF2-40B4-BE49-F238E27FC236}">
                <a16:creationId xmlns="" xmlns:a16="http://schemas.microsoft.com/office/drawing/2014/main" id="{4430128F-FD8A-496B-BAFF-4B7ED7E3B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23191"/>
              </p:ext>
            </p:extLst>
          </p:nvPr>
        </p:nvGraphicFramePr>
        <p:xfrm>
          <a:off x="1255787" y="1614011"/>
          <a:ext cx="7835541" cy="4516493"/>
        </p:xfrm>
        <a:graphic>
          <a:graphicData uri="http://schemas.openxmlformats.org/drawingml/2006/table">
            <a:tbl>
              <a:tblPr firstRow="1" bandRow="1"/>
              <a:tblGrid>
                <a:gridCol w="2518173">
                  <a:extLst>
                    <a:ext uri="{9D8B030D-6E8A-4147-A177-3AD203B41FA5}">
                      <a16:colId xmlns="" xmlns:a16="http://schemas.microsoft.com/office/drawing/2014/main" val="1920603652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20076574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92692958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1892297329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2816025906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1003049150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2676757298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2933213685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1617553086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1606730563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1811026312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3630387194"/>
                    </a:ext>
                  </a:extLst>
                </a:gridCol>
                <a:gridCol w="443114">
                  <a:extLst>
                    <a:ext uri="{9D8B030D-6E8A-4147-A177-3AD203B41FA5}">
                      <a16:colId xmlns="" xmlns:a16="http://schemas.microsoft.com/office/drawing/2014/main" val="1898721022"/>
                    </a:ext>
                  </a:extLst>
                </a:gridCol>
              </a:tblGrid>
              <a:tr h="365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2019</a:t>
                      </a:r>
                      <a:endParaRPr lang="en-US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Jan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Feb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Mar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Apr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May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Jun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Jul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Aug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Sep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Oct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Nov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Dec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18959937"/>
                  </a:ext>
                </a:extLst>
              </a:tr>
              <a:tr h="542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ctr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46052703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19227403"/>
                  </a:ext>
                </a:extLst>
              </a:tr>
              <a:tr h="1097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01035337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17609982"/>
                  </a:ext>
                </a:extLst>
              </a:tr>
              <a:tr h="1097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17656553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11687348"/>
                  </a:ext>
                </a:extLst>
              </a:tr>
              <a:tr h="1097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05622722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6378911"/>
                  </a:ext>
                </a:extLst>
              </a:tr>
              <a:tr h="1097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39141885"/>
                  </a:ext>
                </a:extLst>
              </a:tr>
              <a:tr h="7315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Arial Unicode MS"/>
                        </a:defRPr>
                      </a:lvl9pPr>
                    </a:lstStyle>
                    <a:p>
                      <a:pPr algn="l"/>
                      <a:endParaRPr lang="en-US" sz="1200" b="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13221037"/>
                  </a:ext>
                </a:extLst>
              </a:tr>
            </a:tbl>
          </a:graphicData>
        </a:graphic>
      </p:graphicFrame>
      <p:sp>
        <p:nvSpPr>
          <p:cNvPr id="28" name="Rectangle 32">
            <a:extLst>
              <a:ext uri="{FF2B5EF4-FFF2-40B4-BE49-F238E27FC236}">
                <a16:creationId xmlns="" xmlns:a16="http://schemas.microsoft.com/office/drawing/2014/main" id="{82B5D751-7F25-4D7D-A2D7-8AFE1DF55EA8}"/>
              </a:ext>
            </a:extLst>
          </p:cNvPr>
          <p:cNvSpPr/>
          <p:nvPr/>
        </p:nvSpPr>
        <p:spPr>
          <a:xfrm>
            <a:off x="3831491" y="2065919"/>
            <a:ext cx="12742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20" noProof="0" dirty="0" smtClean="0">
                <a:solidFill>
                  <a:srgbClr val="262626"/>
                </a:solidFill>
                <a:latin typeface="+mn-ea"/>
              </a:rPr>
              <a:t>텍스트 입력</a:t>
            </a:r>
            <a:endParaRPr kumimoji="0" lang="en-US" sz="1000" b="0" i="0" u="none" strike="noStrike" kern="0" cap="none" spc="-2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Rectangle 33">
            <a:extLst>
              <a:ext uri="{FF2B5EF4-FFF2-40B4-BE49-F238E27FC236}">
                <a16:creationId xmlns="" xmlns:a16="http://schemas.microsoft.com/office/drawing/2014/main" id="{AC286FC0-5976-4A8A-88AF-8CA1E9B56113}"/>
              </a:ext>
            </a:extLst>
          </p:cNvPr>
          <p:cNvSpPr/>
          <p:nvPr/>
        </p:nvSpPr>
        <p:spPr>
          <a:xfrm>
            <a:off x="4671553" y="3746265"/>
            <a:ext cx="12742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ko-KR" altLang="en-US" sz="1000" kern="0" spc="-20" dirty="0">
                <a:solidFill>
                  <a:srgbClr val="262626"/>
                </a:solidFill>
                <a:latin typeface="+mn-ea"/>
              </a:rPr>
              <a:t>텍스트 입력</a:t>
            </a:r>
            <a:endParaRPr lang="en-US" altLang="ko-KR" sz="1000" kern="0" spc="-2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30" name="Rectangle 34">
            <a:extLst>
              <a:ext uri="{FF2B5EF4-FFF2-40B4-BE49-F238E27FC236}">
                <a16:creationId xmlns="" xmlns:a16="http://schemas.microsoft.com/office/drawing/2014/main" id="{A75C8ADC-6ACA-46A7-A875-8D3B107FC601}"/>
              </a:ext>
            </a:extLst>
          </p:cNvPr>
          <p:cNvSpPr/>
          <p:nvPr/>
        </p:nvSpPr>
        <p:spPr>
          <a:xfrm>
            <a:off x="6967447" y="5426613"/>
            <a:ext cx="12742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ko-KR" altLang="en-US" sz="1000" kern="0" spc="-20" dirty="0">
                <a:solidFill>
                  <a:schemeClr val="bg1"/>
                </a:solidFill>
                <a:latin typeface="+mn-ea"/>
              </a:rPr>
              <a:t>텍스트 입력</a:t>
            </a:r>
            <a:endParaRPr lang="en-US" altLang="ko-KR" sz="1000" kern="0" spc="-2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" name="Rectangle 36">
            <a:extLst>
              <a:ext uri="{FF2B5EF4-FFF2-40B4-BE49-F238E27FC236}">
                <a16:creationId xmlns="" xmlns:a16="http://schemas.microsoft.com/office/drawing/2014/main" id="{846D9E77-7E87-41FC-9F33-70B9B0134853}"/>
              </a:ext>
            </a:extLst>
          </p:cNvPr>
          <p:cNvSpPr/>
          <p:nvPr/>
        </p:nvSpPr>
        <p:spPr>
          <a:xfrm>
            <a:off x="4287633" y="2913136"/>
            <a:ext cx="12742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ko-KR" altLang="en-US" sz="1000" kern="0" spc="-20" dirty="0">
                <a:solidFill>
                  <a:srgbClr val="262626"/>
                </a:solidFill>
                <a:latin typeface="+mn-ea"/>
              </a:rPr>
              <a:t>텍스트 입력</a:t>
            </a:r>
            <a:endParaRPr lang="en-US" altLang="ko-KR" sz="1000" kern="0" spc="-2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32" name="Rectangle 37">
            <a:extLst>
              <a:ext uri="{FF2B5EF4-FFF2-40B4-BE49-F238E27FC236}">
                <a16:creationId xmlns="" xmlns:a16="http://schemas.microsoft.com/office/drawing/2014/main" id="{1FFE9DF1-F30D-44C0-B4E8-899E405F1396}"/>
              </a:ext>
            </a:extLst>
          </p:cNvPr>
          <p:cNvSpPr/>
          <p:nvPr/>
        </p:nvSpPr>
        <p:spPr>
          <a:xfrm>
            <a:off x="5561867" y="4586438"/>
            <a:ext cx="127423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ko-KR" altLang="en-US" sz="1000" kern="0" spc="-20" dirty="0">
                <a:solidFill>
                  <a:srgbClr val="262626"/>
                </a:solidFill>
                <a:latin typeface="+mn-ea"/>
              </a:rPr>
              <a:t>텍스트 입력</a:t>
            </a:r>
            <a:endParaRPr lang="en-US" altLang="ko-KR" sz="1000" kern="0" spc="-20" dirty="0">
              <a:solidFill>
                <a:srgbClr val="262626"/>
              </a:solidFill>
              <a:latin typeface="+mn-ea"/>
            </a:endParaRPr>
          </a:p>
        </p:txBody>
      </p:sp>
      <p:sp>
        <p:nvSpPr>
          <p:cNvPr id="34" name="Rounded Rectangle 9">
            <a:extLst>
              <a:ext uri="{FF2B5EF4-FFF2-40B4-BE49-F238E27FC236}">
                <a16:creationId xmlns="" xmlns:a16="http://schemas.microsoft.com/office/drawing/2014/main" id="{FAC05319-8041-491B-AD52-E1BCE72DD7CF}"/>
              </a:ext>
            </a:extLst>
          </p:cNvPr>
          <p:cNvSpPr/>
          <p:nvPr/>
        </p:nvSpPr>
        <p:spPr>
          <a:xfrm>
            <a:off x="764359" y="2870436"/>
            <a:ext cx="448344" cy="73152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텍스트</a:t>
            </a:r>
            <a:endParaRPr kumimoji="0" lang="en-US" sz="12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Rounded Rectangle 9">
            <a:extLst>
              <a:ext uri="{FF2B5EF4-FFF2-40B4-BE49-F238E27FC236}">
                <a16:creationId xmlns="" xmlns:a16="http://schemas.microsoft.com/office/drawing/2014/main" id="{FAC05319-8041-491B-AD52-E1BCE72DD7CF}"/>
              </a:ext>
            </a:extLst>
          </p:cNvPr>
          <p:cNvSpPr/>
          <p:nvPr/>
        </p:nvSpPr>
        <p:spPr>
          <a:xfrm>
            <a:off x="764359" y="3710609"/>
            <a:ext cx="448344" cy="73152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텍스트</a:t>
            </a:r>
            <a:endParaRPr kumimoji="0" lang="en-US" sz="12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Rounded Rectangle 9">
            <a:extLst>
              <a:ext uri="{FF2B5EF4-FFF2-40B4-BE49-F238E27FC236}">
                <a16:creationId xmlns="" xmlns:a16="http://schemas.microsoft.com/office/drawing/2014/main" id="{FAC05319-8041-491B-AD52-E1BCE72DD7CF}"/>
              </a:ext>
            </a:extLst>
          </p:cNvPr>
          <p:cNvSpPr/>
          <p:nvPr/>
        </p:nvSpPr>
        <p:spPr>
          <a:xfrm>
            <a:off x="764359" y="4550783"/>
            <a:ext cx="448344" cy="73152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텍스트</a:t>
            </a:r>
            <a:endParaRPr kumimoji="0" lang="en-US" sz="12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Rounded Rectangle 9">
            <a:extLst>
              <a:ext uri="{FF2B5EF4-FFF2-40B4-BE49-F238E27FC236}">
                <a16:creationId xmlns="" xmlns:a16="http://schemas.microsoft.com/office/drawing/2014/main" id="{FAC05319-8041-491B-AD52-E1BCE72DD7CF}"/>
              </a:ext>
            </a:extLst>
          </p:cNvPr>
          <p:cNvSpPr/>
          <p:nvPr/>
        </p:nvSpPr>
        <p:spPr>
          <a:xfrm>
            <a:off x="764359" y="5390957"/>
            <a:ext cx="448344" cy="73152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2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텍스트</a:t>
            </a:r>
            <a:endParaRPr kumimoji="0" lang="en-US" sz="1200" b="0" i="0" u="none" strike="noStrike" kern="0" cap="none" spc="-2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85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9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5463" cy="286232"/>
          </a:xfrm>
        </p:spPr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28" name="Table 28">
            <a:extLst>
              <a:ext uri="{FF2B5EF4-FFF2-40B4-BE49-F238E27FC236}">
                <a16:creationId xmlns="" xmlns:a16="http://schemas.microsoft.com/office/drawing/2014/main" id="{DA0DF2E1-8FAB-4169-A855-57EC4C10E0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346191"/>
              </p:ext>
            </p:extLst>
          </p:nvPr>
        </p:nvGraphicFramePr>
        <p:xfrm>
          <a:off x="518160" y="2529235"/>
          <a:ext cx="8869680" cy="3513393"/>
        </p:xfrm>
        <a:graphic>
          <a:graphicData uri="http://schemas.openxmlformats.org/drawingml/2006/table">
            <a:tbl>
              <a:tblPr firstRow="1" bandRow="1"/>
              <a:tblGrid>
                <a:gridCol w="11887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</a:tblGrid>
              <a:tr h="4572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2019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Quarter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Quarter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 Quarter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 Quarter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299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Jan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Feb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Mar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Apr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May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Jun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Jul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Aug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Sep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Oct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Nov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Dec</a:t>
                      </a:r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12415802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 smtClean="0">
                          <a:latin typeface="+mn-ea"/>
                          <a:ea typeface="+mn-ea"/>
                          <a:cs typeface="Arial" pitchFamily="34" charset="0"/>
                        </a:rPr>
                        <a:t>text</a:t>
                      </a:r>
                      <a:endParaRPr lang="ko-KR" altLang="en-US" sz="1200" b="0" spc="-20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 smtClean="0">
                          <a:latin typeface="+mn-ea"/>
                          <a:ea typeface="+mn-ea"/>
                          <a:cs typeface="Arial" pitchFamily="34" charset="0"/>
                        </a:rPr>
                        <a:t>text</a:t>
                      </a:r>
                      <a:endParaRPr lang="ko-KR" altLang="en-US" sz="1200" b="0" spc="-20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 smtClean="0">
                          <a:latin typeface="+mn-ea"/>
                          <a:ea typeface="+mn-ea"/>
                          <a:cs typeface="Arial" pitchFamily="34" charset="0"/>
                        </a:rPr>
                        <a:t>text</a:t>
                      </a:r>
                      <a:endParaRPr lang="ko-KR" altLang="en-US" sz="1200" b="0" spc="-20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 smtClean="0">
                          <a:latin typeface="+mn-ea"/>
                          <a:ea typeface="+mn-ea"/>
                          <a:cs typeface="Arial" pitchFamily="34" charset="0"/>
                        </a:rPr>
                        <a:t>text</a:t>
                      </a:r>
                      <a:endParaRPr lang="ko-KR" altLang="en-US" sz="1200" b="0" spc="-20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 smtClean="0">
                          <a:latin typeface="+mn-ea"/>
                          <a:ea typeface="+mn-ea"/>
                          <a:cs typeface="Arial" pitchFamily="34" charset="0"/>
                        </a:rPr>
                        <a:t>text</a:t>
                      </a:r>
                      <a:endParaRPr lang="ko-KR" altLang="en-US" sz="1200" b="0" spc="-20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69257365"/>
                  </a:ext>
                </a:extLst>
              </a:tr>
              <a:tr h="45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b="0" spc="-20" baseline="0" dirty="0" smtClean="0">
                          <a:latin typeface="+mn-ea"/>
                          <a:ea typeface="+mn-ea"/>
                          <a:cs typeface="Arial" pitchFamily="34" charset="0"/>
                        </a:rPr>
                        <a:t>text</a:t>
                      </a:r>
                      <a:endParaRPr lang="ko-KR" altLang="en-US" sz="1200" b="0" spc="-20" baseline="0" dirty="0"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 latinLnBrk="1"/>
                      <a:endParaRPr lang="ko-KR" altLang="en-US" sz="1200" b="0" spc="-20" baseline="0" dirty="0"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1330384"/>
                  </a:ext>
                </a:extLst>
              </a:tr>
            </a:tbl>
          </a:graphicData>
        </a:graphic>
      </p:graphicFrame>
      <p:sp>
        <p:nvSpPr>
          <p:cNvPr id="42" name="Rectangle: Rounded Corners 37">
            <a:extLst>
              <a:ext uri="{FF2B5EF4-FFF2-40B4-BE49-F238E27FC236}">
                <a16:creationId xmlns="" xmlns:a16="http://schemas.microsoft.com/office/drawing/2014/main" id="{23DFCBBE-1D8B-4792-B499-83B0417C8E65}"/>
              </a:ext>
            </a:extLst>
          </p:cNvPr>
          <p:cNvSpPr/>
          <p:nvPr/>
        </p:nvSpPr>
        <p:spPr>
          <a:xfrm>
            <a:off x="3134451" y="4300208"/>
            <a:ext cx="5142774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6" name="Rectangle: Rounded Corners 38">
            <a:extLst>
              <a:ext uri="{FF2B5EF4-FFF2-40B4-BE49-F238E27FC236}">
                <a16:creationId xmlns="" xmlns:a16="http://schemas.microsoft.com/office/drawing/2014/main" id="{D60563B3-194C-490B-9729-E842576BF83B}"/>
              </a:ext>
            </a:extLst>
          </p:cNvPr>
          <p:cNvSpPr/>
          <p:nvPr/>
        </p:nvSpPr>
        <p:spPr>
          <a:xfrm>
            <a:off x="5606040" y="5673695"/>
            <a:ext cx="3029769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7" name="Rectangle: Rounded Corners 39">
            <a:extLst>
              <a:ext uri="{FF2B5EF4-FFF2-40B4-BE49-F238E27FC236}">
                <a16:creationId xmlns="" xmlns:a16="http://schemas.microsoft.com/office/drawing/2014/main" id="{3F7A170D-ED4B-4502-B572-135FBC8E1C75}"/>
              </a:ext>
            </a:extLst>
          </p:cNvPr>
          <p:cNvSpPr/>
          <p:nvPr/>
        </p:nvSpPr>
        <p:spPr>
          <a:xfrm>
            <a:off x="2444097" y="3853953"/>
            <a:ext cx="2350094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48" name="Rectangle: Rounded Corners 41">
            <a:extLst>
              <a:ext uri="{FF2B5EF4-FFF2-40B4-BE49-F238E27FC236}">
                <a16:creationId xmlns="" xmlns:a16="http://schemas.microsoft.com/office/drawing/2014/main" id="{4BAD8B08-ED99-45F4-86F8-D0B57D000359}"/>
              </a:ext>
            </a:extLst>
          </p:cNvPr>
          <p:cNvSpPr/>
          <p:nvPr/>
        </p:nvSpPr>
        <p:spPr>
          <a:xfrm>
            <a:off x="1777525" y="3396124"/>
            <a:ext cx="3666146" cy="274320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3" name="Rectangle: Rounded Corners 42">
            <a:extLst>
              <a:ext uri="{FF2B5EF4-FFF2-40B4-BE49-F238E27FC236}">
                <a16:creationId xmlns="" xmlns:a16="http://schemas.microsoft.com/office/drawing/2014/main" id="{967BDA86-D4F0-4FFC-A67D-0B8246A6067C}"/>
              </a:ext>
            </a:extLst>
          </p:cNvPr>
          <p:cNvSpPr/>
          <p:nvPr/>
        </p:nvSpPr>
        <p:spPr>
          <a:xfrm>
            <a:off x="3134450" y="4773015"/>
            <a:ext cx="219075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54" name="Rectangle: Rounded Corners 43">
            <a:extLst>
              <a:ext uri="{FF2B5EF4-FFF2-40B4-BE49-F238E27FC236}">
                <a16:creationId xmlns="" xmlns:a16="http://schemas.microsoft.com/office/drawing/2014/main" id="{D64BA801-12A9-4E56-9F1E-C8E93B7392FB}"/>
              </a:ext>
            </a:extLst>
          </p:cNvPr>
          <p:cNvSpPr/>
          <p:nvPr/>
        </p:nvSpPr>
        <p:spPr>
          <a:xfrm>
            <a:off x="3761485" y="5217757"/>
            <a:ext cx="2724150" cy="2743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99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개체 23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23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24" name="개체 2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제목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5463" cy="286232"/>
          </a:xfrm>
        </p:spPr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Table Placeholder 5">
            <a:extLst>
              <a:ext uri="{FF2B5EF4-FFF2-40B4-BE49-F238E27FC236}">
                <a16:creationId xmlns="" xmlns:a16="http://schemas.microsoft.com/office/drawing/2014/main" id="{6EBE5428-7252-4555-83F3-9C55595E78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6915544"/>
              </p:ext>
            </p:extLst>
          </p:nvPr>
        </p:nvGraphicFramePr>
        <p:xfrm>
          <a:off x="609595" y="1374442"/>
          <a:ext cx="8686810" cy="4997426"/>
        </p:xfrm>
        <a:graphic>
          <a:graphicData uri="http://schemas.openxmlformats.org/drawingml/2006/table">
            <a:tbl>
              <a:tblPr firstRow="1" lastCol="1" bandRow="1" bandCol="1"/>
              <a:tblGrid>
                <a:gridCol w="116782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3236173471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73733316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725669553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4286593148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575241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4007387873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163120081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345656181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898321756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123025674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05107587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1573561088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725451340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55320425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3122855011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2113940703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894469725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120446301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3025910940"/>
                    </a:ext>
                  </a:extLst>
                </a:gridCol>
                <a:gridCol w="242548">
                  <a:extLst>
                    <a:ext uri="{9D8B030D-6E8A-4147-A177-3AD203B41FA5}">
                      <a16:colId xmlns="" xmlns:a16="http://schemas.microsoft.com/office/drawing/2014/main" val="1669305886"/>
                    </a:ext>
                  </a:extLst>
                </a:gridCol>
              </a:tblGrid>
              <a:tr h="446199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Content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bg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lt"/>
                          <a:ea typeface="본고딕 Medium" panose="020B0600000000000000" pitchFamily="34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2400" b="1" spc="600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771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24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25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26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27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28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29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30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31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07551034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JANUARY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FEBRUARY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MARCH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APRIL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MAY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JUNE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68500358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본고딕 Medium" panose="020B0600000000000000" pitchFamily="34" charset="-127"/>
                          <a:cs typeface="+mn-cs"/>
                        </a:rPr>
                        <a:t>JULY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15773105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AUGUST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7282867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SEPTEMBER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79483618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OCTOBER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36927204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NOVEMBER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64652859"/>
                  </a:ext>
                </a:extLst>
              </a:tr>
              <a:tr h="3569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pc="-20" baseline="0" dirty="0">
                          <a:solidFill>
                            <a:schemeClr val="tx1"/>
                          </a:solidFill>
                          <a:latin typeface="+mn-lt"/>
                          <a:ea typeface="본고딕 Medium" panose="020B0600000000000000" pitchFamily="34" charset="-127"/>
                        </a:rPr>
                        <a:t>DECEMBER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miter lim="800000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tx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3175" cap="flat" cmpd="sng" algn="ctr">
                      <a:solidFill>
                        <a:schemeClr val="bg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94116737"/>
                  </a:ext>
                </a:extLst>
              </a:tr>
            </a:tbl>
          </a:graphicData>
        </a:graphic>
      </p:graphicFrame>
      <p:sp>
        <p:nvSpPr>
          <p:cNvPr id="8" name="Rectangle: Rounded Corners 3">
            <a:extLst>
              <a:ext uri="{FF2B5EF4-FFF2-40B4-BE49-F238E27FC236}">
                <a16:creationId xmlns="" xmlns:a16="http://schemas.microsoft.com/office/drawing/2014/main" id="{DE767DD0-B986-4E63-B44B-65C8F0227D7C}"/>
              </a:ext>
            </a:extLst>
          </p:cNvPr>
          <p:cNvSpPr/>
          <p:nvPr/>
        </p:nvSpPr>
        <p:spPr>
          <a:xfrm>
            <a:off x="3925755" y="2509317"/>
            <a:ext cx="5142774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="" xmlns:a16="http://schemas.microsoft.com/office/drawing/2014/main" id="{B1A2B0F4-C919-4D2B-A255-F43470A7C2E9}"/>
              </a:ext>
            </a:extLst>
          </p:cNvPr>
          <p:cNvSpPr/>
          <p:nvPr/>
        </p:nvSpPr>
        <p:spPr>
          <a:xfrm>
            <a:off x="2023710" y="2148805"/>
            <a:ext cx="3666146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0" name="Rectangle: Rounded Corners 5">
            <a:extLst>
              <a:ext uri="{FF2B5EF4-FFF2-40B4-BE49-F238E27FC236}">
                <a16:creationId xmlns="" xmlns:a16="http://schemas.microsoft.com/office/drawing/2014/main" id="{5601A12F-3D9B-4BC6-A56E-FAA713E8F100}"/>
              </a:ext>
            </a:extLst>
          </p:cNvPr>
          <p:cNvSpPr/>
          <p:nvPr/>
        </p:nvSpPr>
        <p:spPr>
          <a:xfrm>
            <a:off x="5639166" y="3230747"/>
            <a:ext cx="2190750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1" name="Rectangle: Rounded Corners 6">
            <a:extLst>
              <a:ext uri="{FF2B5EF4-FFF2-40B4-BE49-F238E27FC236}">
                <a16:creationId xmlns="" xmlns:a16="http://schemas.microsoft.com/office/drawing/2014/main" id="{7455646C-B491-4123-9795-9639C0FCDCCC}"/>
              </a:ext>
            </a:extLst>
          </p:cNvPr>
          <p:cNvSpPr/>
          <p:nvPr/>
        </p:nvSpPr>
        <p:spPr>
          <a:xfrm>
            <a:off x="3221291" y="2866700"/>
            <a:ext cx="2350094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2" name="Rectangle: Rounded Corners 7">
            <a:extLst>
              <a:ext uri="{FF2B5EF4-FFF2-40B4-BE49-F238E27FC236}">
                <a16:creationId xmlns="" xmlns:a16="http://schemas.microsoft.com/office/drawing/2014/main" id="{AED3396C-6706-4023-B6A6-88BE52E15EAB}"/>
              </a:ext>
            </a:extLst>
          </p:cNvPr>
          <p:cNvSpPr/>
          <p:nvPr/>
        </p:nvSpPr>
        <p:spPr>
          <a:xfrm>
            <a:off x="4420439" y="3940649"/>
            <a:ext cx="3666146" cy="22671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3" name="Rectangle: Rounded Corners 8">
            <a:extLst>
              <a:ext uri="{FF2B5EF4-FFF2-40B4-BE49-F238E27FC236}">
                <a16:creationId xmlns="" xmlns:a16="http://schemas.microsoft.com/office/drawing/2014/main" id="{8C2B1046-8B93-4A44-96E9-3ACBF2E73262}"/>
              </a:ext>
            </a:extLst>
          </p:cNvPr>
          <p:cNvSpPr/>
          <p:nvPr/>
        </p:nvSpPr>
        <p:spPr>
          <a:xfrm>
            <a:off x="2518394" y="3580102"/>
            <a:ext cx="3666146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4" name="Rectangle: Rounded Corners 9">
            <a:extLst>
              <a:ext uri="{FF2B5EF4-FFF2-40B4-BE49-F238E27FC236}">
                <a16:creationId xmlns="" xmlns:a16="http://schemas.microsoft.com/office/drawing/2014/main" id="{4BD82531-374A-4072-BDCA-02558FC09258}"/>
              </a:ext>
            </a:extLst>
          </p:cNvPr>
          <p:cNvSpPr/>
          <p:nvPr/>
        </p:nvSpPr>
        <p:spPr>
          <a:xfrm>
            <a:off x="6133850" y="4660104"/>
            <a:ext cx="2676042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5" name="Rectangle: Rounded Corners 10">
            <a:extLst>
              <a:ext uri="{FF2B5EF4-FFF2-40B4-BE49-F238E27FC236}">
                <a16:creationId xmlns="" xmlns:a16="http://schemas.microsoft.com/office/drawing/2014/main" id="{AF4EE798-04AB-41DB-A730-CDFCFC4354C3}"/>
              </a:ext>
            </a:extLst>
          </p:cNvPr>
          <p:cNvSpPr/>
          <p:nvPr/>
        </p:nvSpPr>
        <p:spPr>
          <a:xfrm>
            <a:off x="3006968" y="4296703"/>
            <a:ext cx="3126881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6" name="Rectangle: Rounded Corners 11">
            <a:extLst>
              <a:ext uri="{FF2B5EF4-FFF2-40B4-BE49-F238E27FC236}">
                <a16:creationId xmlns="" xmlns:a16="http://schemas.microsoft.com/office/drawing/2014/main" id="{2A6EB614-1955-4953-8717-187D672AB61E}"/>
              </a:ext>
            </a:extLst>
          </p:cNvPr>
          <p:cNvSpPr/>
          <p:nvPr/>
        </p:nvSpPr>
        <p:spPr>
          <a:xfrm>
            <a:off x="5190641" y="5371911"/>
            <a:ext cx="3126882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7" name="Rectangle: Rounded Corners 12">
            <a:extLst>
              <a:ext uri="{FF2B5EF4-FFF2-40B4-BE49-F238E27FC236}">
                <a16:creationId xmlns="" xmlns:a16="http://schemas.microsoft.com/office/drawing/2014/main" id="{90AE9512-9AC3-4D1C-A9B3-E681E98C20E7}"/>
              </a:ext>
            </a:extLst>
          </p:cNvPr>
          <p:cNvSpPr/>
          <p:nvPr/>
        </p:nvSpPr>
        <p:spPr>
          <a:xfrm>
            <a:off x="2476873" y="5011399"/>
            <a:ext cx="2713767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8" name="Rectangle: Rounded Corners 13">
            <a:extLst>
              <a:ext uri="{FF2B5EF4-FFF2-40B4-BE49-F238E27FC236}">
                <a16:creationId xmlns="" xmlns:a16="http://schemas.microsoft.com/office/drawing/2014/main" id="{AC4E8410-AF7F-4F30-A37D-DF4A43396EF4}"/>
              </a:ext>
            </a:extLst>
          </p:cNvPr>
          <p:cNvSpPr/>
          <p:nvPr/>
        </p:nvSpPr>
        <p:spPr>
          <a:xfrm>
            <a:off x="6133849" y="6070938"/>
            <a:ext cx="3130161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19" name="Rectangle: Rounded Corners 14">
            <a:extLst>
              <a:ext uri="{FF2B5EF4-FFF2-40B4-BE49-F238E27FC236}">
                <a16:creationId xmlns="" xmlns:a16="http://schemas.microsoft.com/office/drawing/2014/main" id="{95EF18D1-531B-4CAA-83A8-9459841B51AB}"/>
              </a:ext>
            </a:extLst>
          </p:cNvPr>
          <p:cNvSpPr/>
          <p:nvPr/>
        </p:nvSpPr>
        <p:spPr>
          <a:xfrm>
            <a:off x="1773977" y="5726060"/>
            <a:ext cx="5339000" cy="226711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srgbClr val="16151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Text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16151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171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개체 1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4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5" name="개체 14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>
          <a:xfrm>
            <a:off x="425856" y="112945"/>
            <a:ext cx="755463" cy="286232"/>
          </a:xfrm>
        </p:spPr>
        <p:txBody>
          <a:bodyPr/>
          <a:lstStyle/>
          <a:p>
            <a:r>
              <a:rPr lang="en-US" altLang="ko-KR" dirty="0"/>
              <a:t>CHART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7"/>
          </p:nvPr>
        </p:nvSpPr>
        <p:spPr>
          <a:xfrm>
            <a:off x="270064" y="1477962"/>
            <a:ext cx="9360550" cy="393834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650854-40C0-43E7-BFE1-FF212316D624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작성자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_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장선익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장희승</a:t>
            </a: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, </a:t>
            </a:r>
            <a:r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6B6B6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김현주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B6B6B6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graphicFrame>
        <p:nvGraphicFramePr>
          <p:cNvPr id="7" name="Table Placeholder 5">
            <a:extLst>
              <a:ext uri="{FF2B5EF4-FFF2-40B4-BE49-F238E27FC236}">
                <a16:creationId xmlns="" xmlns:a16="http://schemas.microsoft.com/office/drawing/2014/main" id="{83515665-548E-4C98-A904-511196087B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159595"/>
              </p:ext>
            </p:extLst>
          </p:nvPr>
        </p:nvGraphicFramePr>
        <p:xfrm>
          <a:off x="470517" y="1969618"/>
          <a:ext cx="8871606" cy="4210512"/>
        </p:xfrm>
        <a:graphic>
          <a:graphicData uri="http://schemas.openxmlformats.org/drawingml/2006/table">
            <a:tbl>
              <a:tblPr firstRow="1" lastCol="1" bandRow="1" bandCol="1"/>
              <a:tblGrid>
                <a:gridCol w="12734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3236173471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73733316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725669553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4286593148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575241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4007387873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163120081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345656181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898321756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123025674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05107587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1573561088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725451340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55320425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3122855011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2113940703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894469725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120446301"/>
                    </a:ext>
                  </a:extLst>
                </a:gridCol>
                <a:gridCol w="245101">
                  <a:extLst>
                    <a:ext uri="{9D8B030D-6E8A-4147-A177-3AD203B41FA5}">
                      <a16:colId xmlns="" xmlns:a16="http://schemas.microsoft.com/office/drawing/2014/main" val="3025910940"/>
                    </a:ext>
                  </a:extLst>
                </a:gridCol>
              </a:tblGrid>
              <a:tr h="42297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2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JANUARY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en-JM" altLang="ko-KR" sz="1200" b="0" spc="-2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29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M" altLang="ko-KR" sz="1200" b="0" spc="-2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Arial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483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</a:t>
                      </a:r>
                      <a:endParaRPr lang="en-JM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r>
                        <a:rPr lang="ko-KR" altLang="en-US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r>
                        <a:rPr lang="en-US" altLang="ko-KR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.</a:t>
                      </a:r>
                      <a:endParaRPr lang="ko-KR" altLang="en-US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73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94017646"/>
                  </a:ext>
                </a:extLst>
              </a:tr>
              <a:tr h="4483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</a:t>
                      </a: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r>
                        <a:rPr lang="ko-KR" altLang="en-US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r>
                        <a:rPr lang="en-US" altLang="ko-KR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.</a:t>
                      </a:r>
                      <a:endParaRPr lang="ko-KR" altLang="en-US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73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58862218"/>
                  </a:ext>
                </a:extLst>
              </a:tr>
              <a:tr h="4483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</a:t>
                      </a: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r>
                        <a:rPr lang="ko-KR" altLang="en-US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r>
                        <a:rPr lang="en-US" altLang="ko-KR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.</a:t>
                      </a:r>
                      <a:endParaRPr lang="ko-KR" altLang="en-US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73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7630602"/>
                  </a:ext>
                </a:extLst>
              </a:tr>
              <a:tr h="4483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</a:t>
                      </a: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r>
                        <a:rPr lang="ko-KR" altLang="en-US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r>
                        <a:rPr lang="en-US" altLang="ko-KR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.</a:t>
                      </a:r>
                      <a:endParaRPr lang="ko-KR" altLang="en-US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73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85848314"/>
                  </a:ext>
                </a:extLst>
              </a:tr>
              <a:tr h="4483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</a:t>
                      </a: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r>
                        <a:rPr lang="ko-KR" altLang="en-US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r>
                        <a:rPr lang="en-US" altLang="ko-KR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.</a:t>
                      </a:r>
                      <a:endParaRPr lang="ko-KR" altLang="en-US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73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33234853"/>
                  </a:ext>
                </a:extLst>
              </a:tr>
              <a:tr h="44837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algn="ctr"/>
                      <a:r>
                        <a:rPr lang="ko-KR" altLang="en-US" sz="12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</a:t>
                      </a: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31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r>
                        <a:rPr lang="ko-KR" altLang="en-US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텍스트를 입력하세요</a:t>
                      </a:r>
                      <a:r>
                        <a:rPr lang="en-US" altLang="ko-KR" sz="1000" b="0" spc="-20" baseline="0" dirty="0" smtClean="0">
                          <a:solidFill>
                            <a:schemeClr val="tx1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itchFamily="34" charset="0"/>
                        </a:rPr>
                        <a:t>.</a:t>
                      </a:r>
                      <a:endParaRPr lang="ko-KR" altLang="en-US" sz="10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33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endParaRPr lang="ko-KR" altLang="en-US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본고딕 Normal"/>
                          <a:ea typeface="본고딕 Normal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b="0" spc="-20" baseline="0" dirty="0">
                        <a:solidFill>
                          <a:schemeClr val="tx1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15602151"/>
                  </a:ext>
                </a:extLst>
              </a:tr>
            </a:tbl>
          </a:graphicData>
        </a:graphic>
      </p:graphicFrame>
      <p:sp>
        <p:nvSpPr>
          <p:cNvPr id="8" name="이등변 삼각형 7"/>
          <p:cNvSpPr/>
          <p:nvPr/>
        </p:nvSpPr>
        <p:spPr>
          <a:xfrm rot="10800000">
            <a:off x="7168405" y="4600075"/>
            <a:ext cx="170133" cy="113423"/>
          </a:xfrm>
          <a:prstGeom prst="triangle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C51F2A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99574" y="436338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C51F2A"/>
                </a:solidFill>
                <a:effectLst/>
                <a:uLnTx/>
                <a:uFillTx/>
                <a:latin typeface="본고딕 Normal"/>
                <a:ea typeface="본고딕 Normal"/>
                <a:cs typeface="+mn-cs"/>
              </a:rPr>
              <a:t>D-day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srgbClr val="C51F2A"/>
              </a:solidFill>
              <a:effectLst/>
              <a:uLnTx/>
              <a:uFillTx/>
              <a:latin typeface="본고딕 Normal"/>
              <a:ea typeface="본고딕 Norma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8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hm1.LiSwOUjKKz2jCp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dQZbbLpS7aiKx1qJxW6d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FGeSgGTDCda0fhkWaAK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q0TUy7GUitMWywivnSM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X0bZuQMUa0_m6IDeuV6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qfNqRj2Nk.8Oj.lsvw6b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Uqk64tDmk2d5WlKTZDwy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HkMw3j0F0.hQAkXSYHXM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RE31KfIEUCQvwCn5izDl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LnGLKyjZ0KJWJzBEpXZs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FMW4_ZtU6Xx2GwOWOj.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3L86nYt50KVRSMR1TNMt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WseRExuUih8n9gGsYJb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3L86nYt50KVRSMR1TNMt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WseRExuUih8n9gGsYJb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qfNqRj2Nk.8Oj.lsvw6b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fHPBFu_4UOYizYpUAA7x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Swjwpx6z06wNsgdXplE.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EtmKr00DU2PYcBRxr8T_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lNcbR2csE2CZ4rZNONtw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IUrwrhLEe7JS.mM5pzg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lg.RmSmIEW.BTOQNAa.j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tZQnyatWkmeeWKF8E71B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Dn3vrA5jkqQwND_H27yV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X0bZuQMUa0_m6IDeuV6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uhI1w5ss0K.emplK9ppj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LIX6qLQrUq3Kf9YINQV5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fQVQL.QrE._.Vyach0F4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VBhuUUt1EmY.rm1YcxLs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q6f.rP0_EmEfXPvktZD2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TW9lJAhl0SLfcuIOlnI3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uevAsP6pU6fPb6PDJEfz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sfls_LQb0SXiMFQd.YDe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RNxNVhe0eYKwOjd8mCW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RNxNVhe0eYKwOjd8mCW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RNxNVhe0eYKwOjd8mCW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PYxeQVlgkCAfhXOGQPiM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PYxeQVlgkCAfhXOGQPiM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PYxeQVlgkCAfhXOGQPiM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PYxeQVlgkCAfhXOGQPiM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iLJrP5LXEKyBWJEg_faE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3NA97uCUEmVVEwWDHn_D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iLJrP5LXEKyBWJEg_faE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3NA97uCUEmVVEwWDHn_D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iLJrP5LXEKyBWJEg_faE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3NA97uCUEmVVEwWDHn_D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aPTSdwG30C1hhTVYxioF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mLzP_Duf0aLu.J4WN5iJ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bxjmzqC8EWcGoItkiLIb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ws8xAkA0mIQ6gfM1Z4N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bIA8gLF5ku.YZL9pEnxp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2I_qY7dlEqLlry_txs0m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IwbeyoRk23W6LqCBAYK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J5SgyCE1kiUFrjxb15oV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PAG5lhbo0uvazhA5YbPd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HdZThaXgEG6L6rTn81N1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6js.XL4AEKH9ia3HQGDw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w..VUOFZEC.5YWT5FItB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K2U0rNVki6EHJubrnQP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vavgUNWD02uH7tA9wkrk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IwbeyoRk23W6LqCBAYK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cDFe.VC9Eqr_iW0JkqQbw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HdZThaXgEG6L6rTn81N1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6js.XL4AEKH9ia3HQGDw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K2U0rNVki6EHJubrnQP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vavgUNWD02uH7tA9wkrk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cDFe.VC9Eqr_iW0JkqQb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IwbeyoRk23W6LqCBAYK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IwbeyoRk23W6LqCBAYK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cDFe.VC9Eqr_iW0JkqQb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5lZ29yja0GXBFahF24G4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daVyRk4g0yVuQc8NwtUO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xjAbecyoUeELQ8TuxmMW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O76vOSjq0qY_O3icIjFPw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79rIRFlF0KLrXr7Ij8Vy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zIgO7TbU6hh.WCW_72c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zteF4l98UyIR9X3iXrlG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R_khKphYUKvm6tbipkBz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xd1dRzn_0e1CMi4ZU4nG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yBENLwOIE2jT0Ejm367m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PrAOvhqtkKycX1J4aNNL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sOLesbGoUCmFgXxzGBJL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e6tpFmkOkuboOoG3rn38Q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NNGQf328EenO2dYACqXm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oaxtvaRVUerGnVaBixqv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FPtjyUHcEyZ.l22tBxaD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dk_yqbltUOePgt.mlTOw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pxUOTPEMEap4_DQw0gzw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3DhKtDYZ0qfzJAlFskpg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T0SSjruaEabXkiyrmECF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YpMTPV0kmd8S.8Kkwzd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zCVO2wSC0esrBSDaj8MT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JR2Px4TsEuce9ngR6I2D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H3MPqB0k0i_siKqQ4NtC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ZA3j1ihCkSULxcC1ujPt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ZzwOBfTWE27q9cJAimvL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vflba_Xp0aRNMmVjsi4t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aDxGiTkU0u8WqkdbsNt8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l9AgZNPE0eb9V0Ej5MLAg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qist7fjPUCsofgCehxC6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kkO3YZcTkaj5Hl__vxXd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_ZlXpksdEGO9Csk9MeSn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B1_BsLTkiKVBIpQ5IW9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M_vnV.qcESieEZMma9_K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Hr.amJ.9Eu7oCsFx0PRp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p3qi6ScNEmI.z7aAsEG6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9MAKH9VYEyB4ZaMs5mj9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uuwCJNTBECkgABiJ7ZTC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gWz_4FHQUqiPUm2KpJkL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dBNCXwec0K4BweIh8.YQ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S_uikOZuE.CNYnfA2iYJQ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fldyrYca02MtR4j13ayA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xExCvt82UaTuXvClvm8.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cDvg59wu0uemzh4ulDKM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cDvg59wu0uemzh4ulDKM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cDvg59wu0uemzh4ulDKM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cDvg59wu0uemzh4ulDKM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dk_yqbltUOePgt.mlTOw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9MAKH9VYEyB4ZaMs5mj9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H3MPqB0k0i_siKqQ4Nt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JR2Px4TsEuce9ngR6I2D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dk_yqbltUOePgt.mlTOww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9MAKH9VYEyB4ZaMs5mj9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79rIRFlF0KLrXr7Ij8Vy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mpMyBMWokO7uSuaCNh1ZA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PmCkjTMOk2MNkEdEhkSRw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JhTWp_LXUa.4cbgBN_4h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PSXVV5S60OHmD_PQOUGV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_9GWlsiHkqjM9Awrj5sE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ftNzGiMmUeOOQ430NYx0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Z0W5UOnh0ONbbixbOX4u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ZS5iOhbCk6pGLuUVdLpc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iLJrP5LXEKyBWJEg_faEg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VVV15KD3UCoa2yw_l_hs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VCh8niWykqzY6SFU.fWB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GfIzGCETEakl.AA3dWEK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.oKNcvIkkOXXDHftyzU4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GyAumgz6EaHdaz8Vp2KZ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SC..XI2kmzqPxKUv6WS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MkW4RQew0W7Slo1O3Jim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1by14dn3EOV94NDi6SLnQ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GPGmHjRe0WX26TP_QC6f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6N._xh54UeaJh6nEH8jg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OrfUKXg8UqaH4sHHlp3a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I9qsDNJFEOO3ZPFFwjFZ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6NhWr5tck.X2DhmUAyRC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Uf4tFfMdEy4pPUDJ7jJG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uIF_ZkutEyo2W2uLVwW_A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kLbQyqnCU6xr5A4JgTCNQ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YYU0OIoIEGz85sX9bJgS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T1Dbx4kDUW4IPcMQVP2i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3NA97uCUEmVVEwWDHn_DQ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aPTSdwG30C1hhTVYxioF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ZuMo.oTiEGxvw5zoffmP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maLdLkQrU6po9lguzmEnw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.P33yITN0GWDh2gQp7F1w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LVyV7lkgEyolCNxemiU7g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VLbMG3MSU.aAAY_sjWQ.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UTOhTT6ck2Oato9CVRdD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HmK4LN3i0qmDS187.mqIg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ECbQWgTt0ecty.wZlwrO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YgeqDVR_02kB8Ch_OtqfQ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wgvugc5KUOpn1t6uAHCt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V_1JVh4SE6KuWSybIJ6N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oxOLJxPqEKiG9qSILNK5Q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xl2HU8ow0Wu2wUMixefN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iqb6DPFQ0OW2.DWIvbVpw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_i2KaX2K06kz3H6YrpVn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Z0FwRh.ZUye4w8Gm6H2P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EfuHDNoU.rnwZ7BVa9eA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zvmnqjrAU2Eh_XznknkE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3vU03SU6EuQalESstDp.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EfuHDNoU.rnwZ7BVa9eA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YEfuHDNoU.rnwZ7BVa9e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hvxrveRCasqUOeC3zWp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ZuMo.oTiEGxvw5zoffmP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iCii1_NTX.hJu0jykYegg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ZuMo.oTiEGxvw5zoffmPw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ZuMo.oTiEGxvw5zoffmPw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Wt61PVSoqv4QCAtIM7jA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8DA5BD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8DA5BD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8DA5BD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8DA5BD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동국제강">
    <a:dk1>
      <a:srgbClr val="26262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B7D0D4"/>
    </a:accent4>
    <a:accent5>
      <a:srgbClr val="8DA5BD"/>
    </a:accent5>
    <a:accent6>
      <a:srgbClr val="4B6580"/>
    </a:accent6>
    <a:hlink>
      <a:srgbClr val="2F5597"/>
    </a:hlink>
    <a:folHlink>
      <a:srgbClr val="D55633"/>
    </a:folHlink>
  </a:clrScheme>
  <a:fontScheme name="동국제강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ALLPPT-COLOR-A02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DD2D9"/>
    </a:accent1>
    <a:accent2>
      <a:srgbClr val="0DD2D9"/>
    </a:accent2>
    <a:accent3>
      <a:srgbClr val="0DD2D9"/>
    </a:accent3>
    <a:accent4>
      <a:srgbClr val="0DD2D9"/>
    </a:accent4>
    <a:accent5>
      <a:srgbClr val="0DD2D9"/>
    </a:accent5>
    <a:accent6>
      <a:srgbClr val="0DD2D9"/>
    </a:accent6>
    <a:hlink>
      <a:srgbClr val="000000"/>
    </a:hlink>
    <a:folHlink>
      <a:srgbClr val="000000"/>
    </a:folHlink>
  </a:clrScheme>
  <a:fontScheme name="ALLPPT FONT">
    <a:majorFont>
      <a:latin typeface="Arial"/>
      <a:ea typeface="Arial Unicode MS"/>
      <a:cs typeface=""/>
    </a:majorFont>
    <a:minorFont>
      <a:latin typeface="Arial"/>
      <a:ea typeface="Arial Unicode MS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8DA5BD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8DA5BD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동국제강">
    <a:dk1>
      <a:srgbClr val="26262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B7D0D4"/>
    </a:accent4>
    <a:accent5>
      <a:srgbClr val="8DA5BD"/>
    </a:accent5>
    <a:accent6>
      <a:srgbClr val="4B6580"/>
    </a:accent6>
    <a:hlink>
      <a:srgbClr val="2F5597"/>
    </a:hlink>
    <a:folHlink>
      <a:srgbClr val="D55633"/>
    </a:folHlink>
  </a:clrScheme>
  <a:fontScheme name="동국제강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동국제강">
    <a:dk1>
      <a:srgbClr val="26262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B7D0D4"/>
    </a:accent4>
    <a:accent5>
      <a:srgbClr val="8DA5BD"/>
    </a:accent5>
    <a:accent6>
      <a:srgbClr val="4B6580"/>
    </a:accent6>
    <a:hlink>
      <a:srgbClr val="2F5597"/>
    </a:hlink>
    <a:folHlink>
      <a:srgbClr val="D55633"/>
    </a:folHlink>
  </a:clrScheme>
  <a:fontScheme name="동국제강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동국제강">
    <a:dk1>
      <a:srgbClr val="26262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B7D0D4"/>
    </a:accent4>
    <a:accent5>
      <a:srgbClr val="8DA5BD"/>
    </a:accent5>
    <a:accent6>
      <a:srgbClr val="4B6580"/>
    </a:accent6>
    <a:hlink>
      <a:srgbClr val="2F5597"/>
    </a:hlink>
    <a:folHlink>
      <a:srgbClr val="D55633"/>
    </a:folHlink>
  </a:clrScheme>
  <a:fontScheme name="동국제강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동국제강">
    <a:dk1>
      <a:srgbClr val="262626"/>
    </a:dk1>
    <a:lt1>
      <a:srgbClr val="FFFFFF"/>
    </a:lt1>
    <a:dk2>
      <a:srgbClr val="003760"/>
    </a:dk2>
    <a:lt2>
      <a:srgbClr val="B6B6B6"/>
    </a:lt2>
    <a:accent1>
      <a:srgbClr val="E6E6E6"/>
    </a:accent1>
    <a:accent2>
      <a:srgbClr val="757575"/>
    </a:accent2>
    <a:accent3>
      <a:srgbClr val="E0EBEC"/>
    </a:accent3>
    <a:accent4>
      <a:srgbClr val="B7D0D4"/>
    </a:accent4>
    <a:accent5>
      <a:srgbClr val="8DA5BD"/>
    </a:accent5>
    <a:accent6>
      <a:srgbClr val="4B6580"/>
    </a:accent6>
    <a:hlink>
      <a:srgbClr val="2F5597"/>
    </a:hlink>
    <a:folHlink>
      <a:srgbClr val="D55633"/>
    </a:folHlink>
  </a:clrScheme>
  <a:fontScheme name="동국제강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동국제강">
    <a:dk1>
      <a:srgbClr val="161516"/>
    </a:dk1>
    <a:lt1>
      <a:srgbClr val="FFFFFF"/>
    </a:lt1>
    <a:dk2>
      <a:srgbClr val="002452"/>
    </a:dk2>
    <a:lt2>
      <a:srgbClr val="B6B6B6"/>
    </a:lt2>
    <a:accent1>
      <a:srgbClr val="E6E6E6"/>
    </a:accent1>
    <a:accent2>
      <a:srgbClr val="B7D0D4"/>
    </a:accent2>
    <a:accent3>
      <a:srgbClr val="8DA5BD"/>
    </a:accent3>
    <a:accent4>
      <a:srgbClr val="C51F2A"/>
    </a:accent4>
    <a:accent5>
      <a:srgbClr val="E9B86E"/>
    </a:accent5>
    <a:accent6>
      <a:srgbClr val="D55633"/>
    </a:accent6>
    <a:hlink>
      <a:srgbClr val="2F5597"/>
    </a:hlink>
    <a:folHlink>
      <a:srgbClr val="7468A0"/>
    </a:folHlink>
  </a:clrScheme>
  <a:fontScheme name="동국제강그룹_기본글꼴">
    <a:majorFont>
      <a:latin typeface="본고딕 Medium"/>
      <a:ea typeface="본고딕 Medium"/>
      <a:cs typeface=""/>
    </a:majorFont>
    <a:minorFont>
      <a:latin typeface="본고딕 Normal"/>
      <a:ea typeface="본고딕 Normal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8433</TotalTime>
  <Words>7515</Words>
  <Application>Microsoft Office PowerPoint</Application>
  <PresentationFormat>A4 용지(210x297mm)</PresentationFormat>
  <Paragraphs>2665</Paragraphs>
  <Slides>107</Slides>
  <Notes>62</Notes>
  <HiddenSlides>0</HiddenSlides>
  <MMClips>0</MMClips>
  <ScaleCrop>false</ScaleCrop>
  <HeadingPairs>
    <vt:vector size="8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107</vt:i4>
      </vt:variant>
    </vt:vector>
  </HeadingPairs>
  <TitlesOfParts>
    <vt:vector size="125" baseType="lpstr">
      <vt:lpstr>Arial Unicode MS</vt:lpstr>
      <vt:lpstr>Gotham Bold</vt:lpstr>
      <vt:lpstr>Helvetica Light</vt:lpstr>
      <vt:lpstr>Helvetica Neue</vt:lpstr>
      <vt:lpstr>Levenim MT</vt:lpstr>
      <vt:lpstr>굴림</vt:lpstr>
      <vt:lpstr>나눔고딕</vt:lpstr>
      <vt:lpstr>맑은 고딕</vt:lpstr>
      <vt:lpstr>본고딕 Bold</vt:lpstr>
      <vt:lpstr>본고딕 Medium</vt:lpstr>
      <vt:lpstr>본고딕 Normal</vt:lpstr>
      <vt:lpstr>-윤고딕130</vt:lpstr>
      <vt:lpstr>Arial</vt:lpstr>
      <vt:lpstr>Calibri</vt:lpstr>
      <vt:lpstr>Impact</vt:lpstr>
      <vt:lpstr>Wingdings</vt:lpstr>
      <vt:lpstr>1_Office 테마</vt:lpstr>
      <vt:lpstr>think-cell Slide</vt:lpstr>
      <vt:lpstr>동국제강그룹  PPT 템플릿 예시 </vt:lpstr>
      <vt:lpstr>동국제강그룹  PPT 템플릿 예시</vt:lpstr>
      <vt:lpstr>Contents</vt:lpstr>
      <vt:lpstr>Contents</vt:lpstr>
      <vt:lpstr>PowerPoint 프레젠테이션</vt:lpstr>
      <vt:lpstr>경영이념</vt:lpstr>
      <vt:lpstr>경영이념</vt:lpstr>
      <vt:lpstr>TEXT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BOXES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TABLE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DIAGRAM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CHART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heeseung.jang;hyunju.kim;sonic.chang</dc:creator>
  <cp:lastModifiedBy>Microsoft 계정</cp:lastModifiedBy>
  <cp:revision>285</cp:revision>
  <cp:lastPrinted>2019-05-22T08:24:59Z</cp:lastPrinted>
  <dcterms:created xsi:type="dcterms:W3CDTF">2019-03-13T02:13:57Z</dcterms:created>
  <dcterms:modified xsi:type="dcterms:W3CDTF">2025-12-22T23:39:22Z</dcterms:modified>
</cp:coreProperties>
</file>