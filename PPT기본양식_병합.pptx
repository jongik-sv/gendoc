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dia/image1.wmf" ContentType="image/x-wmf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56.xml" ContentType="application/vnd.openxmlformats-officedocument.presentationml.slide+xml"/>
  <Override PartName="/ppt/slides/slide102.xml" ContentType="application/vnd.openxmlformats-officedocument.presentationml.slide+xml"/>
  <Override PartName="/ppt/slides/slide55.xml" ContentType="application/vnd.openxmlformats-officedocument.presentationml.slide+xml"/>
  <Override PartName="/ppt/slides/slide101.xml" ContentType="application/vnd.openxmlformats-officedocument.presentationml.slide+xml"/>
  <Override PartName="/ppt/slides/slide54.xml" ContentType="application/vnd.openxmlformats-officedocument.presentationml.slide+xml"/>
  <Override PartName="/ppt/slides/slide100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90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59.xml" ContentType="application/vnd.openxmlformats-officedocument.presentationml.slide+xml"/>
  <Override PartName="/ppt/slides/slide105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84.xml" ContentType="application/vnd.openxmlformats-officedocument.presentationml.slide+xml"/>
  <Override PartName="/ppt/slides/slide58.xml" ContentType="application/vnd.openxmlformats-officedocument.presentationml.slide+xml"/>
  <Override PartName="/ppt/slides/slide104.xml" ContentType="application/vnd.openxmlformats-officedocument.presentationml.slide+xml"/>
  <Override PartName="/ppt/slides/slide21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99.xml" ContentType="application/vnd.openxmlformats-officedocument.presentationml.slide+xml"/>
  <Override PartName="/ppt/slides/slide18.xml" ContentType="application/vnd.openxmlformats-officedocument.presentationml.slide+xml"/>
  <Override PartName="/ppt/slides/slide83.xml" ContentType="application/vnd.openxmlformats-officedocument.presentationml.slide+xml"/>
  <Override PartName="/ppt/slides/slide57.xml" ContentType="application/vnd.openxmlformats-officedocument.presentationml.slide+xml"/>
  <Override PartName="/ppt/slides/slide103.xml" ContentType="application/vnd.openxmlformats-officedocument.presentationml.slide+xml"/>
  <Override PartName="/ppt/slides/slide2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0.xml" ContentType="application/vnd.openxmlformats-officedocument.presentationml.slide+xml"/>
  <Override PartName="/ppt/slides/slide69.xml" ContentType="application/vnd.openxmlformats-officedocument.presentationml.slide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96.xml.rels" ContentType="application/vnd.openxmlformats-package.relationships+xml"/>
  <Override PartName="/ppt/slides/_rels/slide82.xml.rels" ContentType="application/vnd.openxmlformats-package.relationships+xml"/>
  <Override PartName="/ppt/slides/_rels/slide17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95.xml.rels" ContentType="application/vnd.openxmlformats-package.relationships+xml"/>
  <Override PartName="/ppt/slides/_rels/slide108.xml.rels" ContentType="application/vnd.openxmlformats-package.relationships+xml"/>
  <Override PartName="/ppt/slides/_rels/slide8.xml.rels" ContentType="application/vnd.openxmlformats-package.relationships+xml"/>
  <Override PartName="/ppt/slides/_rels/slide81.xml.rels" ContentType="application/vnd.openxmlformats-package.relationships+xml"/>
  <Override PartName="/ppt/slides/_rels/slide16.xml.rels" ContentType="application/vnd.openxmlformats-package.relationships+xml"/>
  <Override PartName="/ppt/slides/_rels/slide46.xml.rels" ContentType="application/vnd.openxmlformats-package.relationships+xml"/>
  <Override PartName="/ppt/slides/_rels/slide1.xml.rels" ContentType="application/vnd.openxmlformats-package.relationships+xml"/>
  <Override PartName="/ppt/slides/_rels/slide94.xml.rels" ContentType="application/vnd.openxmlformats-package.relationships+xml"/>
  <Override PartName="/ppt/slides/_rels/slide107.xml.rels" ContentType="application/vnd.openxmlformats-package.relationships+xml"/>
  <Override PartName="/ppt/slides/_rels/slide29.xml.rels" ContentType="application/vnd.openxmlformats-package.relationships+xml"/>
  <Override PartName="/ppt/slides/_rels/slide7.xml.rels" ContentType="application/vnd.openxmlformats-package.relationships+xml"/>
  <Override PartName="/ppt/slides/_rels/slide80.xml.rels" ContentType="application/vnd.openxmlformats-package.relationships+xml"/>
  <Override PartName="/ppt/slides/_rels/slide15.xml.rels" ContentType="application/vnd.openxmlformats-package.relationships+xml"/>
  <Override PartName="/ppt/slides/_rels/slide6.xml.rels" ContentType="application/vnd.openxmlformats-package.relationships+xml"/>
  <Override PartName="/ppt/slides/_rels/slide99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91.xml.rels" ContentType="application/vnd.openxmlformats-package.relationships+xml"/>
  <Override PartName="/ppt/slides/_rels/slide104.xml.rels" ContentType="application/vnd.openxmlformats-package.relationships+xml"/>
  <Override PartName="/ppt/slides/_rels/slide27.xml.rels" ContentType="application/vnd.openxmlformats-package.relationships+xml"/>
  <Override PartName="/ppt/slides/_rels/slide92.xml.rels" ContentType="application/vnd.openxmlformats-package.relationships+xml"/>
  <Override PartName="/ppt/slides/_rels/slide105.xml.rels" ContentType="application/vnd.openxmlformats-package.relationships+xml"/>
  <Override PartName="/ppt/slides/_rels/slide14.xml.rels" ContentType="application/vnd.openxmlformats-package.relationships+xml"/>
  <Override PartName="/ppt/slides/_rels/slide93.xml.rels" ContentType="application/vnd.openxmlformats-package.relationships+xml"/>
  <Override PartName="/ppt/slides/_rels/slide106.xml.rels" ContentType="application/vnd.openxmlformats-package.relationships+xml"/>
  <Override PartName="/ppt/slides/_rels/slide28.xml.rels" ContentType="application/vnd.openxmlformats-package.relationships+xml"/>
  <Override PartName="/ppt/slides/_rels/slide85.xml.rels" ContentType="application/vnd.openxmlformats-package.relationships+xml"/>
  <Override PartName="/ppt/slides/_rels/slide86.xml.rels" ContentType="application/vnd.openxmlformats-package.relationships+xml"/>
  <Override PartName="/ppt/slides/_rels/slide87.xml.rels" ContentType="application/vnd.openxmlformats-package.relationships+xml"/>
  <Override PartName="/ppt/slides/_rels/slide76.xml.rels" ContentType="application/vnd.openxmlformats-package.relationships+xml"/>
  <Override PartName="/ppt/slides/_rels/slide88.xml.rels" ContentType="application/vnd.openxmlformats-package.relationships+xml"/>
  <Override PartName="/ppt/slides/_rels/slide97.xml.rels" ContentType="application/vnd.openxmlformats-package.relationships+xml"/>
  <Override PartName="/ppt/slides/_rels/slide4.xml.rels" ContentType="application/vnd.openxmlformats-package.relationships+xml"/>
  <Override PartName="/ppt/slides/_rels/slide60.xml.rels" ContentType="application/vnd.openxmlformats-package.relationships+xml"/>
  <Override PartName="/ppt/slides/_rels/slide77.xml.rels" ContentType="application/vnd.openxmlformats-package.relationships+xml"/>
  <Override PartName="/ppt/slides/_rels/slide89.xml.rels" ContentType="application/vnd.openxmlformats-package.relationships+xml"/>
  <Override PartName="/ppt/slides/_rels/slide79.xml.rels" ContentType="application/vnd.openxmlformats-package.relationships+xml"/>
  <Override PartName="/ppt/slides/_rels/slide78.xml.rels" ContentType="application/vnd.openxmlformats-package.relationships+xml"/>
  <Override PartName="/ppt/slides/_rels/slide75.xml.rels" ContentType="application/vnd.openxmlformats-package.relationships+xml"/>
  <Override PartName="/ppt/slides/_rels/slide74.xml.rels" ContentType="application/vnd.openxmlformats-package.relationships+xml"/>
  <Override PartName="/ppt/slides/_rels/slide59.xml.rels" ContentType="application/vnd.openxmlformats-package.relationships+xml"/>
  <Override PartName="/ppt/slides/_rels/slide30.xml.rels" ContentType="application/vnd.openxmlformats-package.relationships+xml"/>
  <Override PartName="/ppt/slides/_rels/slide67.xml.rels" ContentType="application/vnd.openxmlformats-package.relationships+xml"/>
  <Override PartName="/ppt/slides/_rels/slide31.xml.rels" ContentType="application/vnd.openxmlformats-package.relationships+xml"/>
  <Override PartName="/ppt/slides/_rels/slide68.xml.rels" ContentType="application/vnd.openxmlformats-package.relationships+xml"/>
  <Override PartName="/ppt/slides/_rels/slide32.xml.rels" ContentType="application/vnd.openxmlformats-package.relationships+xml"/>
  <Override PartName="/ppt/slides/_rels/slide69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22.xml.rels" ContentType="application/vnd.openxmlformats-package.relationships+xml"/>
  <Override PartName="/ppt/slides/_rels/slide100.xml.rels" ContentType="application/vnd.openxmlformats-package.relationships+xml"/>
  <Override PartName="/ppt/slides/_rels/slide36.xml.rels" ContentType="application/vnd.openxmlformats-package.relationships+xml"/>
  <Override PartName="/ppt/slides/_rels/slide23.xml.rels" ContentType="application/vnd.openxmlformats-package.relationships+xml"/>
  <Override PartName="/ppt/slides/_rels/slide101.xml.rels" ContentType="application/vnd.openxmlformats-package.relationships+xml"/>
  <Override PartName="/ppt/slides/_rels/slide37.xml.rels" ContentType="application/vnd.openxmlformats-package.relationships+xml"/>
  <Override PartName="/ppt/slides/_rels/slide56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53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52.xml.rels" ContentType="application/vnd.openxmlformats-package.relationships+xml"/>
  <Override PartName="/ppt/slides/_rels/slide24.xml.rels" ContentType="application/vnd.openxmlformats-package.relationships+xml"/>
  <Override PartName="/ppt/slides/_rels/slide102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51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13.xml.rels" ContentType="application/vnd.openxmlformats-package.relationships+xml"/>
  <Override PartName="/ppt/slides/_rels/slide61.xml.rels" ContentType="application/vnd.openxmlformats-package.relationships+xml"/>
  <Override PartName="/ppt/slides/_rels/slide5.xml.rels" ContentType="application/vnd.openxmlformats-package.relationships+xml"/>
  <Override PartName="/ppt/slides/_rels/slide98.xml.rels" ContentType="application/vnd.openxmlformats-package.relationships+xml"/>
  <Override PartName="/ppt/slides/_rels/slide19.xml.rels" ContentType="application/vnd.openxmlformats-package.relationships+xml"/>
  <Override PartName="/ppt/slides/_rels/slide84.xml.rels" ContentType="application/vnd.openxmlformats-package.relationships+xml"/>
  <Override PartName="/ppt/slides/_rels/slide58.xml.rels" ContentType="application/vnd.openxmlformats-package.relationships+xml"/>
  <Override PartName="/ppt/slides/_rels/slide21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83.xml.rels" ContentType="application/vnd.openxmlformats-package.relationships+xml"/>
  <Override PartName="/ppt/slides/_rels/slide57.xml.rels" ContentType="application/vnd.openxmlformats-package.relationships+xml"/>
  <Override PartName="/ppt/slides/_rels/slide20.xml.rels" ContentType="application/vnd.openxmlformats-package.relationships+xml"/>
  <Override PartName="/ppt/slides/_rels/slide90.xml.rels" ContentType="application/vnd.openxmlformats-package.relationships+xml"/>
  <Override PartName="/ppt/slides/_rels/slide103.xml.rels" ContentType="application/vnd.openxmlformats-package.relationships+xml"/>
  <Override PartName="/ppt/slides/_rels/slide25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4.xml.rels" ContentType="application/vnd.openxmlformats-package.relationships+xml"/>
  <Override PartName="/ppt/slides/_rels/slide65.xml.rels" ContentType="application/vnd.openxmlformats-package.relationships+xml"/>
  <Override PartName="/ppt/slides/_rels/slide66.xml.rels" ContentType="application/vnd.openxmlformats-package.relationships+xml"/>
  <Override PartName="/ppt/slides/_rels/slide70.xml.rels" ContentType="application/vnd.openxmlformats-package.relationships+xml"/>
  <Override PartName="/ppt/slides/_rels/slide71.xml.rels" ContentType="application/vnd.openxmlformats-package.relationships+xml"/>
  <Override PartName="/ppt/slides/_rels/slide72.xml.rels" ContentType="application/vnd.openxmlformats-package.relationships+xml"/>
  <Override PartName="/ppt/slides/_rels/slide73.xml.rels" ContentType="application/vnd.openxmlformats-package.relationships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65.xml" ContentType="application/vnd.openxmlformats-officedocument.presentationml.slide+xml"/>
  <Override PartName="/ppt/slides/slide108.xml" ContentType="application/vnd.openxmlformats-officedocument.presentationml.slide+xml"/>
  <Override PartName="/ppt/slides/slide64.xml" ContentType="application/vnd.openxmlformats-officedocument.presentationml.slide+xml"/>
  <Override PartName="/ppt/slides/slide107.xml" ContentType="application/vnd.openxmlformats-officedocument.presentationml.slide+xml"/>
  <Override PartName="/ppt/slides/slide79.xml" ContentType="application/vnd.openxmlformats-officedocument.presentationml.slide+xml"/>
  <Override PartName="/ppt/slides/slide63.xml" ContentType="application/vnd.openxmlformats-officedocument.presentationml.slide+xml"/>
  <Override PartName="/ppt/slides/slide106.xml" ContentType="application/vnd.openxmlformats-officedocument.presentationml.slide+xml"/>
  <Override PartName="/ppt/slides/slide78.xml" ContentType="application/vnd.openxmlformats-officedocument.presentationml.slide+xml"/>
  <Override PartName="/ppt/slides/slide60.xml" ContentType="application/vnd.openxmlformats-officedocument.presentationml.slide+xml"/>
  <Override PartName="/ppt/slides/slide95.xml" ContentType="application/vnd.openxmlformats-officedocument.presentationml.slide+xml"/>
  <Override PartName="/ppt/slides/slide8.xml" ContentType="application/vnd.openxmlformats-officedocument.presentationml.slide+xml"/>
  <Override PartName="/ppt/slides/slide8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76.xml" ContentType="application/vnd.openxmlformats-officedocument.presentationml.slide+xml"/>
  <Override PartName="/ppt/slides/slide87.xml" ContentType="application/vnd.openxmlformats-officedocument.presentationml.slide+xml"/>
  <Override PartName="/ppt/slides/slide86.xml" ContentType="application/vnd.openxmlformats-officedocument.presentationml.slide+xml"/>
  <Override PartName="/ppt/slides/slide85.xml" ContentType="application/vnd.openxmlformats-officedocument.presentationml.slide+xml"/>
  <Override PartName="/ppt/slides/slide29.xml" ContentType="application/vnd.openxmlformats-officedocument.presentationml.slide+xml"/>
  <Override PartName="/ppt/slides/slide94.xml" ContentType="application/vnd.openxmlformats-officedocument.presentationml.slide+xml"/>
  <Override PartName="/ppt/slides/slide7.xml" ContentType="application/vnd.openxmlformats-officedocument.presentationml.slide+xml"/>
  <Override PartName="/ppt/slides/slide28.xml" ContentType="application/vnd.openxmlformats-officedocument.presentationml.slide+xml"/>
  <Override PartName="/ppt/slides/slide93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92.xml" ContentType="application/vnd.openxmlformats-officedocument.presentationml.slide+xml"/>
  <Override PartName="/ppt/slides/slide27.xml" ContentType="application/vnd.openxmlformats-officedocument.presentationml.slide+xml"/>
  <Override PartName="/ppt/slides/slide91.xml" ContentType="application/vnd.openxmlformats-officedocument.presentationml.slide+xml"/>
  <Override PartName="/ppt/slides/slide26.xml" ContentType="application/vnd.openxmlformats-officedocument.presentationml.slide+xml"/>
  <Override PartName="/ppt/slides/slide15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slides/slide96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1.xml" ContentType="application/vnd.openxmlformats-officedocument.presentationml.slide+xml"/>
  <Override PartName="/ppt/slides/slide97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82.xml" ContentType="application/vnd.openxmlformats-officedocument.presentationml.slide+xml"/>
  <Override PartName="/ppt/slides/slide9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75"/>
    <p:sldId id="320" r:id="rId76"/>
    <p:sldId id="321" r:id="rId77"/>
    <p:sldId id="322" r:id="rId78"/>
    <p:sldId id="323" r:id="rId79"/>
    <p:sldId id="324" r:id="rId80"/>
    <p:sldId id="325" r:id="rId81"/>
    <p:sldId id="326" r:id="rId82"/>
    <p:sldId id="327" r:id="rId83"/>
    <p:sldId id="328" r:id="rId84"/>
    <p:sldId id="329" r:id="rId85"/>
    <p:sldId id="330" r:id="rId86"/>
    <p:sldId id="331" r:id="rId87"/>
    <p:sldId id="332" r:id="rId88"/>
    <p:sldId id="333" r:id="rId89"/>
    <p:sldId id="334" r:id="rId90"/>
    <p:sldId id="335" r:id="rId91"/>
    <p:sldId id="336" r:id="rId92"/>
    <p:sldId id="337" r:id="rId93"/>
    <p:sldId id="338" r:id="rId94"/>
    <p:sldId id="339" r:id="rId95"/>
    <p:sldId id="340" r:id="rId96"/>
    <p:sldId id="341" r:id="rId97"/>
    <p:sldId id="342" r:id="rId98"/>
    <p:sldId id="343" r:id="rId99"/>
    <p:sldId id="344" r:id="rId100"/>
    <p:sldId id="345" r:id="rId101"/>
    <p:sldId id="346" r:id="rId102"/>
    <p:sldId id="347" r:id="rId103"/>
    <p:sldId id="348" r:id="rId104"/>
    <p:sldId id="349" r:id="rId105"/>
    <p:sldId id="350" r:id="rId106"/>
    <p:sldId id="351" r:id="rId107"/>
    <p:sldId id="352" r:id="rId108"/>
    <p:sldId id="353" r:id="rId109"/>
    <p:sldId id="354" r:id="rId110"/>
    <p:sldId id="355" r:id="rId111"/>
    <p:sldId id="356" r:id="rId112"/>
    <p:sldId id="357" r:id="rId113"/>
    <p:sldId id="358" r:id="rId114"/>
    <p:sldId id="359" r:id="rId115"/>
    <p:sldId id="360" r:id="rId116"/>
    <p:sldId id="361" r:id="rId117"/>
    <p:sldId id="362" r:id="rId118"/>
    <p:sldId id="363" r:id="rId119"/>
  </p:sldIdLst>
  <p:sldSz cx="9906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schemas.openxmlformats.org/officeDocument/2006/relationships/slide" Target="slides/slide64.xml"/><Relationship Id="rId76" Type="http://schemas.openxmlformats.org/officeDocument/2006/relationships/slide" Target="slides/slide65.xml"/><Relationship Id="rId77" Type="http://schemas.openxmlformats.org/officeDocument/2006/relationships/slide" Target="slides/slide66.xml"/><Relationship Id="rId78" Type="http://schemas.openxmlformats.org/officeDocument/2006/relationships/slide" Target="slides/slide67.xml"/><Relationship Id="rId79" Type="http://schemas.openxmlformats.org/officeDocument/2006/relationships/slide" Target="slides/slide68.xml"/><Relationship Id="rId80" Type="http://schemas.openxmlformats.org/officeDocument/2006/relationships/slide" Target="slides/slide69.xml"/><Relationship Id="rId81" Type="http://schemas.openxmlformats.org/officeDocument/2006/relationships/slide" Target="slides/slide70.xml"/><Relationship Id="rId82" Type="http://schemas.openxmlformats.org/officeDocument/2006/relationships/slide" Target="slides/slide71.xml"/><Relationship Id="rId83" Type="http://schemas.openxmlformats.org/officeDocument/2006/relationships/slide" Target="slides/slide72.xml"/><Relationship Id="rId84" Type="http://schemas.openxmlformats.org/officeDocument/2006/relationships/slide" Target="slides/slide73.xml"/><Relationship Id="rId85" Type="http://schemas.openxmlformats.org/officeDocument/2006/relationships/slide" Target="slides/slide74.xml"/><Relationship Id="rId86" Type="http://schemas.openxmlformats.org/officeDocument/2006/relationships/slide" Target="slides/slide75.xml"/><Relationship Id="rId87" Type="http://schemas.openxmlformats.org/officeDocument/2006/relationships/slide" Target="slides/slide76.xml"/><Relationship Id="rId88" Type="http://schemas.openxmlformats.org/officeDocument/2006/relationships/slide" Target="slides/slide77.xml"/><Relationship Id="rId89" Type="http://schemas.openxmlformats.org/officeDocument/2006/relationships/slide" Target="slides/slide78.xml"/><Relationship Id="rId90" Type="http://schemas.openxmlformats.org/officeDocument/2006/relationships/slide" Target="slides/slide79.xml"/><Relationship Id="rId91" Type="http://schemas.openxmlformats.org/officeDocument/2006/relationships/slide" Target="slides/slide80.xml"/><Relationship Id="rId92" Type="http://schemas.openxmlformats.org/officeDocument/2006/relationships/slide" Target="slides/slide81.xml"/><Relationship Id="rId93" Type="http://schemas.openxmlformats.org/officeDocument/2006/relationships/slide" Target="slides/slide82.xml"/><Relationship Id="rId94" Type="http://schemas.openxmlformats.org/officeDocument/2006/relationships/slide" Target="slides/slide83.xml"/><Relationship Id="rId95" Type="http://schemas.openxmlformats.org/officeDocument/2006/relationships/slide" Target="slides/slide84.xml"/><Relationship Id="rId96" Type="http://schemas.openxmlformats.org/officeDocument/2006/relationships/slide" Target="slides/slide85.xml"/><Relationship Id="rId97" Type="http://schemas.openxmlformats.org/officeDocument/2006/relationships/slide" Target="slides/slide86.xml"/><Relationship Id="rId98" Type="http://schemas.openxmlformats.org/officeDocument/2006/relationships/slide" Target="slides/slide87.xml"/><Relationship Id="rId99" Type="http://schemas.openxmlformats.org/officeDocument/2006/relationships/slide" Target="slides/slide88.xml"/><Relationship Id="rId100" Type="http://schemas.openxmlformats.org/officeDocument/2006/relationships/slide" Target="slides/slide89.xml"/><Relationship Id="rId101" Type="http://schemas.openxmlformats.org/officeDocument/2006/relationships/slide" Target="slides/slide90.xml"/><Relationship Id="rId102" Type="http://schemas.openxmlformats.org/officeDocument/2006/relationships/slide" Target="slides/slide91.xml"/><Relationship Id="rId103" Type="http://schemas.openxmlformats.org/officeDocument/2006/relationships/slide" Target="slides/slide92.xml"/><Relationship Id="rId104" Type="http://schemas.openxmlformats.org/officeDocument/2006/relationships/slide" Target="slides/slide93.xml"/><Relationship Id="rId105" Type="http://schemas.openxmlformats.org/officeDocument/2006/relationships/slide" Target="slides/slide94.xml"/><Relationship Id="rId106" Type="http://schemas.openxmlformats.org/officeDocument/2006/relationships/slide" Target="slides/slide95.xml"/><Relationship Id="rId107" Type="http://schemas.openxmlformats.org/officeDocument/2006/relationships/slide" Target="slides/slide96.xml"/><Relationship Id="rId108" Type="http://schemas.openxmlformats.org/officeDocument/2006/relationships/slide" Target="slides/slide97.xml"/><Relationship Id="rId109" Type="http://schemas.openxmlformats.org/officeDocument/2006/relationships/slide" Target="slides/slide98.xml"/><Relationship Id="rId110" Type="http://schemas.openxmlformats.org/officeDocument/2006/relationships/slide" Target="slides/slide99.xml"/><Relationship Id="rId111" Type="http://schemas.openxmlformats.org/officeDocument/2006/relationships/slide" Target="slides/slide100.xml"/><Relationship Id="rId112" Type="http://schemas.openxmlformats.org/officeDocument/2006/relationships/slide" Target="slides/slide101.xml"/><Relationship Id="rId113" Type="http://schemas.openxmlformats.org/officeDocument/2006/relationships/slide" Target="slides/slide102.xml"/><Relationship Id="rId114" Type="http://schemas.openxmlformats.org/officeDocument/2006/relationships/slide" Target="slides/slide103.xml"/><Relationship Id="rId115" Type="http://schemas.openxmlformats.org/officeDocument/2006/relationships/slide" Target="slides/slide104.xml"/><Relationship Id="rId116" Type="http://schemas.openxmlformats.org/officeDocument/2006/relationships/slide" Target="slides/slide105.xml"/><Relationship Id="rId117" Type="http://schemas.openxmlformats.org/officeDocument/2006/relationships/slide" Target="slides/slide106.xml"/><Relationship Id="rId118" Type="http://schemas.openxmlformats.org/officeDocument/2006/relationships/slide" Target="slides/slide107.xml"/><Relationship Id="rId119" Type="http://schemas.openxmlformats.org/officeDocument/2006/relationships/slide" Target="slides/slide108.xml"/><Relationship Id="rId1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내지 (Action Title 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2B1D739-2B6A-45BE-A6EF-CA61BD0D96A4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hite_Small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hite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lor_Small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lor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lor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간지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내지 (Action title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F44DC7-FE96-48BE-BE9A-A34D68C1AE6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2.png"/><Relationship Id="rId9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4.png"/><Relationship Id="rId9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0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" name="개체 8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3" name="직사각형 7" hidden="1"/>
          <p:cNvSpPr/>
          <p:nvPr/>
        </p:nvSpPr>
        <p:spPr>
          <a:xfrm>
            <a:off x="0" y="0"/>
            <a:ext cx="158400" cy="15840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442800" y="3673440"/>
            <a:ext cx="5363640" cy="24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동국홀딩스 전략팀 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I 2025.07.23</a:t>
            </a:r>
            <a:endParaRPr b="0" lang="en-US" sz="14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5" name="직사각형 9"/>
          <p:cNvSpPr/>
          <p:nvPr/>
        </p:nvSpPr>
        <p:spPr>
          <a:xfrm>
            <a:off x="0" y="-2880"/>
            <a:ext cx="9905760" cy="35640"/>
          </a:xfrm>
          <a:prstGeom prst="rect">
            <a:avLst/>
          </a:prstGeom>
          <a:gradFill rotWithShape="0">
            <a:gsLst>
              <a:gs pos="0">
                <a:srgbClr val="c51f2a"/>
              </a:gs>
              <a:gs pos="38000">
                <a:srgbClr val="002452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grpSp>
        <p:nvGrpSpPr>
          <p:cNvPr id="6" name="그룹 11"/>
          <p:cNvGrpSpPr/>
          <p:nvPr/>
        </p:nvGrpSpPr>
        <p:grpSpPr>
          <a:xfrm>
            <a:off x="5705280" y="0"/>
            <a:ext cx="4200480" cy="6232680"/>
            <a:chOff x="5705280" y="0"/>
            <a:chExt cx="4200480" cy="6232680"/>
          </a:xfrm>
        </p:grpSpPr>
        <p:sp>
          <p:nvSpPr>
            <p:cNvPr id="7" name="직사각형 6"/>
            <p:cNvSpPr/>
            <p:nvPr/>
          </p:nvSpPr>
          <p:spPr>
            <a:xfrm rot="2515200">
              <a:off x="6609960" y="3164040"/>
              <a:ext cx="1056600" cy="3114000"/>
            </a:xfrm>
            <a:custGeom>
              <a:avLst/>
              <a:gdLst>
                <a:gd name="textAreaLeft" fmla="*/ 0 w 1056600"/>
                <a:gd name="textAreaRight" fmla="*/ 1056960 w 1056600"/>
                <a:gd name="textAreaTop" fmla="*/ 0 h 3114000"/>
                <a:gd name="textAreaBottom" fmla="*/ 3114360 h 3114000"/>
              </a:gdLst>
              <a:ahLst/>
              <a:rect l="textAreaLeft" t="textAreaTop" r="textAreaRight" b="textAreaBottom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7094520" y="0"/>
              <a:ext cx="2811240" cy="2545200"/>
            </a:xfrm>
            <a:custGeom>
              <a:avLst/>
              <a:gdLst>
                <a:gd name="textAreaLeft" fmla="*/ 0 w 2811240"/>
                <a:gd name="textAreaRight" fmla="*/ 2811600 w 2811240"/>
                <a:gd name="textAreaTop" fmla="*/ 0 h 2545200"/>
                <a:gd name="textAreaBottom" fmla="*/ 2545560 h 2545200"/>
              </a:gdLst>
              <a:ahLst/>
              <a:rect l="textAreaLeft" t="textAreaTop" r="textAreaRight" b="textAreaBottom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" name="자유형 15"/>
            <p:cNvSpPr/>
            <p:nvPr/>
          </p:nvSpPr>
          <p:spPr>
            <a:xfrm rot="16200000">
              <a:off x="6963840" y="1904760"/>
              <a:ext cx="4047840" cy="1835280"/>
            </a:xfrm>
            <a:custGeom>
              <a:avLst/>
              <a:gdLst>
                <a:gd name="textAreaLeft" fmla="*/ 0 w 4047840"/>
                <a:gd name="textAreaRight" fmla="*/ 4048200 w 4047840"/>
                <a:gd name="textAreaTop" fmla="*/ 0 h 1835280"/>
                <a:gd name="textAreaBottom" fmla="*/ 1835640 h 1835280"/>
              </a:gdLst>
              <a:ahLst/>
              <a:rect l="textAreaLeft" t="textAreaTop" r="textAreaRight" b="textAreaBottom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442080" y="2276640"/>
            <a:ext cx="5398560" cy="95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3200" spc="-52" strike="noStrike">
                <a:solidFill>
                  <a:schemeClr val="dk2"/>
                </a:solidFill>
                <a:latin typeface="본고딕 Bold"/>
                <a:ea typeface="본고딕 Bold"/>
              </a:rPr>
              <a:t>동국시스템즈 문서 표지 양식</a:t>
            </a:r>
            <a:br>
              <a:rPr sz="3200"/>
            </a:br>
            <a:r>
              <a:rPr b="0" lang="en-US" sz="3200" spc="-52" strike="noStrike">
                <a:solidFill>
                  <a:schemeClr val="dk2"/>
                </a:solidFill>
                <a:latin typeface="본고딕 Bold"/>
                <a:ea typeface="본고딕 Bold"/>
              </a:rPr>
              <a:t>White_Big K </a:t>
            </a:r>
            <a:r>
              <a:rPr b="0" lang="ko-KR" sz="3200" spc="-52" strike="noStrike">
                <a:solidFill>
                  <a:schemeClr val="dk2"/>
                </a:solidFill>
                <a:latin typeface="본고딕 Bold"/>
                <a:ea typeface="본고딕 Bold"/>
              </a:rPr>
              <a:t>버전</a:t>
            </a:r>
            <a:endParaRPr b="0" lang="en-US" sz="3200" spc="-1" strike="noStrike">
              <a:solidFill>
                <a:schemeClr val="dk1"/>
              </a:solidFill>
              <a:latin typeface="본고딕 Normal"/>
            </a:endParaRPr>
          </a:p>
        </p:txBody>
      </p:sp>
      <p:pic>
        <p:nvPicPr>
          <p:cNvPr id="11" name="그림 16" descr=""/>
          <p:cNvPicPr/>
          <p:nvPr/>
        </p:nvPicPr>
        <p:blipFill>
          <a:blip r:embed="rId5"/>
          <a:stretch/>
        </p:blipFill>
        <p:spPr>
          <a:xfrm>
            <a:off x="4257360" y="6473160"/>
            <a:ext cx="1390680" cy="206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3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4" name="개체 11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15" name="직사각형 10" hidden="1"/>
          <p:cNvSpPr/>
          <p:nvPr/>
        </p:nvSpPr>
        <p:spPr>
          <a:xfrm>
            <a:off x="0" y="0"/>
            <a:ext cx="158400" cy="15840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chemeClr val="lt1"/>
              </a:solidFill>
              <a:latin typeface="본고딕 Medium"/>
              <a:ea typeface="본고딕 Medium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body"/>
          </p:nvPr>
        </p:nvSpPr>
        <p:spPr>
          <a:xfrm>
            <a:off x="272880" y="-1678680"/>
            <a:ext cx="6172200" cy="406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Main Title</a:t>
            </a: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은 본고딕 </a:t>
            </a:r>
            <a:r>
              <a:rPr b="0" lang="en-US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Medium 19pt</a:t>
            </a: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입니다</a:t>
            </a:r>
            <a:r>
              <a:rPr b="0" lang="en-US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.</a:t>
            </a:r>
            <a:endParaRPr b="0" lang="en-US" sz="19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1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F55F42-0EF2-4D2D-9F2B-22A0E4F418E5}" type="slidenum"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2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&lt;바닥글&gt;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cxnSp>
        <p:nvCxnSpPr>
          <p:cNvPr id="19" name="직선 연결선 12"/>
          <p:cNvCxnSpPr/>
          <p:nvPr/>
        </p:nvCxnSpPr>
        <p:spPr>
          <a:xfrm>
            <a:off x="270000" y="540000"/>
            <a:ext cx="9363240" cy="360"/>
          </a:xfrm>
          <a:prstGeom prst="straightConnector1">
            <a:avLst/>
          </a:prstGeom>
          <a:ln>
            <a:solidFill>
              <a:srgbClr val="ffffff">
                <a:lumMod val="65000"/>
              </a:srgbClr>
            </a:solidFill>
          </a:ln>
        </p:spPr>
      </p:cxn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270000" y="931320"/>
            <a:ext cx="9360360" cy="87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66760" indent="-266760" defTabSz="914400">
              <a:lnSpc>
                <a:spcPct val="120000"/>
              </a:lnSpc>
              <a:buClr>
                <a:srgbClr val="002452"/>
              </a:buClr>
              <a:buFont typeface="본고딕 Normal"/>
              <a:buChar char="▐"/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Action Title 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미사용 내지양식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lvl="1" marL="449280" indent="-182520" defTabSz="914400">
              <a:lnSpc>
                <a:spcPct val="120000"/>
              </a:lnSpc>
              <a:buClr>
                <a:srgbClr val="002452"/>
              </a:buClr>
              <a:buFont typeface="Arial"/>
              <a:buChar char="•"/>
              <a:tabLst>
                <a:tab algn="l" pos="18252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둘째 수준</a:t>
            </a:r>
            <a:endParaRPr b="0" lang="en-US" sz="1400" spc="-1" strike="noStrike">
              <a:solidFill>
                <a:schemeClr val="dk1"/>
              </a:solidFill>
              <a:latin typeface="본고딕 Normal"/>
            </a:endParaRPr>
          </a:p>
          <a:p>
            <a:pPr lvl="2" marL="625320" indent="-176040" defTabSz="914400">
              <a:lnSpc>
                <a:spcPct val="120000"/>
              </a:lnSpc>
              <a:buClr>
                <a:srgbClr val="002452"/>
              </a:buClr>
              <a:buFont typeface="본고딕 Normal"/>
              <a:buChar char="‒"/>
              <a:tabLst>
                <a:tab algn="l" pos="54144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셋째 수준</a:t>
            </a:r>
            <a:endParaRPr b="0" lang="en-US" sz="1200" spc="-1" strike="noStrike">
              <a:solidFill>
                <a:schemeClr val="dk1"/>
              </a:solidFill>
              <a:latin typeface="본고딕 Normal"/>
            </a:endParaRPr>
          </a:p>
        </p:txBody>
      </p:sp>
      <p:pic>
        <p:nvPicPr>
          <p:cNvPr id="21" name="그림 9" descr=""/>
          <p:cNvPicPr/>
          <p:nvPr/>
        </p:nvPicPr>
        <p:blipFill>
          <a:blip r:embed="rId5"/>
          <a:stretch/>
        </p:blipFill>
        <p:spPr>
          <a:xfrm>
            <a:off x="270000" y="6579720"/>
            <a:ext cx="1215360" cy="180720"/>
          </a:xfrm>
          <a:prstGeom prst="rect">
            <a:avLst/>
          </a:prstGeom>
          <a:ln w="0">
            <a:noFill/>
          </a:ln>
        </p:spPr>
      </p:pic>
      <p:sp>
        <p:nvSpPr>
          <p:cNvPr id="22" name="PlaceHolder 5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chemeClr val="dk1"/>
                </a:solidFill>
                <a:latin typeface="본고딕 Normal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chemeClr val="dk1"/>
                </a:solidFill>
                <a:latin typeface="본고딕 Normal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본고딕 Norm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24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5" name="개체 8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26" name="직사각형 7" hidden="1"/>
          <p:cNvSpPr/>
          <p:nvPr/>
        </p:nvSpPr>
        <p:spPr>
          <a:xfrm>
            <a:off x="0" y="0"/>
            <a:ext cx="158400" cy="15840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42080" y="2276640"/>
            <a:ext cx="5398560" cy="95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3200" spc="-52" strike="noStrike">
                <a:solidFill>
                  <a:schemeClr val="dk2"/>
                </a:solidFill>
                <a:latin typeface="본고딕 Bold"/>
                <a:ea typeface="본고딕 Bold"/>
              </a:rPr>
              <a:t>동국시스템즈 문서 표지 양식</a:t>
            </a:r>
            <a:br>
              <a:rPr sz="3200"/>
            </a:br>
            <a:r>
              <a:rPr b="0" lang="en-US" sz="3200" spc="-52" strike="noStrike">
                <a:solidFill>
                  <a:schemeClr val="dk2"/>
                </a:solidFill>
                <a:latin typeface="본고딕 Bold"/>
                <a:ea typeface="본고딕 Bold"/>
              </a:rPr>
              <a:t>White_Small K </a:t>
            </a:r>
            <a:r>
              <a:rPr b="0" lang="ko-KR" sz="3200" spc="-52" strike="noStrike">
                <a:solidFill>
                  <a:schemeClr val="dk2"/>
                </a:solidFill>
                <a:latin typeface="본고딕 Bold"/>
                <a:ea typeface="본고딕 Bold"/>
              </a:rPr>
              <a:t>버전</a:t>
            </a:r>
            <a:endParaRPr b="0" lang="en-US" sz="32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42800" y="3673440"/>
            <a:ext cx="5363640" cy="24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동국홀딩스 전략팀 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I 2025.07.23</a:t>
            </a:r>
            <a:endParaRPr b="0" lang="en-US" sz="1400" spc="-1" strike="noStrike">
              <a:solidFill>
                <a:schemeClr val="dk1"/>
              </a:solidFill>
              <a:latin typeface="본고딕 Normal"/>
            </a:endParaRPr>
          </a:p>
        </p:txBody>
      </p:sp>
      <p:pic>
        <p:nvPicPr>
          <p:cNvPr id="29" name="그림 9" descr=""/>
          <p:cNvPicPr/>
          <p:nvPr/>
        </p:nvPicPr>
        <p:blipFill>
          <a:blip r:embed="rId5"/>
          <a:stretch/>
        </p:blipFill>
        <p:spPr>
          <a:xfrm>
            <a:off x="7544160" y="2454840"/>
            <a:ext cx="2361240" cy="3264120"/>
          </a:xfrm>
          <a:prstGeom prst="rect">
            <a:avLst/>
          </a:prstGeom>
          <a:ln w="0">
            <a:noFill/>
          </a:ln>
        </p:spPr>
      </p:pic>
      <p:sp>
        <p:nvSpPr>
          <p:cNvPr id="30" name="직사각형 10"/>
          <p:cNvSpPr/>
          <p:nvPr/>
        </p:nvSpPr>
        <p:spPr>
          <a:xfrm>
            <a:off x="0" y="-2880"/>
            <a:ext cx="9905760" cy="35640"/>
          </a:xfrm>
          <a:prstGeom prst="rect">
            <a:avLst/>
          </a:prstGeom>
          <a:gradFill rotWithShape="0">
            <a:gsLst>
              <a:gs pos="0">
                <a:srgbClr val="c51f2a"/>
              </a:gs>
              <a:gs pos="38000">
                <a:srgbClr val="002452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31" name="그림 11" descr=""/>
          <p:cNvPicPr/>
          <p:nvPr/>
        </p:nvPicPr>
        <p:blipFill>
          <a:blip r:embed="rId6"/>
          <a:stretch/>
        </p:blipFill>
        <p:spPr>
          <a:xfrm>
            <a:off x="4257360" y="6473160"/>
            <a:ext cx="1390680" cy="206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7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33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34" name="개체 8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35" name="직사각형 7" hidden="1"/>
          <p:cNvSpPr/>
          <p:nvPr/>
        </p:nvSpPr>
        <p:spPr>
          <a:xfrm>
            <a:off x="0" y="0"/>
            <a:ext cx="158400" cy="15840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body"/>
          </p:nvPr>
        </p:nvSpPr>
        <p:spPr>
          <a:xfrm>
            <a:off x="442800" y="3673440"/>
            <a:ext cx="5363640" cy="24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동국홀딩스 전략팀 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I 2025.07.23</a:t>
            </a:r>
            <a:endParaRPr b="0" lang="en-US" sz="14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37" name="직사각형 10"/>
          <p:cNvSpPr/>
          <p:nvPr/>
        </p:nvSpPr>
        <p:spPr>
          <a:xfrm>
            <a:off x="0" y="-2880"/>
            <a:ext cx="9905760" cy="35640"/>
          </a:xfrm>
          <a:prstGeom prst="rect">
            <a:avLst/>
          </a:prstGeom>
          <a:gradFill rotWithShape="0">
            <a:gsLst>
              <a:gs pos="0">
                <a:srgbClr val="c51f2a"/>
              </a:gs>
              <a:gs pos="38000">
                <a:srgbClr val="002452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442080" y="2276640"/>
            <a:ext cx="5398560" cy="95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3200" spc="-52" strike="noStrike">
                <a:solidFill>
                  <a:schemeClr val="dk2"/>
                </a:solidFill>
                <a:latin typeface="본고딕 Bold"/>
                <a:ea typeface="본고딕 Bold"/>
              </a:rPr>
              <a:t>동국시스템즈 문서 표지 양식</a:t>
            </a:r>
            <a:br>
              <a:rPr sz="3200"/>
            </a:br>
            <a:r>
              <a:rPr b="0" lang="en-US" sz="3200" spc="-52" strike="noStrike">
                <a:solidFill>
                  <a:schemeClr val="dk2"/>
                </a:solidFill>
                <a:latin typeface="본고딕 Bold"/>
                <a:ea typeface="본고딕 Bold"/>
              </a:rPr>
              <a:t>White_Clean </a:t>
            </a:r>
            <a:r>
              <a:rPr b="0" lang="ko-KR" sz="3200" spc="-52" strike="noStrike">
                <a:solidFill>
                  <a:schemeClr val="dk2"/>
                </a:solidFill>
                <a:latin typeface="본고딕 Bold"/>
                <a:ea typeface="본고딕 Bold"/>
              </a:rPr>
              <a:t>버전</a:t>
            </a:r>
            <a:endParaRPr b="0" lang="en-US" sz="3200" spc="-1" strike="noStrike">
              <a:solidFill>
                <a:schemeClr val="dk1"/>
              </a:solidFill>
              <a:latin typeface="본고딕 Normal"/>
            </a:endParaRPr>
          </a:p>
        </p:txBody>
      </p:sp>
      <p:pic>
        <p:nvPicPr>
          <p:cNvPr id="39" name="그림 11" descr=""/>
          <p:cNvPicPr/>
          <p:nvPr/>
        </p:nvPicPr>
        <p:blipFill>
          <a:blip r:embed="rId5"/>
          <a:stretch/>
        </p:blipFill>
        <p:spPr>
          <a:xfrm>
            <a:off x="4257360" y="6473160"/>
            <a:ext cx="1390680" cy="206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41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42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43" name="think-cell data - do not delete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4" name="직사각형 2"/>
          <p:cNvSpPr/>
          <p:nvPr/>
        </p:nvSpPr>
        <p:spPr>
          <a:xfrm>
            <a:off x="0" y="-5760"/>
            <a:ext cx="9905760" cy="6154560"/>
          </a:xfrm>
          <a:prstGeom prst="rect">
            <a:avLst/>
          </a:prstGeom>
          <a:gradFill rotWithShape="0">
            <a:gsLst>
              <a:gs pos="0">
                <a:srgbClr val="4b647f"/>
              </a:gs>
              <a:gs pos="80000">
                <a:srgbClr val="0f1f3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45" name="그림 7" descr=""/>
          <p:cNvPicPr/>
          <p:nvPr/>
        </p:nvPicPr>
        <p:blipFill>
          <a:blip r:embed="rId6"/>
          <a:stretch/>
        </p:blipFill>
        <p:spPr>
          <a:xfrm flipH="1" rot="5400000">
            <a:off x="721800" y="1906200"/>
            <a:ext cx="74160" cy="430920"/>
          </a:xfrm>
          <a:prstGeom prst="rect">
            <a:avLst/>
          </a:prstGeom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body"/>
          </p:nvPr>
        </p:nvSpPr>
        <p:spPr>
          <a:xfrm>
            <a:off x="442800" y="3673440"/>
            <a:ext cx="5363640" cy="24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>
                    <a:lumMod val="85000"/>
                  </a:schemeClr>
                </a:solidFill>
                <a:latin typeface="본고딕 Medium"/>
                <a:ea typeface="본고딕 Medium"/>
              </a:rPr>
              <a:t>동국홀딩스 전략팀 </a:t>
            </a:r>
            <a:r>
              <a:rPr b="0" lang="en-US" sz="1400" spc="-21" strike="noStrike">
                <a:solidFill>
                  <a:schemeClr val="lt1">
                    <a:lumMod val="85000"/>
                  </a:schemeClr>
                </a:solidFill>
                <a:latin typeface="본고딕 Medium"/>
                <a:ea typeface="본고딕 Medium"/>
              </a:rPr>
              <a:t>I 2025.07.23</a:t>
            </a:r>
            <a:endParaRPr b="0" lang="en-US" sz="1400" spc="-1" strike="noStrike">
              <a:solidFill>
                <a:schemeClr val="dk1"/>
              </a:solidFill>
              <a:latin typeface="본고딕 Normal"/>
            </a:endParaRPr>
          </a:p>
        </p:txBody>
      </p:sp>
      <p:pic>
        <p:nvPicPr>
          <p:cNvPr id="47" name="그림 10" descr=""/>
          <p:cNvPicPr/>
          <p:nvPr/>
        </p:nvPicPr>
        <p:blipFill>
          <a:blip r:embed="rId7"/>
          <a:stretch/>
        </p:blipFill>
        <p:spPr>
          <a:xfrm>
            <a:off x="7544160" y="2454840"/>
            <a:ext cx="2361240" cy="326412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442080" y="2276640"/>
            <a:ext cx="5398560" cy="95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3200" spc="-52" strike="noStrike">
                <a:solidFill>
                  <a:schemeClr val="lt1"/>
                </a:solidFill>
                <a:latin typeface="본고딕 Bold"/>
                <a:ea typeface="본고딕 Bold"/>
              </a:rPr>
              <a:t>동국시스템즈 문서 표지 양식</a:t>
            </a:r>
            <a:br>
              <a:rPr sz="3200"/>
            </a:br>
            <a:r>
              <a:rPr b="0" lang="en-US" sz="3200" spc="-52" strike="noStrike">
                <a:solidFill>
                  <a:schemeClr val="lt1"/>
                </a:solidFill>
                <a:latin typeface="본고딕 Bold"/>
                <a:ea typeface="본고딕 Bold"/>
              </a:rPr>
              <a:t>Color_Small K </a:t>
            </a:r>
            <a:r>
              <a:rPr b="0" lang="ko-KR" sz="3200" spc="-52" strike="noStrike">
                <a:solidFill>
                  <a:schemeClr val="lt1"/>
                </a:solidFill>
                <a:latin typeface="본고딕 Bold"/>
                <a:ea typeface="본고딕 Bold"/>
              </a:rPr>
              <a:t>버전</a:t>
            </a:r>
            <a:endParaRPr b="0" lang="en-US" sz="3200" spc="-1" strike="noStrike">
              <a:solidFill>
                <a:schemeClr val="dk1"/>
              </a:solidFill>
              <a:latin typeface="본고딕 Normal"/>
            </a:endParaRPr>
          </a:p>
        </p:txBody>
      </p:sp>
      <p:pic>
        <p:nvPicPr>
          <p:cNvPr id="49" name="그림 9" descr=""/>
          <p:cNvPicPr/>
          <p:nvPr/>
        </p:nvPicPr>
        <p:blipFill>
          <a:blip r:embed="rId8"/>
          <a:stretch/>
        </p:blipFill>
        <p:spPr>
          <a:xfrm>
            <a:off x="4257360" y="6473160"/>
            <a:ext cx="1390680" cy="206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9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51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52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3" name="think-cell data - do not delete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54" name="직사각형 2"/>
          <p:cNvSpPr/>
          <p:nvPr/>
        </p:nvSpPr>
        <p:spPr>
          <a:xfrm>
            <a:off x="0" y="-5760"/>
            <a:ext cx="9905760" cy="6154560"/>
          </a:xfrm>
          <a:prstGeom prst="rect">
            <a:avLst/>
          </a:prstGeom>
          <a:gradFill rotWithShape="0">
            <a:gsLst>
              <a:gs pos="0">
                <a:srgbClr val="4b647f"/>
              </a:gs>
              <a:gs pos="80000">
                <a:srgbClr val="0f1f3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55" name="그림 7" descr=""/>
          <p:cNvPicPr/>
          <p:nvPr/>
        </p:nvPicPr>
        <p:blipFill>
          <a:blip r:embed="rId6"/>
          <a:stretch/>
        </p:blipFill>
        <p:spPr>
          <a:xfrm flipH="1" rot="5400000">
            <a:off x="721800" y="1906200"/>
            <a:ext cx="74160" cy="430920"/>
          </a:xfrm>
          <a:prstGeom prst="rect">
            <a:avLst/>
          </a:prstGeom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body"/>
          </p:nvPr>
        </p:nvSpPr>
        <p:spPr>
          <a:xfrm>
            <a:off x="442800" y="3673440"/>
            <a:ext cx="5363640" cy="24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>
                    <a:lumMod val="85000"/>
                  </a:schemeClr>
                </a:solidFill>
                <a:latin typeface="본고딕 Medium"/>
                <a:ea typeface="본고딕 Medium"/>
              </a:rPr>
              <a:t>동국홀딩스 전략팀 </a:t>
            </a:r>
            <a:r>
              <a:rPr b="0" lang="en-US" sz="1400" spc="-21" strike="noStrike">
                <a:solidFill>
                  <a:schemeClr val="lt1">
                    <a:lumMod val="85000"/>
                  </a:schemeClr>
                </a:solidFill>
                <a:latin typeface="본고딕 Medium"/>
                <a:ea typeface="본고딕 Medium"/>
              </a:rPr>
              <a:t>I 2025.07.23</a:t>
            </a:r>
            <a:endParaRPr b="0" lang="en-US" sz="14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title"/>
          </p:nvPr>
        </p:nvSpPr>
        <p:spPr>
          <a:xfrm>
            <a:off x="442080" y="2276640"/>
            <a:ext cx="5398560" cy="95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3200" spc="-52" strike="noStrike">
                <a:solidFill>
                  <a:schemeClr val="lt1"/>
                </a:solidFill>
                <a:latin typeface="본고딕 Bold"/>
                <a:ea typeface="본고딕 Bold"/>
              </a:rPr>
              <a:t>동국시스템즈 문서 표지 양식</a:t>
            </a:r>
            <a:br>
              <a:rPr sz="3200"/>
            </a:br>
            <a:r>
              <a:rPr b="0" lang="en-US" sz="3200" spc="-52" strike="noStrike">
                <a:solidFill>
                  <a:schemeClr val="lt1"/>
                </a:solidFill>
                <a:latin typeface="본고딕 Bold"/>
                <a:ea typeface="본고딕 Bold"/>
              </a:rPr>
              <a:t>Color_Clean </a:t>
            </a:r>
            <a:r>
              <a:rPr b="0" lang="ko-KR" sz="3200" spc="-52" strike="noStrike">
                <a:solidFill>
                  <a:schemeClr val="lt1"/>
                </a:solidFill>
                <a:latin typeface="본고딕 Bold"/>
                <a:ea typeface="본고딕 Bold"/>
              </a:rPr>
              <a:t>버전</a:t>
            </a:r>
            <a:endParaRPr b="0" lang="en-US" sz="3200" spc="-1" strike="noStrike">
              <a:solidFill>
                <a:schemeClr val="dk1"/>
              </a:solidFill>
              <a:latin typeface="본고딕 Normal"/>
            </a:endParaRPr>
          </a:p>
        </p:txBody>
      </p:sp>
      <p:pic>
        <p:nvPicPr>
          <p:cNvPr id="58" name="그림 8" descr=""/>
          <p:cNvPicPr/>
          <p:nvPr/>
        </p:nvPicPr>
        <p:blipFill>
          <a:blip r:embed="rId7"/>
          <a:stretch/>
        </p:blipFill>
        <p:spPr>
          <a:xfrm>
            <a:off x="4257360" y="6473160"/>
            <a:ext cx="1390680" cy="206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8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60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61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62" name="think-cell data - do not delete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63" name="그림 2" descr=""/>
          <p:cNvPicPr/>
          <p:nvPr/>
        </p:nvPicPr>
        <p:blipFill>
          <a:blip r:embed="rId6"/>
          <a:srcRect l="0" t="0" r="0" b="19206"/>
          <a:stretch/>
        </p:blipFill>
        <p:spPr>
          <a:xfrm>
            <a:off x="0" y="3240"/>
            <a:ext cx="9905760" cy="5525280"/>
          </a:xfrm>
          <a:prstGeom prst="rect">
            <a:avLst/>
          </a:prstGeom>
          <a:ln w="0">
            <a:noFill/>
          </a:ln>
        </p:spPr>
      </p:pic>
      <p:grpSp>
        <p:nvGrpSpPr>
          <p:cNvPr id="64" name="그룹 8"/>
          <p:cNvGrpSpPr/>
          <p:nvPr/>
        </p:nvGrpSpPr>
        <p:grpSpPr>
          <a:xfrm>
            <a:off x="5705280" y="0"/>
            <a:ext cx="4200480" cy="6232680"/>
            <a:chOff x="5705280" y="0"/>
            <a:chExt cx="4200480" cy="6232680"/>
          </a:xfrm>
        </p:grpSpPr>
        <p:sp>
          <p:nvSpPr>
            <p:cNvPr id="65" name="직사각형 6"/>
            <p:cNvSpPr/>
            <p:nvPr/>
          </p:nvSpPr>
          <p:spPr>
            <a:xfrm rot="2515200">
              <a:off x="6609960" y="3164040"/>
              <a:ext cx="1056600" cy="3114000"/>
            </a:xfrm>
            <a:custGeom>
              <a:avLst/>
              <a:gdLst>
                <a:gd name="textAreaLeft" fmla="*/ 0 w 1056600"/>
                <a:gd name="textAreaRight" fmla="*/ 1056960 w 1056600"/>
                <a:gd name="textAreaTop" fmla="*/ 0 h 3114000"/>
                <a:gd name="textAreaBottom" fmla="*/ 3114360 h 3114000"/>
              </a:gdLst>
              <a:ahLst/>
              <a:rect l="textAreaLeft" t="textAreaTop" r="textAreaRight" b="textAreaBottom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6" name="직사각형 7"/>
            <p:cNvSpPr/>
            <p:nvPr/>
          </p:nvSpPr>
          <p:spPr>
            <a:xfrm>
              <a:off x="7094520" y="0"/>
              <a:ext cx="2811240" cy="2545200"/>
            </a:xfrm>
            <a:custGeom>
              <a:avLst/>
              <a:gdLst>
                <a:gd name="textAreaLeft" fmla="*/ 0 w 2811240"/>
                <a:gd name="textAreaRight" fmla="*/ 2811600 w 2811240"/>
                <a:gd name="textAreaTop" fmla="*/ 0 h 2545200"/>
                <a:gd name="textAreaBottom" fmla="*/ 2545560 h 2545200"/>
              </a:gdLst>
              <a:ahLst/>
              <a:rect l="textAreaLeft" t="textAreaTop" r="textAreaRight" b="textAreaBottom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" name="자유형 11"/>
            <p:cNvSpPr/>
            <p:nvPr/>
          </p:nvSpPr>
          <p:spPr>
            <a:xfrm rot="16200000">
              <a:off x="6963840" y="1904760"/>
              <a:ext cx="4047840" cy="1835280"/>
            </a:xfrm>
            <a:custGeom>
              <a:avLst/>
              <a:gdLst>
                <a:gd name="textAreaLeft" fmla="*/ 0 w 4047840"/>
                <a:gd name="textAreaRight" fmla="*/ 4048200 w 4047840"/>
                <a:gd name="textAreaTop" fmla="*/ 0 h 1835280"/>
                <a:gd name="textAreaBottom" fmla="*/ 1835640 h 1835280"/>
              </a:gdLst>
              <a:ahLst/>
              <a:rect l="textAreaLeft" t="textAreaTop" r="textAreaRight" b="textAreaBottom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68" name="PlaceHolder 1"/>
          <p:cNvSpPr>
            <a:spLocks noGrp="1"/>
          </p:cNvSpPr>
          <p:nvPr>
            <p:ph type="body"/>
          </p:nvPr>
        </p:nvSpPr>
        <p:spPr>
          <a:xfrm>
            <a:off x="442800" y="3673440"/>
            <a:ext cx="5363640" cy="24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>
                    <a:lumMod val="85000"/>
                  </a:schemeClr>
                </a:solidFill>
                <a:latin typeface="본고딕 Medium"/>
                <a:ea typeface="본고딕 Medium"/>
              </a:rPr>
              <a:t>동국홀딩스 전략팀 </a:t>
            </a:r>
            <a:r>
              <a:rPr b="0" lang="en-US" sz="1400" spc="-21" strike="noStrike">
                <a:solidFill>
                  <a:schemeClr val="lt1">
                    <a:lumMod val="85000"/>
                  </a:schemeClr>
                </a:solidFill>
                <a:latin typeface="본고딕 Medium"/>
                <a:ea typeface="본고딕 Medium"/>
              </a:rPr>
              <a:t>I 2025.07.23</a:t>
            </a:r>
            <a:endParaRPr b="0" lang="en-US" sz="14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title"/>
          </p:nvPr>
        </p:nvSpPr>
        <p:spPr>
          <a:xfrm>
            <a:off x="442080" y="2276640"/>
            <a:ext cx="5398560" cy="95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3200" spc="-52" strike="noStrike">
                <a:solidFill>
                  <a:schemeClr val="lt1"/>
                </a:solidFill>
                <a:latin typeface="본고딕 Bold"/>
                <a:ea typeface="본고딕 Bold"/>
              </a:rPr>
              <a:t>동국시스템즈 문서 표지 양식</a:t>
            </a:r>
            <a:br>
              <a:rPr sz="3200"/>
            </a:br>
            <a:r>
              <a:rPr b="0" lang="en-US" sz="3200" spc="-52" strike="noStrike">
                <a:solidFill>
                  <a:schemeClr val="lt1"/>
                </a:solidFill>
                <a:latin typeface="본고딕 Bold"/>
                <a:ea typeface="본고딕 Bold"/>
              </a:rPr>
              <a:t>Color_Big K </a:t>
            </a:r>
            <a:r>
              <a:rPr b="0" lang="ko-KR" sz="3200" spc="-52" strike="noStrike">
                <a:solidFill>
                  <a:schemeClr val="lt1"/>
                </a:solidFill>
                <a:latin typeface="본고딕 Bold"/>
                <a:ea typeface="본고딕 Bold"/>
              </a:rPr>
              <a:t>버전</a:t>
            </a:r>
            <a:endParaRPr b="0" lang="en-US" sz="3200" spc="-1" strike="noStrike">
              <a:solidFill>
                <a:schemeClr val="dk1"/>
              </a:solidFill>
              <a:latin typeface="본고딕 Normal"/>
            </a:endParaRPr>
          </a:p>
        </p:txBody>
      </p:sp>
      <p:pic>
        <p:nvPicPr>
          <p:cNvPr id="70" name="그림 12" descr=""/>
          <p:cNvPicPr/>
          <p:nvPr/>
        </p:nvPicPr>
        <p:blipFill>
          <a:blip r:embed="rId7"/>
          <a:stretch/>
        </p:blipFill>
        <p:spPr>
          <a:xfrm>
            <a:off x="4257360" y="6473160"/>
            <a:ext cx="1390680" cy="206640"/>
          </a:xfrm>
          <a:prstGeom prst="rect">
            <a:avLst/>
          </a:prstGeom>
          <a:ln w="0">
            <a:noFill/>
          </a:ln>
        </p:spPr>
      </p:pic>
      <p:pic>
        <p:nvPicPr>
          <p:cNvPr id="71" name="그림 13" descr=""/>
          <p:cNvPicPr/>
          <p:nvPr/>
        </p:nvPicPr>
        <p:blipFill>
          <a:blip r:embed="rId8"/>
          <a:stretch/>
        </p:blipFill>
        <p:spPr>
          <a:xfrm flipH="1" rot="5400000">
            <a:off x="721800" y="1906200"/>
            <a:ext cx="74160" cy="4309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9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73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74" name="개체 8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75" name="PlaceHolder 1"/>
          <p:cNvSpPr>
            <a:spLocks noGrp="1"/>
          </p:cNvSpPr>
          <p:nvPr>
            <p:ph type="body"/>
          </p:nvPr>
        </p:nvSpPr>
        <p:spPr>
          <a:xfrm>
            <a:off x="857520" y="2276640"/>
            <a:ext cx="631800" cy="324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02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03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04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05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76" name="직사각형 7" hidden="1"/>
          <p:cNvSpPr/>
          <p:nvPr/>
        </p:nvSpPr>
        <p:spPr>
          <a:xfrm>
            <a:off x="0" y="0"/>
            <a:ext cx="158400" cy="15840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pic>
        <p:nvPicPr>
          <p:cNvPr id="77" name="그림 5" descr=""/>
          <p:cNvPicPr/>
          <p:nvPr/>
        </p:nvPicPr>
        <p:blipFill>
          <a:blip r:embed="rId5"/>
          <a:stretch/>
        </p:blipFill>
        <p:spPr>
          <a:xfrm>
            <a:off x="7715160" y="0"/>
            <a:ext cx="2190240" cy="6857640"/>
          </a:xfrm>
          <a:prstGeom prst="rect">
            <a:avLst/>
          </a:prstGeom>
          <a:ln w="0">
            <a:noFill/>
          </a:ln>
        </p:spPr>
      </p:pic>
      <p:sp>
        <p:nvSpPr>
          <p:cNvPr id="78" name="제목 1"/>
          <p:cNvSpPr/>
          <p:nvPr/>
        </p:nvSpPr>
        <p:spPr>
          <a:xfrm>
            <a:off x="892800" y="1683360"/>
            <a:ext cx="3340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bIns="0" anchor="b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52" strike="noStrike">
                <a:solidFill>
                  <a:srgbClr val="002452"/>
                </a:solidFill>
                <a:latin typeface="본고딕 Bold"/>
                <a:ea typeface="본고딕 Bold"/>
              </a:rPr>
              <a:t>Contents</a:t>
            </a:r>
            <a:endParaRPr b="0" lang="en-US" sz="2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772320" y="2284560"/>
            <a:ext cx="937800" cy="312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1505520" y="2276640"/>
            <a:ext cx="3447000" cy="324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</p:txBody>
      </p:sp>
      <p:pic>
        <p:nvPicPr>
          <p:cNvPr id="81" name="그림 9" descr=""/>
          <p:cNvPicPr/>
          <p:nvPr/>
        </p:nvPicPr>
        <p:blipFill>
          <a:blip r:embed="rId6"/>
          <a:stretch/>
        </p:blipFill>
        <p:spPr>
          <a:xfrm>
            <a:off x="270000" y="6579720"/>
            <a:ext cx="1215360" cy="180720"/>
          </a:xfrm>
          <a:prstGeom prst="rect">
            <a:avLst/>
          </a:prstGeom>
          <a:ln w="0">
            <a:noFill/>
          </a:ln>
        </p:spPr>
      </p:pic>
      <p:sp>
        <p:nvSpPr>
          <p:cNvPr id="82" name="PlaceHolder 4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chemeClr val="dk1"/>
                </a:solidFill>
                <a:latin typeface="본고딕 Normal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chemeClr val="dk1"/>
                </a:solidFill>
                <a:latin typeface="본고딕 Normal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본고딕 Norm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7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84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85" name="개체 8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86" name="직사각형 7" hidden="1"/>
          <p:cNvSpPr/>
          <p:nvPr/>
        </p:nvSpPr>
        <p:spPr>
          <a:xfrm>
            <a:off x="0" y="0"/>
            <a:ext cx="158400" cy="15840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pic>
        <p:nvPicPr>
          <p:cNvPr id="87" name="그림 1" descr=""/>
          <p:cNvPicPr/>
          <p:nvPr/>
        </p:nvPicPr>
        <p:blipFill>
          <a:blip r:embed="rId5"/>
          <a:stretch/>
        </p:blipFill>
        <p:spPr>
          <a:xfrm>
            <a:off x="7544160" y="2454840"/>
            <a:ext cx="2361240" cy="3264120"/>
          </a:xfrm>
          <a:prstGeom prst="rect">
            <a:avLst/>
          </a:prstGeom>
          <a:ln w="0">
            <a:noFill/>
          </a:ln>
        </p:spPr>
      </p:pic>
      <p:sp>
        <p:nvSpPr>
          <p:cNvPr id="88" name="제목 1"/>
          <p:cNvSpPr/>
          <p:nvPr/>
        </p:nvSpPr>
        <p:spPr>
          <a:xfrm>
            <a:off x="892800" y="1683360"/>
            <a:ext cx="3340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bIns="0" anchor="b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52" strike="noStrike">
                <a:solidFill>
                  <a:srgbClr val="002452"/>
                </a:solidFill>
                <a:latin typeface="본고딕 Bold"/>
                <a:ea typeface="본고딕 Bold"/>
              </a:rPr>
              <a:t>Contents</a:t>
            </a:r>
            <a:endParaRPr b="0" lang="en-US" sz="2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body"/>
          </p:nvPr>
        </p:nvSpPr>
        <p:spPr>
          <a:xfrm>
            <a:off x="857520" y="2276640"/>
            <a:ext cx="631800" cy="324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02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03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04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05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772320" y="2284560"/>
            <a:ext cx="937800" cy="312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1505520" y="2276640"/>
            <a:ext cx="3447000" cy="324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</p:txBody>
      </p:sp>
      <p:pic>
        <p:nvPicPr>
          <p:cNvPr id="92" name="그림 9" descr=""/>
          <p:cNvPicPr/>
          <p:nvPr/>
        </p:nvPicPr>
        <p:blipFill>
          <a:blip r:embed="rId6"/>
          <a:stretch/>
        </p:blipFill>
        <p:spPr>
          <a:xfrm>
            <a:off x="270000" y="6579720"/>
            <a:ext cx="1215360" cy="180720"/>
          </a:xfrm>
          <a:prstGeom prst="rect">
            <a:avLst/>
          </a:prstGeom>
          <a:ln w="0">
            <a:noFill/>
          </a:ln>
        </p:spPr>
      </p:pic>
      <p:sp>
        <p:nvSpPr>
          <p:cNvPr id="93" name="PlaceHolder 4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chemeClr val="dk1"/>
                </a:solidFill>
                <a:latin typeface="본고딕 Normal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chemeClr val="dk1"/>
                </a:solidFill>
                <a:latin typeface="본고딕 Normal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본고딕 Norm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7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95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96" name="개체 11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97" name="직사각형 10" hidden="1"/>
          <p:cNvSpPr/>
          <p:nvPr/>
        </p:nvSpPr>
        <p:spPr>
          <a:xfrm>
            <a:off x="0" y="0"/>
            <a:ext cx="158400" cy="15840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chemeClr val="lt1"/>
              </a:solidFill>
              <a:latin typeface="본고딕 Medium"/>
              <a:ea typeface="본고딕 Medium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body"/>
          </p:nvPr>
        </p:nvSpPr>
        <p:spPr>
          <a:xfrm>
            <a:off x="270000" y="1431000"/>
            <a:ext cx="9360360" cy="87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66760" indent="-266760" defTabSz="914400">
              <a:lnSpc>
                <a:spcPct val="120000"/>
              </a:lnSpc>
              <a:buClr>
                <a:srgbClr val="002452"/>
              </a:buClr>
              <a:buFont typeface="본고딕 Normal"/>
              <a:buChar char="▐"/>
            </a:pP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마스터 텍스트 스타일 편집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lvl="1" marL="449280" indent="-182520" defTabSz="914400">
              <a:lnSpc>
                <a:spcPct val="120000"/>
              </a:lnSpc>
              <a:buClr>
                <a:srgbClr val="002452"/>
              </a:buClr>
              <a:buFont typeface="Arial"/>
              <a:buChar char="•"/>
              <a:tabLst>
                <a:tab algn="l" pos="18252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둘째 수준</a:t>
            </a:r>
            <a:endParaRPr b="0" lang="en-US" sz="1400" spc="-1" strike="noStrike">
              <a:solidFill>
                <a:schemeClr val="dk1"/>
              </a:solidFill>
              <a:latin typeface="본고딕 Normal"/>
            </a:endParaRPr>
          </a:p>
          <a:p>
            <a:pPr lvl="2" marL="625320" indent="-176040" defTabSz="914400">
              <a:lnSpc>
                <a:spcPct val="120000"/>
              </a:lnSpc>
              <a:buClr>
                <a:srgbClr val="002452"/>
              </a:buClr>
              <a:buFont typeface="본고딕 Normal"/>
              <a:buChar char="‒"/>
              <a:tabLst>
                <a:tab algn="l" pos="54144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셋째 수준</a:t>
            </a:r>
            <a:endParaRPr b="0" lang="en-US" sz="12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defTabSz="914400">
              <a:lnSpc>
                <a:spcPct val="120000"/>
              </a:lnSpc>
              <a:buNone/>
            </a:pPr>
            <a:r>
              <a:rPr b="0" lang="en-US" sz="1700" spc="-52" strike="noStrike">
                <a:solidFill>
                  <a:schemeClr val="dk1"/>
                </a:solidFill>
                <a:latin typeface="본고딕 Medium"/>
                <a:ea typeface="본고딕 Medium"/>
              </a:rPr>
              <a:t>Action title</a:t>
            </a:r>
            <a:r>
              <a:rPr b="0" lang="ko-KR" sz="1700" spc="-52" strike="noStrike">
                <a:solidFill>
                  <a:schemeClr val="dk1"/>
                </a:solidFill>
                <a:latin typeface="본고딕 Medium"/>
                <a:ea typeface="본고딕 Medium"/>
              </a:rPr>
              <a:t>은 본고딕 </a:t>
            </a:r>
            <a:r>
              <a:rPr b="0" lang="en-US" sz="1700" spc="-52" strike="noStrike">
                <a:solidFill>
                  <a:schemeClr val="dk1"/>
                </a:solidFill>
                <a:latin typeface="본고딕 Medium"/>
                <a:ea typeface="본고딕 Medium"/>
              </a:rPr>
              <a:t>Medium 17pt </a:t>
            </a:r>
            <a:r>
              <a:rPr b="0" lang="ko-KR" sz="1700" spc="-52" strike="noStrike">
                <a:solidFill>
                  <a:schemeClr val="dk1"/>
                </a:solidFill>
                <a:latin typeface="본고딕 Medium"/>
                <a:ea typeface="본고딕 Medium"/>
              </a:rPr>
              <a:t>입니다</a:t>
            </a:r>
            <a:r>
              <a:rPr b="0" lang="en-US" sz="1700" spc="-52" strike="noStrike">
                <a:solidFill>
                  <a:schemeClr val="dk1"/>
                </a:solidFill>
                <a:latin typeface="본고딕 Medium"/>
                <a:ea typeface="본고딕 Medium"/>
              </a:rPr>
              <a:t>.</a:t>
            </a:r>
            <a:br>
              <a:rPr sz="1700"/>
            </a:br>
            <a:r>
              <a:rPr b="0" lang="ko-KR" sz="1700" spc="-52" strike="noStrike">
                <a:solidFill>
                  <a:schemeClr val="dk1"/>
                </a:solidFill>
                <a:latin typeface="본고딕 Medium"/>
                <a:ea typeface="본고딕 Medium"/>
              </a:rPr>
              <a:t>최대 두줄까지 사용 가능하며 본문 요약 및 주요 메시지를 기재해주십시요</a:t>
            </a:r>
            <a:r>
              <a:rPr b="0" lang="en-US" sz="1700" spc="-52" strike="noStrike">
                <a:solidFill>
                  <a:schemeClr val="dk1"/>
                </a:solidFill>
                <a:latin typeface="본고딕 Medium"/>
                <a:ea typeface="본고딕 Medium"/>
              </a:rPr>
              <a:t>.</a:t>
            </a:r>
            <a:endParaRPr b="0" lang="en-US" sz="17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272880" y="-1678680"/>
            <a:ext cx="6172200" cy="406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Main Title</a:t>
            </a: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은 본고딕 </a:t>
            </a:r>
            <a:r>
              <a:rPr b="0" lang="en-US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Medium 19pt</a:t>
            </a: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입니다</a:t>
            </a:r>
            <a:r>
              <a:rPr b="0" lang="en-US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.</a:t>
            </a:r>
            <a:endParaRPr b="0" lang="en-US" sz="19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sldNum" idx="3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8CCC20-CA47-40C6-A534-92F736A4EF75}" type="slidenum"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ftr" idx="4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&lt;바닥글&gt;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cxnSp>
        <p:nvCxnSpPr>
          <p:cNvPr id="103" name="직선 연결선 12"/>
          <p:cNvCxnSpPr/>
          <p:nvPr/>
        </p:nvCxnSpPr>
        <p:spPr>
          <a:xfrm>
            <a:off x="270000" y="540000"/>
            <a:ext cx="9363240" cy="360"/>
          </a:xfrm>
          <a:prstGeom prst="straightConnector1">
            <a:avLst/>
          </a:prstGeom>
          <a:ln>
            <a:solidFill>
              <a:srgbClr val="ffffff">
                <a:lumMod val="65000"/>
              </a:srgbClr>
            </a:solidFill>
          </a:ln>
        </p:spPr>
      </p:cxnSp>
      <p:pic>
        <p:nvPicPr>
          <p:cNvPr id="104" name="그림 13" descr=""/>
          <p:cNvPicPr/>
          <p:nvPr/>
        </p:nvPicPr>
        <p:blipFill>
          <a:blip r:embed="rId5"/>
          <a:stretch/>
        </p:blipFill>
        <p:spPr>
          <a:xfrm>
            <a:off x="270000" y="6579720"/>
            <a:ext cx="1215360" cy="1807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06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42080" y="2276640"/>
            <a:ext cx="5398560" cy="110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3200" spc="-52" strike="noStrike">
              <a:solidFill>
                <a:schemeClr val="dk2"/>
              </a:solidFill>
              <a:latin typeface="본고딕 Bold"/>
              <a:ea typeface="본고딕 Bold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42800" y="3673440"/>
            <a:ext cx="5363640" cy="24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400" spc="-21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10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42080" y="2276640"/>
            <a:ext cx="5398560" cy="110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3200" spc="-52" strike="noStrike">
              <a:solidFill>
                <a:schemeClr val="dk2"/>
              </a:solidFill>
              <a:latin typeface="본고딕 Bold"/>
              <a:ea typeface="본고딕 Bold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42800" y="3673440"/>
            <a:ext cx="5363640" cy="24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400" spc="-21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14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42080" y="2276640"/>
            <a:ext cx="5398560" cy="110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3200" spc="-52" strike="noStrike">
              <a:solidFill>
                <a:schemeClr val="dk2"/>
              </a:solidFill>
              <a:latin typeface="본고딕 Bold"/>
              <a:ea typeface="본고딕 Bold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42800" y="3673440"/>
            <a:ext cx="5363640" cy="24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400" spc="-21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18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42080" y="2276640"/>
            <a:ext cx="6855480" cy="107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3200" spc="-52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442800" y="3673440"/>
            <a:ext cx="5363640" cy="24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400" spc="-21" strike="noStrike">
              <a:solidFill>
                <a:schemeClr val="lt1">
                  <a:lumMod val="85000"/>
                </a:schemeClr>
              </a:solidFill>
              <a:latin typeface="본고딕 Medium"/>
              <a:ea typeface="본고딕 Medium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22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42080" y="2276640"/>
            <a:ext cx="6915600" cy="107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3200" spc="-52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42800" y="3673440"/>
            <a:ext cx="5363640" cy="24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400" spc="-21" strike="noStrike">
              <a:solidFill>
                <a:schemeClr val="lt1">
                  <a:lumMod val="85000"/>
                </a:schemeClr>
              </a:solidFill>
              <a:latin typeface="본고딕 Medium"/>
              <a:ea typeface="본고딕 Medium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26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42080" y="2276640"/>
            <a:ext cx="6855480" cy="107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3200" spc="-52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42800" y="3673440"/>
            <a:ext cx="5363640" cy="24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400" spc="-21" strike="noStrike">
              <a:solidFill>
                <a:schemeClr val="lt1">
                  <a:lumMod val="85000"/>
                </a:schemeClr>
              </a:solidFill>
              <a:latin typeface="본고딕 Medium"/>
              <a:ea typeface="본고딕 Medium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30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31" name="모서리가 둥근 직사각형 4"/>
          <p:cNvSpPr/>
          <p:nvPr/>
        </p:nvSpPr>
        <p:spPr>
          <a:xfrm>
            <a:off x="983160" y="2388240"/>
            <a:ext cx="6640920" cy="4510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f2d3a"/>
              </a:gs>
              <a:gs pos="50000">
                <a:srgbClr val="2d4052"/>
              </a:gs>
              <a:gs pos="100000">
                <a:srgbClr val="344b63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/>
          </p:nvPr>
        </p:nvSpPr>
        <p:spPr>
          <a:xfrm>
            <a:off x="857520" y="2276640"/>
            <a:ext cx="631800" cy="324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본고딕 Medium"/>
                <a:ea typeface="본고딕 Medium"/>
              </a:rPr>
              <a:t>01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02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03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04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05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772320" y="2284560"/>
            <a:ext cx="937800" cy="312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1505520" y="2276640"/>
            <a:ext cx="3447000" cy="324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1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그림 1" descr=""/>
          <p:cNvPicPr/>
          <p:nvPr/>
        </p:nvPicPr>
        <p:blipFill>
          <a:blip r:embed="rId1"/>
          <a:stretch/>
        </p:blipFill>
        <p:spPr>
          <a:xfrm>
            <a:off x="979200" y="2441880"/>
            <a:ext cx="6644880" cy="356760"/>
          </a:xfrm>
          <a:prstGeom prst="rect">
            <a:avLst/>
          </a:prstGeom>
          <a:ln w="0">
            <a:noFill/>
          </a:ln>
        </p:spPr>
      </p:pic>
      <p:grpSp>
        <p:nvGrpSpPr>
          <p:cNvPr id="136" name="그룹 2"/>
          <p:cNvGrpSpPr/>
          <p:nvPr/>
        </p:nvGrpSpPr>
        <p:grpSpPr>
          <a:xfrm>
            <a:off x="1108080" y="2442240"/>
            <a:ext cx="55800" cy="2525040"/>
            <a:chOff x="1108080" y="2442240"/>
            <a:chExt cx="55800" cy="2525040"/>
          </a:xfrm>
        </p:grpSpPr>
        <p:cxnSp>
          <p:nvCxnSpPr>
            <p:cNvPr id="137" name="직선 연결선 3"/>
            <p:cNvCxnSpPr/>
            <p:nvPr/>
          </p:nvCxnSpPr>
          <p:spPr>
            <a:xfrm>
              <a:off x="1123920" y="2442240"/>
              <a:ext cx="10800" cy="2478600"/>
            </a:xfrm>
            <a:prstGeom prst="straightConnector1">
              <a:avLst/>
            </a:prstGeom>
            <a:ln>
              <a:solidFill>
                <a:srgbClr val="ffffff">
                  <a:lumMod val="75000"/>
                </a:srgbClr>
              </a:solidFill>
            </a:ln>
          </p:spPr>
        </p:cxnSp>
        <p:sp>
          <p:nvSpPr>
            <p:cNvPr id="138" name="타원 4"/>
            <p:cNvSpPr/>
            <p:nvPr/>
          </p:nvSpPr>
          <p:spPr>
            <a:xfrm>
              <a:off x="1108080" y="4911480"/>
              <a:ext cx="55800" cy="558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5040" bIns="-504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dk2"/>
                </a:solidFill>
                <a:latin typeface="본고딕 Medium"/>
                <a:ea typeface="본고딕 Medium"/>
              </a:endParaRPr>
            </a:p>
          </p:txBody>
        </p:sp>
      </p:grpSp>
      <p:sp>
        <p:nvSpPr>
          <p:cNvPr id="139" name="타원 5"/>
          <p:cNvSpPr/>
          <p:nvPr/>
        </p:nvSpPr>
        <p:spPr>
          <a:xfrm>
            <a:off x="962280" y="2936520"/>
            <a:ext cx="356760" cy="35676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40" name="텍스트 개체 틀 25"/>
          <p:cNvSpPr/>
          <p:nvPr/>
        </p:nvSpPr>
        <p:spPr>
          <a:xfrm>
            <a:off x="949680" y="2998080"/>
            <a:ext cx="3834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본고딕 Medium"/>
                <a:ea typeface="본고딕 Medium"/>
              </a:rPr>
              <a:t>02</a:t>
            </a:r>
            <a:endParaRPr b="0" lang="en-US" sz="13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1" name="타원 7"/>
          <p:cNvSpPr/>
          <p:nvPr/>
        </p:nvSpPr>
        <p:spPr>
          <a:xfrm>
            <a:off x="962280" y="2441520"/>
            <a:ext cx="356760" cy="3567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42" name="텍스트 개체 틀 25"/>
          <p:cNvSpPr/>
          <p:nvPr/>
        </p:nvSpPr>
        <p:spPr>
          <a:xfrm>
            <a:off x="949680" y="2502720"/>
            <a:ext cx="3834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본고딕 Medium"/>
                <a:ea typeface="본고딕 Medium"/>
              </a:rPr>
              <a:t>01</a:t>
            </a:r>
            <a:endParaRPr b="0" lang="en-US" sz="13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3" name="타원 9"/>
          <p:cNvSpPr/>
          <p:nvPr/>
        </p:nvSpPr>
        <p:spPr>
          <a:xfrm>
            <a:off x="962280" y="3425400"/>
            <a:ext cx="356760" cy="35676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44" name="텍스트 개체 틀 25"/>
          <p:cNvSpPr/>
          <p:nvPr/>
        </p:nvSpPr>
        <p:spPr>
          <a:xfrm>
            <a:off x="949680" y="3486600"/>
            <a:ext cx="3834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본고딕 Medium"/>
                <a:ea typeface="본고딕 Medium"/>
              </a:rPr>
              <a:t>03</a:t>
            </a:r>
            <a:endParaRPr b="0" lang="en-US" sz="13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5" name="타원 11"/>
          <p:cNvSpPr/>
          <p:nvPr/>
        </p:nvSpPr>
        <p:spPr>
          <a:xfrm>
            <a:off x="962280" y="3900600"/>
            <a:ext cx="356760" cy="35676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46" name="텍스트 개체 틀 25"/>
          <p:cNvSpPr/>
          <p:nvPr/>
        </p:nvSpPr>
        <p:spPr>
          <a:xfrm>
            <a:off x="949680" y="3961800"/>
            <a:ext cx="3834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본고딕 Medium"/>
                <a:ea typeface="본고딕 Medium"/>
              </a:rPr>
              <a:t>04</a:t>
            </a:r>
            <a:endParaRPr b="0" lang="en-US" sz="13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7" name="타원 13"/>
          <p:cNvSpPr/>
          <p:nvPr/>
        </p:nvSpPr>
        <p:spPr>
          <a:xfrm>
            <a:off x="962280" y="4385520"/>
            <a:ext cx="356760" cy="35676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48" name="텍스트 개체 틀 25"/>
          <p:cNvSpPr/>
          <p:nvPr/>
        </p:nvSpPr>
        <p:spPr>
          <a:xfrm>
            <a:off x="949680" y="4447080"/>
            <a:ext cx="3834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본고딕 Medium"/>
                <a:ea typeface="본고딕 Medium"/>
              </a:rPr>
              <a:t>05</a:t>
            </a:r>
            <a:endParaRPr b="0" lang="en-US" sz="13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9" name="텍스트 개체 틀 26"/>
          <p:cNvSpPr/>
          <p:nvPr/>
        </p:nvSpPr>
        <p:spPr>
          <a:xfrm>
            <a:off x="1500840" y="2276640"/>
            <a:ext cx="4234680" cy="35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200000"/>
              </a:lnSpc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200000"/>
              </a:lnSpc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200000"/>
              </a:lnSpc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200000"/>
              </a:lnSpc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200000"/>
              </a:lnSpc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0" name="텍스트 개체 틀 26"/>
          <p:cNvSpPr/>
          <p:nvPr/>
        </p:nvSpPr>
        <p:spPr>
          <a:xfrm>
            <a:off x="6724800" y="2273040"/>
            <a:ext cx="898920" cy="35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2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01 - 05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914400">
              <a:lnSpc>
                <a:spcPct val="2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01 - 05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914400">
              <a:lnSpc>
                <a:spcPct val="2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01 - 05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914400">
              <a:lnSpc>
                <a:spcPct val="2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01 - 05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914400">
              <a:lnSpc>
                <a:spcPct val="2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01 - 05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/>
          </p:nvPr>
        </p:nvSpPr>
        <p:spPr>
          <a:xfrm>
            <a:off x="270000" y="1431000"/>
            <a:ext cx="9360360" cy="87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600" spc="-21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ftr" idx="5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_00000</a:t>
            </a:r>
            <a:r>
              <a: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팀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DF8722-4F50-4469-9B87-E00D7A429740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TABLE &amp; COLUMNS</a:t>
            </a:r>
            <a:endParaRPr b="0" lang="en-US" sz="19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ETC</a:t>
            </a:r>
            <a:endParaRPr b="0" lang="en-US" sz="19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/>
          </p:nvPr>
        </p:nvSpPr>
        <p:spPr>
          <a:xfrm>
            <a:off x="884160" y="2137680"/>
            <a:ext cx="2608200" cy="31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동국제강그룹 문서 템플릿 통합 계획안 </a:t>
            </a:r>
            <a:endParaRPr b="0" lang="en-US" sz="19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160" name="PlaceHolder 6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defTabSz="914400">
              <a:lnSpc>
                <a:spcPct val="120000"/>
              </a:lnSpc>
              <a:buNone/>
            </a:pPr>
            <a:r>
              <a:rPr b="0" lang="en-US" sz="1700" spc="-52" strike="noStrike">
                <a:solidFill>
                  <a:schemeClr val="dk1"/>
                </a:solidFill>
                <a:latin typeface="본고딕 Medium"/>
                <a:ea typeface="본고딕 Medium"/>
              </a:rPr>
              <a:t>Contents</a:t>
            </a:r>
            <a:endParaRPr b="0" lang="en-US" sz="1700" spc="-1" strike="noStrike">
              <a:solidFill>
                <a:schemeClr val="dk1"/>
              </a:solidFill>
              <a:latin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sldNum" idx="6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565DE0D-D669-4C1C-8683-CD7FFF66F1A0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ftr" idx="7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66" name="ColumnHeader"/>
          <p:cNvSpPr/>
          <p:nvPr/>
        </p:nvSpPr>
        <p:spPr>
          <a:xfrm>
            <a:off x="495720" y="1677240"/>
            <a:ext cx="2257560" cy="34020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67" name="직선 연결선 6"/>
          <p:cNvCxnSpPr/>
          <p:nvPr/>
        </p:nvCxnSpPr>
        <p:spPr>
          <a:xfrm flipH="1">
            <a:off x="394560" y="3969360"/>
            <a:ext cx="859284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sp>
        <p:nvSpPr>
          <p:cNvPr id="168" name="텍스트 개체 틀 8"/>
          <p:cNvSpPr/>
          <p:nvPr/>
        </p:nvSpPr>
        <p:spPr>
          <a:xfrm>
            <a:off x="495720" y="4478040"/>
            <a:ext cx="8914320" cy="16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9" name="ColumnHeader"/>
          <p:cNvSpPr/>
          <p:nvPr/>
        </p:nvSpPr>
        <p:spPr>
          <a:xfrm>
            <a:off x="495720" y="4073760"/>
            <a:ext cx="2257560" cy="34020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0" name="텍스트 개체 틀 8"/>
          <p:cNvSpPr/>
          <p:nvPr/>
        </p:nvSpPr>
        <p:spPr>
          <a:xfrm>
            <a:off x="495720" y="2081520"/>
            <a:ext cx="8914320" cy="16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73" name="직사각형 1" hidden="1"/>
          <p:cNvSpPr/>
          <p:nvPr/>
        </p:nvSpPr>
        <p:spPr>
          <a:xfrm>
            <a:off x="0" y="0"/>
            <a:ext cx="158400" cy="15840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sldNum" idx="8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B70849A-7B22-4089-B0E7-8127ADA578F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76" name="PlaceHolder 5"/>
          <p:cNvSpPr>
            <a:spLocks noGrp="1"/>
          </p:cNvSpPr>
          <p:nvPr>
            <p:ph type="ftr" idx="9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cxnSp>
        <p:nvCxnSpPr>
          <p:cNvPr id="177" name="직선 연결선 4"/>
          <p:cNvCxnSpPr/>
          <p:nvPr/>
        </p:nvCxnSpPr>
        <p:spPr>
          <a:xfrm>
            <a:off x="4962240" y="1799280"/>
            <a:ext cx="360" cy="450972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sp>
        <p:nvSpPr>
          <p:cNvPr id="178" name="텍스트 개체 틀 8"/>
          <p:cNvSpPr/>
          <p:nvPr/>
        </p:nvSpPr>
        <p:spPr>
          <a:xfrm>
            <a:off x="5133960" y="2331720"/>
            <a:ext cx="4182480" cy="39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9" name="ColumnHeader"/>
          <p:cNvSpPr/>
          <p:nvPr/>
        </p:nvSpPr>
        <p:spPr>
          <a:xfrm>
            <a:off x="5133960" y="1768680"/>
            <a:ext cx="2438280" cy="34020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0" name="텍스트 개체 틀 8"/>
          <p:cNvSpPr/>
          <p:nvPr/>
        </p:nvSpPr>
        <p:spPr>
          <a:xfrm>
            <a:off x="473040" y="2331720"/>
            <a:ext cx="4182480" cy="39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1" name="ColumnHeader"/>
          <p:cNvSpPr/>
          <p:nvPr/>
        </p:nvSpPr>
        <p:spPr>
          <a:xfrm>
            <a:off x="473040" y="1768680"/>
            <a:ext cx="2438280" cy="34020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sldNum" idx="10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1133C66-DBD4-4F23-B50F-7EF99A52E8B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86" name="PlaceHolder 5"/>
          <p:cNvSpPr>
            <a:spLocks noGrp="1"/>
          </p:cNvSpPr>
          <p:nvPr>
            <p:ph type="ftr" idx="11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87" name="텍스트 개체 틀 11"/>
          <p:cNvSpPr/>
          <p:nvPr/>
        </p:nvSpPr>
        <p:spPr>
          <a:xfrm>
            <a:off x="636120" y="1933920"/>
            <a:ext cx="3732120" cy="320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8" name="takeaway_box"/>
          <p:cNvSpPr/>
          <p:nvPr/>
        </p:nvSpPr>
        <p:spPr>
          <a:xfrm>
            <a:off x="1982160" y="5531760"/>
            <a:ext cx="5941800" cy="53136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_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내용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9" name="ColumnHeader"/>
          <p:cNvSpPr/>
          <p:nvPr/>
        </p:nvSpPr>
        <p:spPr>
          <a:xfrm>
            <a:off x="636120" y="1525680"/>
            <a:ext cx="373212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0" name="갈매기형 수장 7"/>
          <p:cNvSpPr/>
          <p:nvPr/>
        </p:nvSpPr>
        <p:spPr>
          <a:xfrm>
            <a:off x="4744800" y="2927520"/>
            <a:ext cx="415800" cy="1221480"/>
          </a:xfrm>
          <a:custGeom>
            <a:avLst/>
            <a:gdLst>
              <a:gd name="textAreaLeft" fmla="*/ 0 w 415800"/>
              <a:gd name="textAreaRight" fmla="*/ 416160 w 415800"/>
              <a:gd name="textAreaTop" fmla="*/ 0 h 1221480"/>
              <a:gd name="textAreaBottom" fmla="*/ 1221840 h 122148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91" name="텍스트 개체 틀 11"/>
          <p:cNvSpPr/>
          <p:nvPr/>
        </p:nvSpPr>
        <p:spPr>
          <a:xfrm>
            <a:off x="5537160" y="1933920"/>
            <a:ext cx="3732120" cy="320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2" name="ColumnHeader"/>
          <p:cNvSpPr/>
          <p:nvPr/>
        </p:nvSpPr>
        <p:spPr>
          <a:xfrm>
            <a:off x="5537160" y="1525680"/>
            <a:ext cx="373212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sldNum" idx="12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2551765-EC09-47C0-BB51-88E3402B203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ftr" idx="13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98" name="텍스트 개체 틀 8"/>
          <p:cNvSpPr/>
          <p:nvPr/>
        </p:nvSpPr>
        <p:spPr>
          <a:xfrm>
            <a:off x="757800" y="2217600"/>
            <a:ext cx="2483280" cy="39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9" name="ColumnHeader"/>
          <p:cNvSpPr/>
          <p:nvPr/>
        </p:nvSpPr>
        <p:spPr>
          <a:xfrm>
            <a:off x="870480" y="1788840"/>
            <a:ext cx="2257560" cy="34020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200" name="직선 연결선 14"/>
          <p:cNvCxnSpPr/>
          <p:nvPr/>
        </p:nvCxnSpPr>
        <p:spPr>
          <a:xfrm>
            <a:off x="3498840" y="1801800"/>
            <a:ext cx="360" cy="4507560"/>
          </a:xfrm>
          <a:prstGeom prst="straightConnector1">
            <a:avLst/>
          </a:prstGeom>
          <a:ln w="6350">
            <a:solidFill>
              <a:srgbClr val="b6b6b6"/>
            </a:solidFill>
            <a:miter/>
          </a:ln>
        </p:spPr>
      </p:cxnSp>
      <p:cxnSp>
        <p:nvCxnSpPr>
          <p:cNvPr id="201" name="직선 연결선 15"/>
          <p:cNvCxnSpPr/>
          <p:nvPr/>
        </p:nvCxnSpPr>
        <p:spPr>
          <a:xfrm>
            <a:off x="6438960" y="1801800"/>
            <a:ext cx="360" cy="4507560"/>
          </a:xfrm>
          <a:prstGeom prst="straightConnector1">
            <a:avLst/>
          </a:prstGeom>
          <a:ln w="6350">
            <a:solidFill>
              <a:srgbClr val="b6b6b6"/>
            </a:solidFill>
            <a:miter/>
          </a:ln>
        </p:spPr>
      </p:cxnSp>
      <p:sp>
        <p:nvSpPr>
          <p:cNvPr id="202" name="텍스트 개체 틀 8"/>
          <p:cNvSpPr/>
          <p:nvPr/>
        </p:nvSpPr>
        <p:spPr>
          <a:xfrm>
            <a:off x="3727440" y="2217600"/>
            <a:ext cx="2483280" cy="39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3" name="텍스트 개체 틀 8"/>
          <p:cNvSpPr/>
          <p:nvPr/>
        </p:nvSpPr>
        <p:spPr>
          <a:xfrm>
            <a:off x="6697080" y="2217600"/>
            <a:ext cx="2483280" cy="39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4" name="ColumnHeader"/>
          <p:cNvSpPr/>
          <p:nvPr/>
        </p:nvSpPr>
        <p:spPr>
          <a:xfrm>
            <a:off x="3727440" y="1788840"/>
            <a:ext cx="2483280" cy="34020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5" name="ColumnHeader"/>
          <p:cNvSpPr/>
          <p:nvPr/>
        </p:nvSpPr>
        <p:spPr>
          <a:xfrm>
            <a:off x="6667200" y="1788840"/>
            <a:ext cx="2483280" cy="34020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sldNum" idx="14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FF1FC7D-023F-4DF0-812F-EAC87424B6E0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 type="ftr" idx="15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1" name="텍스트 개체 틀 22"/>
          <p:cNvSpPr/>
          <p:nvPr/>
        </p:nvSpPr>
        <p:spPr>
          <a:xfrm>
            <a:off x="674640" y="2070360"/>
            <a:ext cx="406764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2" name="텍스트 개체 틀 22"/>
          <p:cNvSpPr/>
          <p:nvPr/>
        </p:nvSpPr>
        <p:spPr>
          <a:xfrm>
            <a:off x="5103720" y="2070360"/>
            <a:ext cx="406764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3" name="텍스트 개체 틀 22"/>
          <p:cNvSpPr/>
          <p:nvPr/>
        </p:nvSpPr>
        <p:spPr>
          <a:xfrm>
            <a:off x="674640" y="4412880"/>
            <a:ext cx="406764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4" name="텍스트 개체 틀 22"/>
          <p:cNvSpPr/>
          <p:nvPr/>
        </p:nvSpPr>
        <p:spPr>
          <a:xfrm>
            <a:off x="5103720" y="4412880"/>
            <a:ext cx="406764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5" name="ColumnHeader"/>
          <p:cNvSpPr/>
          <p:nvPr/>
        </p:nvSpPr>
        <p:spPr>
          <a:xfrm>
            <a:off x="667800" y="1593000"/>
            <a:ext cx="4074120" cy="34020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6" name="ColumnHeader"/>
          <p:cNvSpPr/>
          <p:nvPr/>
        </p:nvSpPr>
        <p:spPr>
          <a:xfrm>
            <a:off x="5097240" y="1593000"/>
            <a:ext cx="4074120" cy="34020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7" name="ColumnHeader"/>
          <p:cNvSpPr/>
          <p:nvPr/>
        </p:nvSpPr>
        <p:spPr>
          <a:xfrm>
            <a:off x="667800" y="3960360"/>
            <a:ext cx="4074120" cy="34020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8" name="ColumnHeader"/>
          <p:cNvSpPr/>
          <p:nvPr/>
        </p:nvSpPr>
        <p:spPr>
          <a:xfrm>
            <a:off x="5097240" y="3960360"/>
            <a:ext cx="4074120" cy="34020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 type="sldNum" idx="16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A19F8E7-DD65-4A5C-8E47-375C345EB42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3" name="PlaceHolder 5"/>
          <p:cNvSpPr>
            <a:spLocks noGrp="1"/>
          </p:cNvSpPr>
          <p:nvPr>
            <p:ph type="ftr" idx="17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4" name="ColumnHeader"/>
          <p:cNvSpPr/>
          <p:nvPr/>
        </p:nvSpPr>
        <p:spPr>
          <a:xfrm>
            <a:off x="968400" y="3921840"/>
            <a:ext cx="251964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5" name="ColumnHeader"/>
          <p:cNvSpPr/>
          <p:nvPr/>
        </p:nvSpPr>
        <p:spPr>
          <a:xfrm>
            <a:off x="3575160" y="3921840"/>
            <a:ext cx="251964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6" name="ColumnHeader"/>
          <p:cNvSpPr/>
          <p:nvPr/>
        </p:nvSpPr>
        <p:spPr>
          <a:xfrm>
            <a:off x="6182280" y="3921840"/>
            <a:ext cx="251964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7" name="텍스트 개체 틀 16"/>
          <p:cNvSpPr/>
          <p:nvPr/>
        </p:nvSpPr>
        <p:spPr>
          <a:xfrm>
            <a:off x="988920" y="4424040"/>
            <a:ext cx="2519640" cy="175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8" name="텍스트 개체 틀 16"/>
          <p:cNvSpPr/>
          <p:nvPr/>
        </p:nvSpPr>
        <p:spPr>
          <a:xfrm>
            <a:off x="3575160" y="4424040"/>
            <a:ext cx="2519640" cy="175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9" name="텍스트 개체 틀 16"/>
          <p:cNvSpPr/>
          <p:nvPr/>
        </p:nvSpPr>
        <p:spPr>
          <a:xfrm>
            <a:off x="6182280" y="4424040"/>
            <a:ext cx="2519640" cy="175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sldNum" idx="18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0E48FF9-40DE-43A4-B8B5-E176737C074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34" name="PlaceHolder 5"/>
          <p:cNvSpPr>
            <a:spLocks noGrp="1"/>
          </p:cNvSpPr>
          <p:nvPr>
            <p:ph type="ftr" idx="19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35" name="텍스트 개체 틀 22"/>
          <p:cNvSpPr/>
          <p:nvPr/>
        </p:nvSpPr>
        <p:spPr>
          <a:xfrm>
            <a:off x="637200" y="2069280"/>
            <a:ext cx="425160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6" name="TextBox 5"/>
          <p:cNvSpPr/>
          <p:nvPr/>
        </p:nvSpPr>
        <p:spPr>
          <a:xfrm>
            <a:off x="637200" y="1535760"/>
            <a:ext cx="2435760" cy="4611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7" name="텍스트 개체 틀 22"/>
          <p:cNvSpPr/>
          <p:nvPr/>
        </p:nvSpPr>
        <p:spPr>
          <a:xfrm>
            <a:off x="5066280" y="2069280"/>
            <a:ext cx="425160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8" name="TextBox 7"/>
          <p:cNvSpPr/>
          <p:nvPr/>
        </p:nvSpPr>
        <p:spPr>
          <a:xfrm>
            <a:off x="5066280" y="1535760"/>
            <a:ext cx="2435760" cy="4611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9" name="텍스트 개체 틀 22"/>
          <p:cNvSpPr/>
          <p:nvPr/>
        </p:nvSpPr>
        <p:spPr>
          <a:xfrm>
            <a:off x="637200" y="4411800"/>
            <a:ext cx="425160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0" name="TextBox 9"/>
          <p:cNvSpPr/>
          <p:nvPr/>
        </p:nvSpPr>
        <p:spPr>
          <a:xfrm>
            <a:off x="637200" y="3878280"/>
            <a:ext cx="2435760" cy="4611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1" name="텍스트 개체 틀 22"/>
          <p:cNvSpPr/>
          <p:nvPr/>
        </p:nvSpPr>
        <p:spPr>
          <a:xfrm>
            <a:off x="5066280" y="4411800"/>
            <a:ext cx="425160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2" name="TextBox 11"/>
          <p:cNvSpPr/>
          <p:nvPr/>
        </p:nvSpPr>
        <p:spPr>
          <a:xfrm>
            <a:off x="5066280" y="3878280"/>
            <a:ext cx="2435760" cy="4611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sldNum" idx="20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5085A47-9787-4F49-A615-1D60AB352B2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7" name="PlaceHolder 5"/>
          <p:cNvSpPr>
            <a:spLocks noGrp="1"/>
          </p:cNvSpPr>
          <p:nvPr>
            <p:ph type="ftr" idx="21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cxnSp>
        <p:nvCxnSpPr>
          <p:cNvPr id="248" name="직선 연결선 4"/>
          <p:cNvCxnSpPr/>
          <p:nvPr/>
        </p:nvCxnSpPr>
        <p:spPr>
          <a:xfrm flipH="1">
            <a:off x="624600" y="4739040"/>
            <a:ext cx="8592840" cy="360"/>
          </a:xfrm>
          <a:prstGeom prst="straightConnector1">
            <a:avLst/>
          </a:prstGeom>
          <a:ln w="6350">
            <a:solidFill>
              <a:srgbClr val="b6b6b6"/>
            </a:solidFill>
            <a:miter/>
          </a:ln>
        </p:spPr>
      </p:cxnSp>
      <p:cxnSp>
        <p:nvCxnSpPr>
          <p:cNvPr id="249" name="직선 연결선 5"/>
          <p:cNvCxnSpPr/>
          <p:nvPr/>
        </p:nvCxnSpPr>
        <p:spPr>
          <a:xfrm flipH="1">
            <a:off x="624600" y="3065400"/>
            <a:ext cx="8592840" cy="360"/>
          </a:xfrm>
          <a:prstGeom prst="straightConnector1">
            <a:avLst/>
          </a:prstGeom>
          <a:ln w="6350">
            <a:solidFill>
              <a:srgbClr val="b6b6b6"/>
            </a:solidFill>
            <a:miter/>
          </a:ln>
        </p:spPr>
      </p:cxnSp>
      <p:sp>
        <p:nvSpPr>
          <p:cNvPr id="250" name="텍스트 개체 틀 24"/>
          <p:cNvSpPr/>
          <p:nvPr/>
        </p:nvSpPr>
        <p:spPr>
          <a:xfrm>
            <a:off x="2225880" y="1555560"/>
            <a:ext cx="726732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1" name="TextBox 9"/>
          <p:cNvSpPr/>
          <p:nvPr/>
        </p:nvSpPr>
        <p:spPr>
          <a:xfrm>
            <a:off x="636120" y="1560240"/>
            <a:ext cx="1385640" cy="13294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Medium 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2" name="텍스트 개체 틀 24"/>
          <p:cNvSpPr/>
          <p:nvPr/>
        </p:nvSpPr>
        <p:spPr>
          <a:xfrm>
            <a:off x="2226600" y="1806840"/>
            <a:ext cx="726732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404040"/>
              </a:solidFill>
              <a:latin typeface="본고딕 Normal"/>
              <a:ea typeface="본고딕 Normal"/>
            </a:endParaRPr>
          </a:p>
        </p:txBody>
      </p:sp>
      <p:sp>
        <p:nvSpPr>
          <p:cNvPr id="253" name="텍스트 개체 틀 26"/>
          <p:cNvSpPr/>
          <p:nvPr/>
        </p:nvSpPr>
        <p:spPr>
          <a:xfrm>
            <a:off x="2226600" y="3468960"/>
            <a:ext cx="726732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</a:pPr>
            <a:endParaRPr b="0" lang="en-US" sz="1200" spc="-1" strike="noStrike">
              <a:solidFill>
                <a:srgbClr val="404040"/>
              </a:solidFill>
              <a:latin typeface="본고딕 Normal"/>
              <a:ea typeface="본고딕 Normal"/>
            </a:endParaRPr>
          </a:p>
        </p:txBody>
      </p:sp>
      <p:sp>
        <p:nvSpPr>
          <p:cNvPr id="254" name="텍스트 개체 틀 28"/>
          <p:cNvSpPr/>
          <p:nvPr/>
        </p:nvSpPr>
        <p:spPr>
          <a:xfrm>
            <a:off x="2226600" y="5142600"/>
            <a:ext cx="726732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</a:pPr>
            <a:endParaRPr b="0" lang="en-US" sz="1200" spc="-1" strike="noStrike">
              <a:solidFill>
                <a:srgbClr val="404040"/>
              </a:solidFill>
              <a:latin typeface="본고딕 Normal"/>
              <a:ea typeface="본고딕 Normal"/>
            </a:endParaRPr>
          </a:p>
        </p:txBody>
      </p:sp>
      <p:sp>
        <p:nvSpPr>
          <p:cNvPr id="255" name="TextBox 19"/>
          <p:cNvSpPr/>
          <p:nvPr/>
        </p:nvSpPr>
        <p:spPr>
          <a:xfrm>
            <a:off x="636120" y="3237480"/>
            <a:ext cx="1385640" cy="13294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Medium 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6" name="TextBox 20"/>
          <p:cNvSpPr/>
          <p:nvPr/>
        </p:nvSpPr>
        <p:spPr>
          <a:xfrm>
            <a:off x="636120" y="4943520"/>
            <a:ext cx="1385640" cy="13294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Medium 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7" name="텍스트 개체 틀 24"/>
          <p:cNvSpPr/>
          <p:nvPr/>
        </p:nvSpPr>
        <p:spPr>
          <a:xfrm>
            <a:off x="2225880" y="3236760"/>
            <a:ext cx="726732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8" name="텍스트 개체 틀 24"/>
          <p:cNvSpPr/>
          <p:nvPr/>
        </p:nvSpPr>
        <p:spPr>
          <a:xfrm>
            <a:off x="2225880" y="4943520"/>
            <a:ext cx="726732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sldNum" idx="22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AF54599-B13D-4D1C-887E-B7C65C0312A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 type="ftr" idx="23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64" name="타원 42"/>
          <p:cNvSpPr/>
          <p:nvPr/>
        </p:nvSpPr>
        <p:spPr>
          <a:xfrm>
            <a:off x="5543640" y="2482920"/>
            <a:ext cx="845640" cy="84564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02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65" name="타원 37"/>
          <p:cNvSpPr/>
          <p:nvPr/>
        </p:nvSpPr>
        <p:spPr>
          <a:xfrm>
            <a:off x="5543640" y="3685680"/>
            <a:ext cx="845640" cy="84564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04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66" name="타원 32"/>
          <p:cNvSpPr/>
          <p:nvPr/>
        </p:nvSpPr>
        <p:spPr>
          <a:xfrm>
            <a:off x="5543640" y="4944240"/>
            <a:ext cx="845640" cy="84564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06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67" name="타원 27"/>
          <p:cNvSpPr/>
          <p:nvPr/>
        </p:nvSpPr>
        <p:spPr>
          <a:xfrm>
            <a:off x="1125000" y="2482920"/>
            <a:ext cx="845640" cy="845640"/>
          </a:xfrm>
          <a:prstGeom prst="ellipse">
            <a:avLst/>
          </a:prstGeom>
          <a:solidFill>
            <a:schemeClr val="bg2"/>
          </a:solidFill>
          <a:ln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01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68" name="타원 22"/>
          <p:cNvSpPr/>
          <p:nvPr/>
        </p:nvSpPr>
        <p:spPr>
          <a:xfrm>
            <a:off x="1125000" y="3686760"/>
            <a:ext cx="845640" cy="845640"/>
          </a:xfrm>
          <a:prstGeom prst="ellipse">
            <a:avLst/>
          </a:prstGeom>
          <a:solidFill>
            <a:schemeClr val="bg2"/>
          </a:solidFill>
          <a:ln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03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69" name="타원 17"/>
          <p:cNvSpPr/>
          <p:nvPr/>
        </p:nvSpPr>
        <p:spPr>
          <a:xfrm>
            <a:off x="1125000" y="4944240"/>
            <a:ext cx="845640" cy="845640"/>
          </a:xfrm>
          <a:prstGeom prst="ellipse">
            <a:avLst/>
          </a:prstGeom>
          <a:solidFill>
            <a:schemeClr val="bg2"/>
          </a:solidFill>
          <a:ln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05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270" name="직선 연결선 47"/>
          <p:cNvCxnSpPr/>
          <p:nvPr/>
        </p:nvCxnSpPr>
        <p:spPr>
          <a:xfrm>
            <a:off x="1124640" y="2172960"/>
            <a:ext cx="7488720" cy="360"/>
          </a:xfrm>
          <a:prstGeom prst="straightConnector1">
            <a:avLst/>
          </a:prstGeom>
          <a:ln>
            <a:solidFill>
              <a:srgbClr val="b6b6b6"/>
            </a:solidFill>
          </a:ln>
        </p:spPr>
      </p:cxnSp>
      <p:sp>
        <p:nvSpPr>
          <p:cNvPr id="271" name="직사각형 58"/>
          <p:cNvSpPr/>
          <p:nvPr/>
        </p:nvSpPr>
        <p:spPr>
          <a:xfrm>
            <a:off x="2244240" y="2518920"/>
            <a:ext cx="2070000" cy="77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72" name="직사각형 41"/>
          <p:cNvSpPr/>
          <p:nvPr/>
        </p:nvSpPr>
        <p:spPr>
          <a:xfrm>
            <a:off x="2244240" y="3722760"/>
            <a:ext cx="2070000" cy="77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73" name="직사각형 48"/>
          <p:cNvSpPr/>
          <p:nvPr/>
        </p:nvSpPr>
        <p:spPr>
          <a:xfrm>
            <a:off x="2244240" y="4980240"/>
            <a:ext cx="2070000" cy="77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74" name="직사각형 49"/>
          <p:cNvSpPr/>
          <p:nvPr/>
        </p:nvSpPr>
        <p:spPr>
          <a:xfrm>
            <a:off x="6701760" y="2518920"/>
            <a:ext cx="2070000" cy="77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75" name="직사각형 65"/>
          <p:cNvSpPr/>
          <p:nvPr/>
        </p:nvSpPr>
        <p:spPr>
          <a:xfrm>
            <a:off x="6701760" y="3722760"/>
            <a:ext cx="2070000" cy="77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76" name="직사각형 66"/>
          <p:cNvSpPr/>
          <p:nvPr/>
        </p:nvSpPr>
        <p:spPr>
          <a:xfrm>
            <a:off x="6701760" y="4980240"/>
            <a:ext cx="2070000" cy="77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81" name="PlaceHolder 5"/>
          <p:cNvSpPr>
            <a:spLocks noGrp="1"/>
          </p:cNvSpPr>
          <p:nvPr>
            <p:ph type="sldNum" idx="24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1589B28-59C9-4A04-BAE8-73224E33698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82" name="PlaceHolder 6"/>
          <p:cNvSpPr>
            <a:spLocks noGrp="1"/>
          </p:cNvSpPr>
          <p:nvPr>
            <p:ph type="ftr" idx="25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83" name="자유형 18"/>
          <p:cNvSpPr/>
          <p:nvPr/>
        </p:nvSpPr>
        <p:spPr>
          <a:xfrm>
            <a:off x="884520" y="2153160"/>
            <a:ext cx="2215440" cy="1108080"/>
          </a:xfrm>
          <a:custGeom>
            <a:avLst/>
            <a:gdLst>
              <a:gd name="textAreaLeft" fmla="*/ 0 w 2215440"/>
              <a:gd name="textAreaRight" fmla="*/ 2215800 w 2215440"/>
              <a:gd name="textAreaTop" fmla="*/ 0 h 1108080"/>
              <a:gd name="textAreaBottom" fmla="*/ 1108440 h 1108080"/>
            </a:gdLst>
            <a:ahLst/>
            <a:rect l="textAreaLeft" t="textAreaTop" r="textAreaRight" b="textAreaBottom"/>
            <a:pathLst>
              <a:path w="2368550" h="1184922">
                <a:moveTo>
                  <a:pt x="1184275" y="0"/>
                </a:moveTo>
                <a:cubicBezTo>
                  <a:pt x="1838332" y="0"/>
                  <a:pt x="2368550" y="530218"/>
                  <a:pt x="2368550" y="1184275"/>
                </a:cubicBezTo>
                <a:lnTo>
                  <a:pt x="2368518" y="1184922"/>
                </a:lnTo>
                <a:lnTo>
                  <a:pt x="2186211" y="1184922"/>
                </a:lnTo>
                <a:lnTo>
                  <a:pt x="2186243" y="1184275"/>
                </a:lnTo>
                <a:cubicBezTo>
                  <a:pt x="2186243" y="630903"/>
                  <a:pt x="1737647" y="182307"/>
                  <a:pt x="1184275" y="182307"/>
                </a:cubicBezTo>
                <a:cubicBezTo>
                  <a:pt x="630903" y="182307"/>
                  <a:pt x="182307" y="630903"/>
                  <a:pt x="182307" y="1184275"/>
                </a:cubicBezTo>
                <a:lnTo>
                  <a:pt x="182340" y="1184922"/>
                </a:lnTo>
                <a:lnTo>
                  <a:pt x="33" y="1184922"/>
                </a:lnTo>
                <a:lnTo>
                  <a:pt x="0" y="1184275"/>
                </a:lnTo>
                <a:cubicBezTo>
                  <a:pt x="0" y="530218"/>
                  <a:pt x="530218" y="0"/>
                  <a:pt x="118427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284" name="직선 연결선 23"/>
          <p:cNvCxnSpPr/>
          <p:nvPr/>
        </p:nvCxnSpPr>
        <p:spPr>
          <a:xfrm>
            <a:off x="714960" y="3261600"/>
            <a:ext cx="2555640" cy="360"/>
          </a:xfrm>
          <a:prstGeom prst="straightConnector1">
            <a:avLst/>
          </a:prstGeom>
          <a:ln>
            <a:solidFill>
              <a:srgbClr val="b6b6b6"/>
            </a:solidFill>
          </a:ln>
        </p:spPr>
      </p:cxnSp>
      <p:sp>
        <p:nvSpPr>
          <p:cNvPr id="285" name="직사각형 24"/>
          <p:cNvSpPr/>
          <p:nvPr/>
        </p:nvSpPr>
        <p:spPr>
          <a:xfrm>
            <a:off x="1280520" y="2744640"/>
            <a:ext cx="1423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M/16pt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86" name="자유형 32"/>
          <p:cNvSpPr/>
          <p:nvPr/>
        </p:nvSpPr>
        <p:spPr>
          <a:xfrm>
            <a:off x="3786480" y="2153160"/>
            <a:ext cx="2215440" cy="1108080"/>
          </a:xfrm>
          <a:custGeom>
            <a:avLst/>
            <a:gdLst>
              <a:gd name="textAreaLeft" fmla="*/ 0 w 2215440"/>
              <a:gd name="textAreaRight" fmla="*/ 2215800 w 2215440"/>
              <a:gd name="textAreaTop" fmla="*/ 0 h 1108080"/>
              <a:gd name="textAreaBottom" fmla="*/ 1108440 h 1108080"/>
            </a:gdLst>
            <a:ahLst/>
            <a:rect l="textAreaLeft" t="textAreaTop" r="textAreaRight" b="textAreaBottom"/>
            <a:pathLst>
              <a:path w="2368550" h="1184922">
                <a:moveTo>
                  <a:pt x="1184275" y="0"/>
                </a:moveTo>
                <a:cubicBezTo>
                  <a:pt x="1838332" y="0"/>
                  <a:pt x="2368550" y="530218"/>
                  <a:pt x="2368550" y="1184275"/>
                </a:cubicBezTo>
                <a:lnTo>
                  <a:pt x="2368518" y="1184922"/>
                </a:lnTo>
                <a:lnTo>
                  <a:pt x="2186211" y="1184922"/>
                </a:lnTo>
                <a:lnTo>
                  <a:pt x="2186243" y="1184275"/>
                </a:lnTo>
                <a:cubicBezTo>
                  <a:pt x="2186243" y="630903"/>
                  <a:pt x="1737647" y="182307"/>
                  <a:pt x="1184275" y="182307"/>
                </a:cubicBezTo>
                <a:cubicBezTo>
                  <a:pt x="630903" y="182307"/>
                  <a:pt x="182307" y="630903"/>
                  <a:pt x="182307" y="1184275"/>
                </a:cubicBezTo>
                <a:lnTo>
                  <a:pt x="182340" y="1184922"/>
                </a:lnTo>
                <a:lnTo>
                  <a:pt x="33" y="1184922"/>
                </a:lnTo>
                <a:lnTo>
                  <a:pt x="0" y="1184275"/>
                </a:lnTo>
                <a:cubicBezTo>
                  <a:pt x="0" y="530218"/>
                  <a:pt x="530218" y="0"/>
                  <a:pt x="118427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287" name="직선 연결선 33"/>
          <p:cNvCxnSpPr/>
          <p:nvPr/>
        </p:nvCxnSpPr>
        <p:spPr>
          <a:xfrm>
            <a:off x="3616920" y="3261600"/>
            <a:ext cx="2555640" cy="360"/>
          </a:xfrm>
          <a:prstGeom prst="straightConnector1">
            <a:avLst/>
          </a:prstGeom>
          <a:ln>
            <a:solidFill>
              <a:srgbClr val="b6b6b6"/>
            </a:solidFill>
          </a:ln>
        </p:spPr>
      </p:cxnSp>
      <p:sp>
        <p:nvSpPr>
          <p:cNvPr id="288" name="직사각형 34"/>
          <p:cNvSpPr/>
          <p:nvPr/>
        </p:nvSpPr>
        <p:spPr>
          <a:xfrm>
            <a:off x="4183200" y="2744640"/>
            <a:ext cx="1422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M/16pt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89" name="자유형 36"/>
          <p:cNvSpPr/>
          <p:nvPr/>
        </p:nvSpPr>
        <p:spPr>
          <a:xfrm>
            <a:off x="6743880" y="2153160"/>
            <a:ext cx="2215440" cy="1108080"/>
          </a:xfrm>
          <a:custGeom>
            <a:avLst/>
            <a:gdLst>
              <a:gd name="textAreaLeft" fmla="*/ 0 w 2215440"/>
              <a:gd name="textAreaRight" fmla="*/ 2215800 w 2215440"/>
              <a:gd name="textAreaTop" fmla="*/ 0 h 1108080"/>
              <a:gd name="textAreaBottom" fmla="*/ 1108440 h 1108080"/>
            </a:gdLst>
            <a:ahLst/>
            <a:rect l="textAreaLeft" t="textAreaTop" r="textAreaRight" b="textAreaBottom"/>
            <a:pathLst>
              <a:path w="2368550" h="1184922">
                <a:moveTo>
                  <a:pt x="1184275" y="0"/>
                </a:moveTo>
                <a:cubicBezTo>
                  <a:pt x="1838332" y="0"/>
                  <a:pt x="2368550" y="530218"/>
                  <a:pt x="2368550" y="1184275"/>
                </a:cubicBezTo>
                <a:lnTo>
                  <a:pt x="2368518" y="1184922"/>
                </a:lnTo>
                <a:lnTo>
                  <a:pt x="2186211" y="1184922"/>
                </a:lnTo>
                <a:lnTo>
                  <a:pt x="2186243" y="1184275"/>
                </a:lnTo>
                <a:cubicBezTo>
                  <a:pt x="2186243" y="630903"/>
                  <a:pt x="1737647" y="182307"/>
                  <a:pt x="1184275" y="182307"/>
                </a:cubicBezTo>
                <a:cubicBezTo>
                  <a:pt x="630903" y="182307"/>
                  <a:pt x="182307" y="630903"/>
                  <a:pt x="182307" y="1184275"/>
                </a:cubicBezTo>
                <a:lnTo>
                  <a:pt x="182340" y="1184922"/>
                </a:lnTo>
                <a:lnTo>
                  <a:pt x="33" y="1184922"/>
                </a:lnTo>
                <a:lnTo>
                  <a:pt x="0" y="1184275"/>
                </a:lnTo>
                <a:cubicBezTo>
                  <a:pt x="0" y="530218"/>
                  <a:pt x="530218" y="0"/>
                  <a:pt x="118427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290" name="직선 연결선 37"/>
          <p:cNvCxnSpPr/>
          <p:nvPr/>
        </p:nvCxnSpPr>
        <p:spPr>
          <a:xfrm>
            <a:off x="6573960" y="3261600"/>
            <a:ext cx="2555640" cy="360"/>
          </a:xfrm>
          <a:prstGeom prst="straightConnector1">
            <a:avLst/>
          </a:prstGeom>
          <a:ln>
            <a:solidFill>
              <a:srgbClr val="b6b6b6"/>
            </a:solidFill>
          </a:ln>
        </p:spPr>
      </p:cxnSp>
      <p:sp>
        <p:nvSpPr>
          <p:cNvPr id="291" name="직사각형 38"/>
          <p:cNvSpPr/>
          <p:nvPr/>
        </p:nvSpPr>
        <p:spPr>
          <a:xfrm>
            <a:off x="7140600" y="2744640"/>
            <a:ext cx="1422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M/16pt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92" name="텍스트 개체 틀 5"/>
          <p:cNvSpPr/>
          <p:nvPr/>
        </p:nvSpPr>
        <p:spPr>
          <a:xfrm>
            <a:off x="3674160" y="3330000"/>
            <a:ext cx="2440440" cy="23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66760" indent="-266760" defTabSz="914400">
              <a:lnSpc>
                <a:spcPct val="120000"/>
              </a:lnSpc>
              <a:spcBef>
                <a:spcPts val="1001"/>
              </a:spcBef>
              <a:buClr>
                <a:srgbClr val="002452"/>
              </a:buClr>
              <a:buFont typeface="본고딕 Normal"/>
              <a:buChar char="▐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93" name="텍스트 개체 틀 5"/>
          <p:cNvSpPr/>
          <p:nvPr/>
        </p:nvSpPr>
        <p:spPr>
          <a:xfrm>
            <a:off x="6631560" y="3329280"/>
            <a:ext cx="2440440" cy="23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66760" indent="-266760" defTabSz="914400">
              <a:lnSpc>
                <a:spcPct val="120000"/>
              </a:lnSpc>
              <a:spcBef>
                <a:spcPts val="1001"/>
              </a:spcBef>
              <a:buClr>
                <a:srgbClr val="003760"/>
              </a:buClr>
              <a:buFont typeface="본고딕 Normal"/>
              <a:buChar char="▐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94" name="텍스트 개체 틀 5"/>
          <p:cNvSpPr/>
          <p:nvPr/>
        </p:nvSpPr>
        <p:spPr>
          <a:xfrm>
            <a:off x="772200" y="3330000"/>
            <a:ext cx="2440440" cy="23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66760" indent="-266760" defTabSz="914400">
              <a:lnSpc>
                <a:spcPct val="120000"/>
              </a:lnSpc>
              <a:spcBef>
                <a:spcPts val="1001"/>
              </a:spcBef>
              <a:buClr>
                <a:srgbClr val="002452"/>
              </a:buClr>
              <a:buFont typeface="본고딕 Normal"/>
              <a:buChar char="▐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02</a:t>
            </a:r>
            <a:endParaRPr b="0" lang="en-US" sz="1900" spc="-1" strike="noStrike">
              <a:solidFill>
                <a:schemeClr val="dk1"/>
              </a:solidFill>
              <a:latin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 type="sldNum" idx="26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0A22BA0-97E0-48AE-9213-3F2440211B5E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 type="ftr" idx="27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03" name="직사각형 4"/>
          <p:cNvSpPr/>
          <p:nvPr/>
        </p:nvSpPr>
        <p:spPr>
          <a:xfrm>
            <a:off x="442440" y="1971000"/>
            <a:ext cx="4372920" cy="1677600"/>
          </a:xfrm>
          <a:prstGeom prst="rect">
            <a:avLst/>
          </a:prstGeom>
          <a:noFill/>
          <a:ln w="6350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44000" rIns="144000" tIns="108000" bIns="108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04" name="직사각형 6"/>
          <p:cNvSpPr/>
          <p:nvPr/>
        </p:nvSpPr>
        <p:spPr>
          <a:xfrm>
            <a:off x="435960" y="1618920"/>
            <a:ext cx="1799640" cy="3538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ko-KR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/M 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05" name="직사각형 9"/>
          <p:cNvSpPr/>
          <p:nvPr/>
        </p:nvSpPr>
        <p:spPr>
          <a:xfrm>
            <a:off x="5118480" y="1971000"/>
            <a:ext cx="4372920" cy="1677600"/>
          </a:xfrm>
          <a:prstGeom prst="rect">
            <a:avLst/>
          </a:prstGeom>
          <a:noFill/>
          <a:ln w="6350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44000" rIns="144000" tIns="108000" bIns="108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06" name="자유형 10"/>
          <p:cNvSpPr/>
          <p:nvPr/>
        </p:nvSpPr>
        <p:spPr>
          <a:xfrm>
            <a:off x="4952880" y="1967760"/>
            <a:ext cx="165240" cy="199800"/>
          </a:xfrm>
          <a:custGeom>
            <a:avLst/>
            <a:gdLst>
              <a:gd name="textAreaLeft" fmla="*/ 0 w 165240"/>
              <a:gd name="textAreaRight" fmla="*/ 165600 w 165240"/>
              <a:gd name="textAreaTop" fmla="*/ 0 h 199800"/>
              <a:gd name="textAreaBottom" fmla="*/ 200160 h 199800"/>
            </a:gdLst>
            <a:ahLst/>
            <a:rect l="textAreaLeft" t="textAreaTop" r="textAreaRight" b="textAreaBottom"/>
            <a:pathLst>
              <a:path w="319088" h="316706">
                <a:moveTo>
                  <a:pt x="319088" y="0"/>
                </a:moveTo>
                <a:lnTo>
                  <a:pt x="0" y="0"/>
                </a:lnTo>
                <a:lnTo>
                  <a:pt x="316706" y="316706"/>
                </a:lnTo>
                <a:lnTo>
                  <a:pt x="319088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307" name="자유형 12"/>
          <p:cNvSpPr/>
          <p:nvPr/>
        </p:nvSpPr>
        <p:spPr>
          <a:xfrm>
            <a:off x="4952880" y="1622880"/>
            <a:ext cx="1775880" cy="346680"/>
          </a:xfrm>
          <a:custGeom>
            <a:avLst/>
            <a:gdLst>
              <a:gd name="textAreaLeft" fmla="*/ 0 w 1775880"/>
              <a:gd name="textAreaRight" fmla="*/ 1776240 w 1775880"/>
              <a:gd name="textAreaTop" fmla="*/ 0 h 346680"/>
              <a:gd name="textAreaBottom" fmla="*/ 347040 h 346680"/>
            </a:gdLst>
            <a:ahLst/>
            <a:rect l="textAreaLeft" t="textAreaTop" r="textAreaRight" b="textAreaBottom"/>
            <a:pathLst>
              <a:path w="2133825" h="376881">
                <a:moveTo>
                  <a:pt x="0" y="376881"/>
                </a:moveTo>
                <a:lnTo>
                  <a:pt x="0" y="0"/>
                </a:lnTo>
                <a:lnTo>
                  <a:pt x="1779373" y="0"/>
                </a:lnTo>
                <a:lnTo>
                  <a:pt x="2133825" y="375304"/>
                </a:lnTo>
                <a:lnTo>
                  <a:pt x="0" y="37688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ko-KR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/M 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08" name="직사각형 14"/>
          <p:cNvSpPr/>
          <p:nvPr/>
        </p:nvSpPr>
        <p:spPr>
          <a:xfrm>
            <a:off x="442440" y="4350960"/>
            <a:ext cx="4372920" cy="1677600"/>
          </a:xfrm>
          <a:prstGeom prst="rect">
            <a:avLst/>
          </a:prstGeom>
          <a:noFill/>
          <a:ln w="6350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44000" rIns="144000" tIns="108000" bIns="108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09" name="자유형 29"/>
          <p:cNvSpPr/>
          <p:nvPr/>
        </p:nvSpPr>
        <p:spPr>
          <a:xfrm>
            <a:off x="436320" y="3971880"/>
            <a:ext cx="4385160" cy="376920"/>
          </a:xfrm>
          <a:custGeom>
            <a:avLst/>
            <a:gdLst>
              <a:gd name="textAreaLeft" fmla="*/ 0 w 4385160"/>
              <a:gd name="textAreaRight" fmla="*/ 4385520 w 4385160"/>
              <a:gd name="textAreaTop" fmla="*/ 0 h 376920"/>
              <a:gd name="textAreaBottom" fmla="*/ 377280 h 376920"/>
            </a:gdLst>
            <a:ahLst/>
            <a:rect l="textAreaLeft" t="textAreaTop" r="textAreaRight" b="textAreaBottom"/>
            <a:pathLst>
              <a:path w="5552007" h="377241">
                <a:moveTo>
                  <a:pt x="0" y="377241"/>
                </a:moveTo>
                <a:lnTo>
                  <a:pt x="0" y="0"/>
                </a:lnTo>
                <a:lnTo>
                  <a:pt x="1783695" y="0"/>
                </a:lnTo>
                <a:lnTo>
                  <a:pt x="2070726" y="287031"/>
                </a:lnTo>
                <a:lnTo>
                  <a:pt x="5441295" y="287031"/>
                </a:lnTo>
                <a:lnTo>
                  <a:pt x="5461797" y="287031"/>
                </a:lnTo>
                <a:lnTo>
                  <a:pt x="5552007" y="377241"/>
                </a:lnTo>
                <a:lnTo>
                  <a:pt x="0" y="37724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ko-KR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/M 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10" name="직사각형 40"/>
          <p:cNvSpPr/>
          <p:nvPr/>
        </p:nvSpPr>
        <p:spPr>
          <a:xfrm>
            <a:off x="5118480" y="4352760"/>
            <a:ext cx="4372920" cy="1677600"/>
          </a:xfrm>
          <a:prstGeom prst="rect">
            <a:avLst/>
          </a:prstGeom>
          <a:noFill/>
          <a:ln w="6350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44000" rIns="144000" tIns="108000" bIns="108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11" name="직사각형 41"/>
          <p:cNvSpPr/>
          <p:nvPr/>
        </p:nvSpPr>
        <p:spPr>
          <a:xfrm>
            <a:off x="5112360" y="4004280"/>
            <a:ext cx="4389480" cy="3538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ko-KR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/M 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315" name="PlaceHolder 4"/>
          <p:cNvSpPr>
            <a:spLocks noGrp="1"/>
          </p:cNvSpPr>
          <p:nvPr>
            <p:ph type="sldNum" idx="28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23F61B2-E0F9-465B-A11A-FF7A22CDA86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16" name="PlaceHolder 5"/>
          <p:cNvSpPr>
            <a:spLocks noGrp="1"/>
          </p:cNvSpPr>
          <p:nvPr>
            <p:ph type="ftr" idx="29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17" name="BoxContent"/>
          <p:cNvSpPr/>
          <p:nvPr/>
        </p:nvSpPr>
        <p:spPr>
          <a:xfrm>
            <a:off x="2354040" y="1773720"/>
            <a:ext cx="6878880" cy="1882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solidFill>
              <a:srgbClr val="f2f2f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18" name="BoxHeader"/>
          <p:cNvSpPr/>
          <p:nvPr/>
        </p:nvSpPr>
        <p:spPr>
          <a:xfrm>
            <a:off x="606960" y="3931200"/>
            <a:ext cx="1755360" cy="18824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Medium 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19" name="BoxContent"/>
          <p:cNvSpPr/>
          <p:nvPr/>
        </p:nvSpPr>
        <p:spPr>
          <a:xfrm>
            <a:off x="2354040" y="3931200"/>
            <a:ext cx="6878880" cy="1882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solidFill>
              <a:srgbClr val="f2f2f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20" name="BoxHeader"/>
          <p:cNvSpPr/>
          <p:nvPr/>
        </p:nvSpPr>
        <p:spPr>
          <a:xfrm>
            <a:off x="606960" y="1773720"/>
            <a:ext cx="1755360" cy="18824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Medium 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 type="sldNum" idx="30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933C5C3-A242-4F3B-9349-F0E4A977E8DE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 type="ftr" idx="31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26" name="BoxHeader"/>
          <p:cNvSpPr/>
          <p:nvPr/>
        </p:nvSpPr>
        <p:spPr>
          <a:xfrm>
            <a:off x="873720" y="1844280"/>
            <a:ext cx="3738960" cy="4816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27" name="BoxContent"/>
          <p:cNvSpPr/>
          <p:nvPr/>
        </p:nvSpPr>
        <p:spPr>
          <a:xfrm>
            <a:off x="873720" y="2326320"/>
            <a:ext cx="3738960" cy="3601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28" name="BoxHeader"/>
          <p:cNvSpPr/>
          <p:nvPr/>
        </p:nvSpPr>
        <p:spPr>
          <a:xfrm>
            <a:off x="5209200" y="1844280"/>
            <a:ext cx="3738960" cy="4816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29" name="BoxContent"/>
          <p:cNvSpPr/>
          <p:nvPr/>
        </p:nvSpPr>
        <p:spPr>
          <a:xfrm>
            <a:off x="5209200" y="2326320"/>
            <a:ext cx="3738960" cy="3601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333" name="PlaceHolder 4"/>
          <p:cNvSpPr>
            <a:spLocks noGrp="1"/>
          </p:cNvSpPr>
          <p:nvPr>
            <p:ph type="sldNum" idx="32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83E812C-06C7-4920-85EC-D31D64BFE310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34" name="PlaceHolder 5"/>
          <p:cNvSpPr>
            <a:spLocks noGrp="1"/>
          </p:cNvSpPr>
          <p:nvPr>
            <p:ph type="ftr" idx="33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35" name="BoxHeader"/>
          <p:cNvSpPr/>
          <p:nvPr/>
        </p:nvSpPr>
        <p:spPr>
          <a:xfrm>
            <a:off x="928080" y="1825920"/>
            <a:ext cx="2363400" cy="529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36" name="BoxContent"/>
          <p:cNvSpPr/>
          <p:nvPr/>
        </p:nvSpPr>
        <p:spPr>
          <a:xfrm>
            <a:off x="928080" y="2356200"/>
            <a:ext cx="2363400" cy="3601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37" name="BoxHeader"/>
          <p:cNvSpPr/>
          <p:nvPr/>
        </p:nvSpPr>
        <p:spPr>
          <a:xfrm>
            <a:off x="3722040" y="1825920"/>
            <a:ext cx="2363400" cy="529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38" name="BoxContent"/>
          <p:cNvSpPr/>
          <p:nvPr/>
        </p:nvSpPr>
        <p:spPr>
          <a:xfrm>
            <a:off x="3722040" y="2356200"/>
            <a:ext cx="2363400" cy="3601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39" name="BoxHeader"/>
          <p:cNvSpPr/>
          <p:nvPr/>
        </p:nvSpPr>
        <p:spPr>
          <a:xfrm>
            <a:off x="6516360" y="1825920"/>
            <a:ext cx="2363400" cy="529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40" name="BoxContent"/>
          <p:cNvSpPr/>
          <p:nvPr/>
        </p:nvSpPr>
        <p:spPr>
          <a:xfrm>
            <a:off x="6516360" y="2356200"/>
            <a:ext cx="2363400" cy="3601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 type="sldNum" idx="34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DF5FAEC-87C7-4950-8B1C-C7D3C745FD62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45" name="PlaceHolder 5"/>
          <p:cNvSpPr>
            <a:spLocks noGrp="1"/>
          </p:cNvSpPr>
          <p:nvPr>
            <p:ph type="ftr" idx="35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46" name="BoxHeader"/>
          <p:cNvSpPr/>
          <p:nvPr/>
        </p:nvSpPr>
        <p:spPr>
          <a:xfrm>
            <a:off x="583200" y="1825920"/>
            <a:ext cx="1953360" cy="529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/M 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47" name="BoxContent"/>
          <p:cNvSpPr/>
          <p:nvPr/>
        </p:nvSpPr>
        <p:spPr>
          <a:xfrm>
            <a:off x="583200" y="2356200"/>
            <a:ext cx="1953360" cy="3601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/M 14pt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/M 14pt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/M 14pt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48" name="BoxHeader"/>
          <p:cNvSpPr/>
          <p:nvPr/>
        </p:nvSpPr>
        <p:spPr>
          <a:xfrm>
            <a:off x="2828880" y="1825920"/>
            <a:ext cx="1953360" cy="529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/M 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49" name="BoxContent"/>
          <p:cNvSpPr/>
          <p:nvPr/>
        </p:nvSpPr>
        <p:spPr>
          <a:xfrm>
            <a:off x="2828880" y="2356200"/>
            <a:ext cx="1953360" cy="3601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/M 14pt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/M 14pt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/M 14pt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0" name="BoxHeader"/>
          <p:cNvSpPr/>
          <p:nvPr/>
        </p:nvSpPr>
        <p:spPr>
          <a:xfrm>
            <a:off x="7320240" y="1825920"/>
            <a:ext cx="1953360" cy="529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/M 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1" name="BoxContent"/>
          <p:cNvSpPr/>
          <p:nvPr/>
        </p:nvSpPr>
        <p:spPr>
          <a:xfrm>
            <a:off x="7320240" y="2356200"/>
            <a:ext cx="1953360" cy="3601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/M 14pt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/M 14pt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/M 14pt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2" name="BoxHeader"/>
          <p:cNvSpPr/>
          <p:nvPr/>
        </p:nvSpPr>
        <p:spPr>
          <a:xfrm>
            <a:off x="5074560" y="1825920"/>
            <a:ext cx="1953360" cy="529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/M 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3" name="BoxContent"/>
          <p:cNvSpPr/>
          <p:nvPr/>
        </p:nvSpPr>
        <p:spPr>
          <a:xfrm>
            <a:off x="5074560" y="2356200"/>
            <a:ext cx="1953360" cy="3601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/M 14pt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/M 14pt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/M 14pt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357" name="PlaceHolder 4"/>
          <p:cNvSpPr>
            <a:spLocks noGrp="1"/>
          </p:cNvSpPr>
          <p:nvPr>
            <p:ph type="sldNum" idx="36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EB946F2-DD43-4ED0-A3B7-4EA2D46DB16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58" name="PlaceHolder 5"/>
          <p:cNvSpPr>
            <a:spLocks noGrp="1"/>
          </p:cNvSpPr>
          <p:nvPr>
            <p:ph type="ftr" idx="37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59" name="BoxHeader"/>
          <p:cNvSpPr/>
          <p:nvPr/>
        </p:nvSpPr>
        <p:spPr>
          <a:xfrm>
            <a:off x="895320" y="1604160"/>
            <a:ext cx="3792240" cy="4816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60" name="BoxContent"/>
          <p:cNvSpPr/>
          <p:nvPr/>
        </p:nvSpPr>
        <p:spPr>
          <a:xfrm>
            <a:off x="895320" y="2086200"/>
            <a:ext cx="3792240" cy="16801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61" name="BoxHeader"/>
          <p:cNvSpPr/>
          <p:nvPr/>
        </p:nvSpPr>
        <p:spPr>
          <a:xfrm>
            <a:off x="5230800" y="1604160"/>
            <a:ext cx="3792240" cy="4816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62" name="BoxContent"/>
          <p:cNvSpPr/>
          <p:nvPr/>
        </p:nvSpPr>
        <p:spPr>
          <a:xfrm>
            <a:off x="5230800" y="2086200"/>
            <a:ext cx="3792240" cy="16801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63" name="BoxHeader"/>
          <p:cNvSpPr/>
          <p:nvPr/>
        </p:nvSpPr>
        <p:spPr>
          <a:xfrm>
            <a:off x="895320" y="4033440"/>
            <a:ext cx="3792240" cy="4816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64" name="BoxContent"/>
          <p:cNvSpPr/>
          <p:nvPr/>
        </p:nvSpPr>
        <p:spPr>
          <a:xfrm>
            <a:off x="895320" y="4515480"/>
            <a:ext cx="3792240" cy="16801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65" name="BoxHeader"/>
          <p:cNvSpPr/>
          <p:nvPr/>
        </p:nvSpPr>
        <p:spPr>
          <a:xfrm>
            <a:off x="5230800" y="4033440"/>
            <a:ext cx="3792240" cy="4816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66" name="BoxContent"/>
          <p:cNvSpPr/>
          <p:nvPr/>
        </p:nvSpPr>
        <p:spPr>
          <a:xfrm>
            <a:off x="5230800" y="4515480"/>
            <a:ext cx="3792240" cy="16801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03</a:t>
            </a:r>
            <a:endParaRPr b="0" lang="en-US" sz="1900" spc="-1" strike="noStrike">
              <a:solidFill>
                <a:schemeClr val="dk1"/>
              </a:solidFill>
              <a:latin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373" name="PlaceHolder 4"/>
          <p:cNvSpPr>
            <a:spLocks noGrp="1"/>
          </p:cNvSpPr>
          <p:nvPr>
            <p:ph type="sldNum" idx="38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2655AF3-C21C-4B89-8EA7-41E98F1A443B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74" name="PlaceHolder 5"/>
          <p:cNvSpPr>
            <a:spLocks noGrp="1"/>
          </p:cNvSpPr>
          <p:nvPr>
            <p:ph type="ftr" idx="39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aphicFrame>
        <p:nvGraphicFramePr>
          <p:cNvPr id="375" name="Group 4"/>
          <p:cNvGraphicFramePr/>
          <p:nvPr/>
        </p:nvGraphicFramePr>
        <p:xfrm>
          <a:off x="484560" y="1582560"/>
          <a:ext cx="8756280" cy="4618800"/>
        </p:xfrm>
        <a:graphic>
          <a:graphicData uri="http://schemas.openxmlformats.org/drawingml/2006/table">
            <a:tbl>
              <a:tblPr/>
              <a:tblGrid>
                <a:gridCol w="2040480"/>
                <a:gridCol w="5017680"/>
                <a:gridCol w="1698120"/>
              </a:tblGrid>
              <a:tr h="4194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600" spc="-21" strike="noStrike">
                          <a:solidFill>
                            <a:schemeClr val="dk2"/>
                          </a:solidFill>
                          <a:latin typeface="본고딕 Medium"/>
                          <a:ea typeface="본고딕 Medium"/>
                        </a:rPr>
                        <a:t>구분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169920" indent="-169920"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21" strike="noStrike">
                          <a:solidFill>
                            <a:schemeClr val="dk2"/>
                          </a:solidFill>
                          <a:latin typeface="본고딕 Medium"/>
                          <a:ea typeface="본고딕 Medium"/>
                        </a:rPr>
                        <a:t>list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21" strike="noStrike">
                          <a:solidFill>
                            <a:schemeClr val="dk2"/>
                          </a:solidFill>
                          <a:latin typeface="본고딕 Medium"/>
                          <a:ea typeface="본고딕 Medium"/>
                        </a:rPr>
                        <a:t>Point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t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1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t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t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t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t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t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t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215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6eee0"/>
                    </a:solidFill>
                  </a:tcPr>
                </a:tc>
                <a:tc>
                  <a:txBody>
                    <a:bodyPr lIns="9360" rIns="72000" t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6eee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6eee0"/>
                    </a:solidFill>
                  </a:tcPr>
                </a:tc>
              </a:tr>
              <a:tr h="378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t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1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t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t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76" name="직사각형 7"/>
          <p:cNvSpPr/>
          <p:nvPr/>
        </p:nvSpPr>
        <p:spPr>
          <a:xfrm>
            <a:off x="7543080" y="1999800"/>
            <a:ext cx="1697760" cy="420156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380" name="PlaceHolder 4"/>
          <p:cNvSpPr>
            <a:spLocks noGrp="1"/>
          </p:cNvSpPr>
          <p:nvPr>
            <p:ph type="sldNum" idx="40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FC7BC91-2AFF-4001-81FE-F792C615657B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81" name="PlaceHolder 5"/>
          <p:cNvSpPr>
            <a:spLocks noGrp="1"/>
          </p:cNvSpPr>
          <p:nvPr>
            <p:ph type="ftr" idx="41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aphicFrame>
        <p:nvGraphicFramePr>
          <p:cNvPr id="382" name="표 6"/>
          <p:cNvGraphicFramePr/>
          <p:nvPr/>
        </p:nvGraphicFramePr>
        <p:xfrm>
          <a:off x="509040" y="1752120"/>
          <a:ext cx="4271400" cy="4407840"/>
        </p:xfrm>
        <a:graphic>
          <a:graphicData uri="http://schemas.openxmlformats.org/drawingml/2006/table">
            <a:tbl>
              <a:tblPr/>
              <a:tblGrid>
                <a:gridCol w="901440"/>
                <a:gridCol w="1374120"/>
                <a:gridCol w="665280"/>
                <a:gridCol w="665280"/>
                <a:gridCol w="665280"/>
              </a:tblGrid>
              <a:tr h="32940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 </a:t>
                      </a:r>
                      <a:r>
                        <a:rPr b="0" lang="ko-KR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항목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26262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세부내역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26262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grid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연도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YoY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26262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2940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2018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28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2019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28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0672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자산총계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61,928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63,028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1,101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유동자산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16,764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19,188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2,424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rowSpan="2"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현금 및 현금성 자산 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2,896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3,736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840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매출채권 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7,203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7,970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767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비유동자산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45,164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43,840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-1,324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유형자산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33,615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32,313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-1,302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부채총계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33,264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35,010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1,745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유동부채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27,028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28,950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1,922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차입금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19,190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17,010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-2,180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비유동부채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6,237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6,060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177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30120">
                <a:tc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차입금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5,329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5,261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-645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29400">
                <a:tc grid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ko-KR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자본총계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12240">
                      <a:solidFill>
                        <a:srgbClr val="26262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28,663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12240">
                      <a:solidFill>
                        <a:srgbClr val="26262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28,018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12240">
                      <a:solidFill>
                        <a:srgbClr val="26262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-645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12240">
                      <a:solidFill>
                        <a:srgbClr val="26262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3" name="표 55"/>
          <p:cNvGraphicFramePr/>
          <p:nvPr/>
        </p:nvGraphicFramePr>
        <p:xfrm>
          <a:off x="5135400" y="1752120"/>
          <a:ext cx="4271400" cy="4403520"/>
        </p:xfrm>
        <a:graphic>
          <a:graphicData uri="http://schemas.openxmlformats.org/drawingml/2006/table">
            <a:tbl>
              <a:tblPr/>
              <a:tblGrid>
                <a:gridCol w="901440"/>
                <a:gridCol w="1374120"/>
                <a:gridCol w="665280"/>
                <a:gridCol w="665280"/>
                <a:gridCol w="665280"/>
              </a:tblGrid>
              <a:tr h="33264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 </a:t>
                      </a: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세부내역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연도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YoY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</a:tr>
              <a:tr h="3326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2018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2019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0816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자산총계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61,928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63,028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1,101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유동자산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16,764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19,188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2,424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rowSpan="2"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현금 및 현금성 자산 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2,896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3,736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840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매출채권 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7,203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7,970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767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비유동자산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45,164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43,840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-1,324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유형자산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33,615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32,313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-1,302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부채총계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33,264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35,010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1,745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유동부채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27,028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28,950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1,922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차입금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19,190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17,010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-2,180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비유동부채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6,237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6,060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177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차입금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5,329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5,261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-645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32640">
                <a:tc grid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자산총계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28,663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28,018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-645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84" name="직사각형 59"/>
          <p:cNvSpPr/>
          <p:nvPr/>
        </p:nvSpPr>
        <p:spPr>
          <a:xfrm>
            <a:off x="3448080" y="2076480"/>
            <a:ext cx="666360" cy="4057200"/>
          </a:xfrm>
          <a:prstGeom prst="rect">
            <a:avLst/>
          </a:prstGeom>
          <a:noFill/>
          <a:ln w="19050">
            <a:solidFill>
              <a:srgbClr val="d55633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85" name="TextBox 60"/>
          <p:cNvSpPr/>
          <p:nvPr/>
        </p:nvSpPr>
        <p:spPr>
          <a:xfrm>
            <a:off x="8250840" y="1495800"/>
            <a:ext cx="1243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(</a:t>
            </a:r>
            <a:r>
              <a:rPr b="0" lang="ko-KR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단위</a:t>
            </a:r>
            <a:r>
              <a:rPr b="0" lang="en-US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: </a:t>
            </a:r>
            <a:r>
              <a:rPr b="0" lang="ko-KR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억원</a:t>
            </a:r>
            <a:r>
              <a:rPr b="0" lang="en-US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)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86" name="TextBox 61"/>
          <p:cNvSpPr/>
          <p:nvPr/>
        </p:nvSpPr>
        <p:spPr>
          <a:xfrm>
            <a:off x="3631320" y="1495800"/>
            <a:ext cx="1243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(</a:t>
            </a:r>
            <a:r>
              <a:rPr b="0" lang="ko-KR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단위</a:t>
            </a:r>
            <a:r>
              <a:rPr b="0" lang="en-US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: </a:t>
            </a:r>
            <a:r>
              <a:rPr b="0" lang="ko-KR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억원</a:t>
            </a:r>
            <a:r>
              <a:rPr b="0" lang="en-US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)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 type="sldNum" idx="42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F870A92-E979-47A5-A576-2418E0A6277B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91" name="PlaceHolder 5"/>
          <p:cNvSpPr>
            <a:spLocks noGrp="1"/>
          </p:cNvSpPr>
          <p:nvPr>
            <p:ph type="ftr" idx="43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92" name="직사각형 4"/>
          <p:cNvSpPr/>
          <p:nvPr/>
        </p:nvSpPr>
        <p:spPr>
          <a:xfrm>
            <a:off x="566640" y="1830960"/>
            <a:ext cx="1484640" cy="13910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93" name="텍스트 개체 틀 11"/>
          <p:cNvSpPr/>
          <p:nvPr/>
        </p:nvSpPr>
        <p:spPr>
          <a:xfrm>
            <a:off x="2172960" y="1841760"/>
            <a:ext cx="4605840" cy="13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94" name="텍스트 개체 틀 11"/>
          <p:cNvSpPr/>
          <p:nvPr/>
        </p:nvSpPr>
        <p:spPr>
          <a:xfrm>
            <a:off x="6901200" y="1841760"/>
            <a:ext cx="2241720" cy="13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395" name="직선 연결선 10"/>
          <p:cNvCxnSpPr/>
          <p:nvPr/>
        </p:nvCxnSpPr>
        <p:spPr>
          <a:xfrm>
            <a:off x="2172960" y="3304080"/>
            <a:ext cx="4606560" cy="36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cxnSp>
        <p:nvCxnSpPr>
          <p:cNvPr id="396" name="직선 연결선 11"/>
          <p:cNvCxnSpPr/>
          <p:nvPr/>
        </p:nvCxnSpPr>
        <p:spPr>
          <a:xfrm>
            <a:off x="6900840" y="3304080"/>
            <a:ext cx="2242440" cy="36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sp>
        <p:nvSpPr>
          <p:cNvPr id="397" name="텍스트 개체 틀 11"/>
          <p:cNvSpPr/>
          <p:nvPr/>
        </p:nvSpPr>
        <p:spPr>
          <a:xfrm>
            <a:off x="564840" y="3304080"/>
            <a:ext cx="1486440" cy="13953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98" name="텍스트 개체 틀 11"/>
          <p:cNvSpPr/>
          <p:nvPr/>
        </p:nvSpPr>
        <p:spPr>
          <a:xfrm>
            <a:off x="2172960" y="3312360"/>
            <a:ext cx="4605840" cy="13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99" name="텍스트 개체 틀 11"/>
          <p:cNvSpPr/>
          <p:nvPr/>
        </p:nvSpPr>
        <p:spPr>
          <a:xfrm>
            <a:off x="6901200" y="3312360"/>
            <a:ext cx="2241720" cy="13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400" name="직선 연결선 15"/>
          <p:cNvCxnSpPr/>
          <p:nvPr/>
        </p:nvCxnSpPr>
        <p:spPr>
          <a:xfrm>
            <a:off x="2172960" y="4776120"/>
            <a:ext cx="4606560" cy="36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cxnSp>
        <p:nvCxnSpPr>
          <p:cNvPr id="401" name="직선 연결선 16"/>
          <p:cNvCxnSpPr/>
          <p:nvPr/>
        </p:nvCxnSpPr>
        <p:spPr>
          <a:xfrm>
            <a:off x="6900840" y="4776120"/>
            <a:ext cx="2242440" cy="36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sp>
        <p:nvSpPr>
          <p:cNvPr id="402" name="텍스트 개체 틀 11"/>
          <p:cNvSpPr/>
          <p:nvPr/>
        </p:nvSpPr>
        <p:spPr>
          <a:xfrm>
            <a:off x="564840" y="4786920"/>
            <a:ext cx="1486440" cy="15213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03" name="텍스트 개체 틀 11"/>
          <p:cNvSpPr/>
          <p:nvPr/>
        </p:nvSpPr>
        <p:spPr>
          <a:xfrm>
            <a:off x="2172960" y="4786920"/>
            <a:ext cx="4605840" cy="13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04" name="텍스트 개체 틀 11"/>
          <p:cNvSpPr/>
          <p:nvPr/>
        </p:nvSpPr>
        <p:spPr>
          <a:xfrm>
            <a:off x="6901200" y="4786920"/>
            <a:ext cx="2241720" cy="13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405" name="직선 연결선 20"/>
          <p:cNvCxnSpPr/>
          <p:nvPr/>
        </p:nvCxnSpPr>
        <p:spPr>
          <a:xfrm>
            <a:off x="2149920" y="6308640"/>
            <a:ext cx="4606920" cy="360"/>
          </a:xfrm>
          <a:prstGeom prst="straightConnector1">
            <a:avLst/>
          </a:prstGeom>
          <a:ln w="12700">
            <a:solidFill>
              <a:srgbClr val="d9d9d9"/>
            </a:solidFill>
            <a:miter/>
          </a:ln>
        </p:spPr>
      </p:cxnSp>
      <p:cxnSp>
        <p:nvCxnSpPr>
          <p:cNvPr id="406" name="직선 연결선 21"/>
          <p:cNvCxnSpPr/>
          <p:nvPr/>
        </p:nvCxnSpPr>
        <p:spPr>
          <a:xfrm>
            <a:off x="6900840" y="6308640"/>
            <a:ext cx="2242440" cy="360"/>
          </a:xfrm>
          <a:prstGeom prst="straightConnector1">
            <a:avLst/>
          </a:prstGeom>
          <a:ln w="12700">
            <a:solidFill>
              <a:srgbClr val="d9d9d9"/>
            </a:solidFill>
            <a:miter/>
          </a:ln>
        </p:spPr>
      </p:cxnSp>
      <p:sp>
        <p:nvSpPr>
          <p:cNvPr id="407" name="ColumnHeader"/>
          <p:cNvSpPr/>
          <p:nvPr/>
        </p:nvSpPr>
        <p:spPr>
          <a:xfrm>
            <a:off x="6901200" y="1432800"/>
            <a:ext cx="224172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08" name="ColumnHeader"/>
          <p:cNvSpPr/>
          <p:nvPr/>
        </p:nvSpPr>
        <p:spPr>
          <a:xfrm>
            <a:off x="566640" y="1432800"/>
            <a:ext cx="149796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/M 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09" name="ColumnHeader"/>
          <p:cNvSpPr/>
          <p:nvPr/>
        </p:nvSpPr>
        <p:spPr>
          <a:xfrm>
            <a:off x="2172960" y="1432800"/>
            <a:ext cx="460584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413" name="PlaceHolder 4"/>
          <p:cNvSpPr>
            <a:spLocks noGrp="1"/>
          </p:cNvSpPr>
          <p:nvPr>
            <p:ph type="sldNum" idx="44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01A4F3-4D96-4E71-AB27-738B1F1ADD4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414" name="PlaceHolder 5"/>
          <p:cNvSpPr>
            <a:spLocks noGrp="1"/>
          </p:cNvSpPr>
          <p:nvPr>
            <p:ph type="ftr" idx="45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415" name="TextBox 4"/>
          <p:cNvSpPr/>
          <p:nvPr/>
        </p:nvSpPr>
        <p:spPr>
          <a:xfrm>
            <a:off x="2169720" y="2058840"/>
            <a:ext cx="1265040" cy="4611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아연도금강판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16" name="텍스트 개체 틀 22"/>
          <p:cNvSpPr/>
          <p:nvPr/>
        </p:nvSpPr>
        <p:spPr>
          <a:xfrm>
            <a:off x="2242080" y="3390120"/>
            <a:ext cx="112032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사용용도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17" name="ColumnHeader"/>
          <p:cNvSpPr/>
          <p:nvPr/>
        </p:nvSpPr>
        <p:spPr>
          <a:xfrm>
            <a:off x="647640" y="1585800"/>
            <a:ext cx="862308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18" name="TextBox 7"/>
          <p:cNvSpPr/>
          <p:nvPr/>
        </p:nvSpPr>
        <p:spPr>
          <a:xfrm>
            <a:off x="3614400" y="2058840"/>
            <a:ext cx="1265040" cy="4611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칼라강판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19" name="TextBox 8"/>
          <p:cNvSpPr/>
          <p:nvPr/>
        </p:nvSpPr>
        <p:spPr>
          <a:xfrm>
            <a:off x="5059440" y="2058840"/>
            <a:ext cx="1265040" cy="4611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석도강판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0" name="TextBox 9"/>
          <p:cNvSpPr/>
          <p:nvPr/>
        </p:nvSpPr>
        <p:spPr>
          <a:xfrm>
            <a:off x="6504480" y="2058840"/>
            <a:ext cx="1265040" cy="4611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강관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1" name="TextBox 10"/>
          <p:cNvSpPr/>
          <p:nvPr/>
        </p:nvSpPr>
        <p:spPr>
          <a:xfrm>
            <a:off x="7949160" y="2058840"/>
            <a:ext cx="1265040" cy="4611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용접형강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2" name="TextBox 11"/>
          <p:cNvSpPr/>
          <p:nvPr/>
        </p:nvSpPr>
        <p:spPr>
          <a:xfrm>
            <a:off x="724680" y="2656440"/>
            <a:ext cx="1265040" cy="1231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생산제품</a:t>
            </a:r>
            <a:br>
              <a:rPr sz="1400"/>
            </a:b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및 용도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3" name="Line 64"/>
          <p:cNvSpPr/>
          <p:nvPr/>
        </p:nvSpPr>
        <p:spPr>
          <a:xfrm>
            <a:off x="724680" y="3970800"/>
            <a:ext cx="848988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2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24" name="텍스트 개체 틀 22"/>
          <p:cNvSpPr/>
          <p:nvPr/>
        </p:nvSpPr>
        <p:spPr>
          <a:xfrm>
            <a:off x="3686760" y="3390120"/>
            <a:ext cx="112032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사용용도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5" name="텍스트 개체 틀 22"/>
          <p:cNvSpPr/>
          <p:nvPr/>
        </p:nvSpPr>
        <p:spPr>
          <a:xfrm>
            <a:off x="5131800" y="3390120"/>
            <a:ext cx="112032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사용용도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6" name="텍스트 개체 틀 22"/>
          <p:cNvSpPr/>
          <p:nvPr/>
        </p:nvSpPr>
        <p:spPr>
          <a:xfrm>
            <a:off x="6576840" y="3390120"/>
            <a:ext cx="112032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사용용도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7" name="텍스트 개체 틀 22"/>
          <p:cNvSpPr/>
          <p:nvPr/>
        </p:nvSpPr>
        <p:spPr>
          <a:xfrm>
            <a:off x="8021520" y="3390120"/>
            <a:ext cx="112032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사용용도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8" name="Line 64"/>
          <p:cNvSpPr/>
          <p:nvPr/>
        </p:nvSpPr>
        <p:spPr>
          <a:xfrm>
            <a:off x="724680" y="5390280"/>
            <a:ext cx="848988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2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29" name="TextBox 23"/>
          <p:cNvSpPr/>
          <p:nvPr/>
        </p:nvSpPr>
        <p:spPr>
          <a:xfrm>
            <a:off x="724680" y="4046760"/>
            <a:ext cx="1265040" cy="3726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매출액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0" name="TextBox 24"/>
          <p:cNvSpPr/>
          <p:nvPr/>
        </p:nvSpPr>
        <p:spPr>
          <a:xfrm>
            <a:off x="724680" y="4488840"/>
            <a:ext cx="1265040" cy="3726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매출비중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1" name="TextBox 25"/>
          <p:cNvSpPr/>
          <p:nvPr/>
        </p:nvSpPr>
        <p:spPr>
          <a:xfrm>
            <a:off x="724680" y="4930920"/>
            <a:ext cx="1265040" cy="3726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매출이익률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2" name="TextBox 26"/>
          <p:cNvSpPr/>
          <p:nvPr/>
        </p:nvSpPr>
        <p:spPr>
          <a:xfrm>
            <a:off x="724680" y="5477040"/>
            <a:ext cx="1265040" cy="7970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산업현황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3" name="텍스트 개체 틀 22"/>
          <p:cNvSpPr/>
          <p:nvPr/>
        </p:nvSpPr>
        <p:spPr>
          <a:xfrm>
            <a:off x="2242080" y="4062960"/>
            <a:ext cx="112032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1600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억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4" name="텍스트 개체 틀 22"/>
          <p:cNvSpPr/>
          <p:nvPr/>
        </p:nvSpPr>
        <p:spPr>
          <a:xfrm>
            <a:off x="3686760" y="4046760"/>
            <a:ext cx="112032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3000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억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5" name="텍스트 개체 틀 22"/>
          <p:cNvSpPr/>
          <p:nvPr/>
        </p:nvSpPr>
        <p:spPr>
          <a:xfrm>
            <a:off x="5131800" y="4046760"/>
            <a:ext cx="112032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300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억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6" name="텍스트 개체 틀 22"/>
          <p:cNvSpPr/>
          <p:nvPr/>
        </p:nvSpPr>
        <p:spPr>
          <a:xfrm>
            <a:off x="6576840" y="4046760"/>
            <a:ext cx="112032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400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억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7" name="텍스트 개체 틀 22"/>
          <p:cNvSpPr/>
          <p:nvPr/>
        </p:nvSpPr>
        <p:spPr>
          <a:xfrm>
            <a:off x="8021520" y="4046760"/>
            <a:ext cx="112032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50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억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8" name="텍스트 개체 틀 22"/>
          <p:cNvSpPr/>
          <p:nvPr/>
        </p:nvSpPr>
        <p:spPr>
          <a:xfrm>
            <a:off x="2242080" y="5492160"/>
            <a:ext cx="112032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산업현황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9" name="텍스트 개체 틀 22"/>
          <p:cNvSpPr/>
          <p:nvPr/>
        </p:nvSpPr>
        <p:spPr>
          <a:xfrm>
            <a:off x="3686760" y="5475600"/>
            <a:ext cx="112032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산업현황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0" name="텍스트 개체 틀 22"/>
          <p:cNvSpPr/>
          <p:nvPr/>
        </p:nvSpPr>
        <p:spPr>
          <a:xfrm>
            <a:off x="5131800" y="5475600"/>
            <a:ext cx="112032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산업현황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1" name="텍스트 개체 틀 22"/>
          <p:cNvSpPr/>
          <p:nvPr/>
        </p:nvSpPr>
        <p:spPr>
          <a:xfrm>
            <a:off x="6576840" y="5475600"/>
            <a:ext cx="112032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산업현황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2" name="텍스트 개체 틀 22"/>
          <p:cNvSpPr/>
          <p:nvPr/>
        </p:nvSpPr>
        <p:spPr>
          <a:xfrm>
            <a:off x="8021520" y="5475600"/>
            <a:ext cx="112032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산업현황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3" name="텍스트 개체 틀 22"/>
          <p:cNvSpPr/>
          <p:nvPr/>
        </p:nvSpPr>
        <p:spPr>
          <a:xfrm>
            <a:off x="2242080" y="4505040"/>
            <a:ext cx="112032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20%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4" name="텍스트 개체 틀 22"/>
          <p:cNvSpPr/>
          <p:nvPr/>
        </p:nvSpPr>
        <p:spPr>
          <a:xfrm>
            <a:off x="3686760" y="4488840"/>
            <a:ext cx="112032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60%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5" name="텍스트 개체 틀 22"/>
          <p:cNvSpPr/>
          <p:nvPr/>
        </p:nvSpPr>
        <p:spPr>
          <a:xfrm>
            <a:off x="5131800" y="4488840"/>
            <a:ext cx="112032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6" name="텍스트 개체 틀 22"/>
          <p:cNvSpPr/>
          <p:nvPr/>
        </p:nvSpPr>
        <p:spPr>
          <a:xfrm>
            <a:off x="6576840" y="4488840"/>
            <a:ext cx="112032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7" name="텍스트 개체 틀 22"/>
          <p:cNvSpPr/>
          <p:nvPr/>
        </p:nvSpPr>
        <p:spPr>
          <a:xfrm>
            <a:off x="8021520" y="4488840"/>
            <a:ext cx="112032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8" name="텍스트 개체 틀 22"/>
          <p:cNvSpPr/>
          <p:nvPr/>
        </p:nvSpPr>
        <p:spPr>
          <a:xfrm>
            <a:off x="2242080" y="4942080"/>
            <a:ext cx="112032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9" name="텍스트 개체 틀 22"/>
          <p:cNvSpPr/>
          <p:nvPr/>
        </p:nvSpPr>
        <p:spPr>
          <a:xfrm>
            <a:off x="3686760" y="4925880"/>
            <a:ext cx="112032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50" name="텍스트 개체 틀 22"/>
          <p:cNvSpPr/>
          <p:nvPr/>
        </p:nvSpPr>
        <p:spPr>
          <a:xfrm>
            <a:off x="5131800" y="4925880"/>
            <a:ext cx="112032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21%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51" name="텍스트 개체 틀 22"/>
          <p:cNvSpPr/>
          <p:nvPr/>
        </p:nvSpPr>
        <p:spPr>
          <a:xfrm>
            <a:off x="6576840" y="4925880"/>
            <a:ext cx="112032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52" name="텍스트 개체 틀 22"/>
          <p:cNvSpPr/>
          <p:nvPr/>
        </p:nvSpPr>
        <p:spPr>
          <a:xfrm>
            <a:off x="8021520" y="4925880"/>
            <a:ext cx="112032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53" name="TextBox 54"/>
          <p:cNvSpPr/>
          <p:nvPr/>
        </p:nvSpPr>
        <p:spPr>
          <a:xfrm>
            <a:off x="742320" y="2646720"/>
            <a:ext cx="1265040" cy="1231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생산제품</a:t>
            </a:r>
            <a:br>
              <a:rPr sz="1400"/>
            </a:b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 및 용도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54" name="TextBox 55"/>
          <p:cNvSpPr/>
          <p:nvPr/>
        </p:nvSpPr>
        <p:spPr>
          <a:xfrm>
            <a:off x="742320" y="4037040"/>
            <a:ext cx="1265040" cy="3726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매출액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55" name="TextBox 56"/>
          <p:cNvSpPr/>
          <p:nvPr/>
        </p:nvSpPr>
        <p:spPr>
          <a:xfrm>
            <a:off x="742320" y="4479120"/>
            <a:ext cx="1265040" cy="3726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매출비중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56" name="TextBox 57"/>
          <p:cNvSpPr/>
          <p:nvPr/>
        </p:nvSpPr>
        <p:spPr>
          <a:xfrm>
            <a:off x="742320" y="4921200"/>
            <a:ext cx="1265040" cy="3726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매출이익률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57" name="TextBox 58"/>
          <p:cNvSpPr/>
          <p:nvPr/>
        </p:nvSpPr>
        <p:spPr>
          <a:xfrm>
            <a:off x="742320" y="5467320"/>
            <a:ext cx="1265040" cy="7970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산업현황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461" name="PlaceHolder 4"/>
          <p:cNvSpPr>
            <a:spLocks noGrp="1"/>
          </p:cNvSpPr>
          <p:nvPr>
            <p:ph type="sldNum" idx="46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B209932-5B60-42D4-B52A-563878462855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462" name="PlaceHolder 5"/>
          <p:cNvSpPr>
            <a:spLocks noGrp="1"/>
          </p:cNvSpPr>
          <p:nvPr>
            <p:ph type="ftr" idx="47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463" name="Rectangle 35"/>
          <p:cNvSpPr/>
          <p:nvPr/>
        </p:nvSpPr>
        <p:spPr>
          <a:xfrm>
            <a:off x="4329720" y="6089040"/>
            <a:ext cx="3916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rgbClr val="002452"/>
                </a:solidFill>
                <a:latin typeface="Wingdings"/>
                <a:ea typeface="굴림"/>
              </a:rPr>
              <a:t>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64" name="Rectangle 36"/>
          <p:cNvSpPr/>
          <p:nvPr/>
        </p:nvSpPr>
        <p:spPr>
          <a:xfrm>
            <a:off x="4842000" y="6138720"/>
            <a:ext cx="71316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65" name="Rectangle 37"/>
          <p:cNvSpPr/>
          <p:nvPr/>
        </p:nvSpPr>
        <p:spPr>
          <a:xfrm>
            <a:off x="5928840" y="6138720"/>
            <a:ext cx="4982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5680" bIns="8568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66" name="Rectangle 38"/>
          <p:cNvSpPr/>
          <p:nvPr/>
        </p:nvSpPr>
        <p:spPr>
          <a:xfrm>
            <a:off x="6557040" y="6153840"/>
            <a:ext cx="71316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67" name="Rectangle 39"/>
          <p:cNvSpPr/>
          <p:nvPr/>
        </p:nvSpPr>
        <p:spPr>
          <a:xfrm>
            <a:off x="7702560" y="6138720"/>
            <a:ext cx="5011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5680" bIns="8568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68" name="Rectangle 40"/>
          <p:cNvSpPr/>
          <p:nvPr/>
        </p:nvSpPr>
        <p:spPr>
          <a:xfrm>
            <a:off x="8253000" y="6153840"/>
            <a:ext cx="71316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69" name="Rectangle 3"/>
          <p:cNvSpPr/>
          <p:nvPr/>
        </p:nvSpPr>
        <p:spPr>
          <a:xfrm>
            <a:off x="493560" y="1922040"/>
            <a:ext cx="2363400" cy="5313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0" name="Rectangle 4"/>
          <p:cNvSpPr/>
          <p:nvPr/>
        </p:nvSpPr>
        <p:spPr>
          <a:xfrm>
            <a:off x="493560" y="2601720"/>
            <a:ext cx="2363400" cy="5313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1" name="Rectangle 5"/>
          <p:cNvSpPr/>
          <p:nvPr/>
        </p:nvSpPr>
        <p:spPr>
          <a:xfrm>
            <a:off x="493560" y="3281040"/>
            <a:ext cx="2363400" cy="5313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2" name="Rectangle 6"/>
          <p:cNvSpPr/>
          <p:nvPr/>
        </p:nvSpPr>
        <p:spPr>
          <a:xfrm>
            <a:off x="493560" y="3960360"/>
            <a:ext cx="2363400" cy="5313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3" name="Rectangle 7"/>
          <p:cNvSpPr/>
          <p:nvPr/>
        </p:nvSpPr>
        <p:spPr>
          <a:xfrm>
            <a:off x="493560" y="4640040"/>
            <a:ext cx="2363400" cy="5313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4" name="Rectangle 8"/>
          <p:cNvSpPr/>
          <p:nvPr/>
        </p:nvSpPr>
        <p:spPr>
          <a:xfrm>
            <a:off x="2967120" y="1496520"/>
            <a:ext cx="1541160" cy="2725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0" bIns="36000" anchor="b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/M 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5" name="Rectangle 9"/>
          <p:cNvSpPr/>
          <p:nvPr/>
        </p:nvSpPr>
        <p:spPr>
          <a:xfrm>
            <a:off x="4611600" y="1496520"/>
            <a:ext cx="1539360" cy="2725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0" bIns="36000" anchor="b">
            <a:noAutofit/>
          </a:bodyPr>
          <a:p>
            <a:pPr algn="ctr" defTabSz="457200">
              <a:lnSpc>
                <a:spcPct val="100000"/>
              </a:lnSpc>
            </a:pPr>
            <a:r>
              <a:rPr b="0" lang="ko-KR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/M 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6" name="Rectangle 10"/>
          <p:cNvSpPr/>
          <p:nvPr/>
        </p:nvSpPr>
        <p:spPr>
          <a:xfrm>
            <a:off x="6264360" y="1496520"/>
            <a:ext cx="1539360" cy="2725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0" bIns="36000" anchor="b">
            <a:noAutofit/>
          </a:bodyPr>
          <a:p>
            <a:pPr algn="ctr" defTabSz="457200">
              <a:lnSpc>
                <a:spcPct val="100000"/>
              </a:lnSpc>
            </a:pPr>
            <a:r>
              <a:rPr b="0" lang="ko-KR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/M 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7" name="Rectangle 11"/>
          <p:cNvSpPr/>
          <p:nvPr/>
        </p:nvSpPr>
        <p:spPr>
          <a:xfrm>
            <a:off x="7907400" y="1496520"/>
            <a:ext cx="1541160" cy="2725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0" bIns="36000" anchor="b">
            <a:noAutofit/>
          </a:bodyPr>
          <a:p>
            <a:pPr algn="ctr" defTabSz="457200">
              <a:lnSpc>
                <a:spcPct val="100000"/>
              </a:lnSpc>
            </a:pPr>
            <a:r>
              <a:rPr b="0" lang="ko-KR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/M 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8" name="Rectangle 12"/>
          <p:cNvSpPr/>
          <p:nvPr/>
        </p:nvSpPr>
        <p:spPr>
          <a:xfrm>
            <a:off x="3311640" y="1922040"/>
            <a:ext cx="8805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4000" spc="-21" strike="noStrike">
                <a:solidFill>
                  <a:schemeClr val="dk2"/>
                </a:solidFill>
                <a:latin typeface="Wingdings"/>
                <a:ea typeface="굴림"/>
              </a:rPr>
              <a:t></a:t>
            </a:r>
            <a:endParaRPr b="0" lang="en-US" sz="4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9" name="Rectangle 13"/>
          <p:cNvSpPr/>
          <p:nvPr/>
        </p:nvSpPr>
        <p:spPr>
          <a:xfrm>
            <a:off x="3311640" y="2601720"/>
            <a:ext cx="8805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rgbClr val="b7d0d4"/>
                </a:solidFill>
                <a:latin typeface="본고딕 Medium"/>
                <a:ea typeface="굴림"/>
              </a:rPr>
              <a:t>++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80" name="Rectangle 14"/>
          <p:cNvSpPr/>
          <p:nvPr/>
        </p:nvSpPr>
        <p:spPr>
          <a:xfrm>
            <a:off x="3311640" y="3281040"/>
            <a:ext cx="8805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rgbClr val="b7d0d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81" name="Rectangle 15"/>
          <p:cNvSpPr/>
          <p:nvPr/>
        </p:nvSpPr>
        <p:spPr>
          <a:xfrm>
            <a:off x="3311640" y="3960360"/>
            <a:ext cx="8805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82" name="Rectangle 16"/>
          <p:cNvSpPr/>
          <p:nvPr/>
        </p:nvSpPr>
        <p:spPr>
          <a:xfrm>
            <a:off x="3311640" y="4640040"/>
            <a:ext cx="8805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4000" spc="-21" strike="noStrike">
                <a:solidFill>
                  <a:schemeClr val="dk2"/>
                </a:solidFill>
                <a:latin typeface="Wingdings"/>
                <a:ea typeface="굴림"/>
              </a:rPr>
              <a:t></a:t>
            </a:r>
            <a:endParaRPr b="0" lang="en-US" sz="4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83" name="Rectangle 17"/>
          <p:cNvSpPr/>
          <p:nvPr/>
        </p:nvSpPr>
        <p:spPr>
          <a:xfrm>
            <a:off x="4951440" y="2588760"/>
            <a:ext cx="8823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4000" spc="-21" strike="noStrike">
                <a:solidFill>
                  <a:schemeClr val="dk2"/>
                </a:solidFill>
                <a:latin typeface="Wingdings"/>
                <a:ea typeface="굴림"/>
              </a:rPr>
              <a:t></a:t>
            </a:r>
            <a:endParaRPr b="0" lang="en-US" sz="4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84" name="Rectangle 18"/>
          <p:cNvSpPr/>
          <p:nvPr/>
        </p:nvSpPr>
        <p:spPr>
          <a:xfrm>
            <a:off x="4951440" y="3271680"/>
            <a:ext cx="8823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rgbClr val="b7d0d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85" name="Rectangle 19"/>
          <p:cNvSpPr/>
          <p:nvPr/>
        </p:nvSpPr>
        <p:spPr>
          <a:xfrm>
            <a:off x="4951440" y="3954240"/>
            <a:ext cx="8823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86" name="Rectangle 20"/>
          <p:cNvSpPr/>
          <p:nvPr/>
        </p:nvSpPr>
        <p:spPr>
          <a:xfrm>
            <a:off x="4951440" y="4636800"/>
            <a:ext cx="8823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87" name="Rectangle 21"/>
          <p:cNvSpPr/>
          <p:nvPr/>
        </p:nvSpPr>
        <p:spPr>
          <a:xfrm>
            <a:off x="6593040" y="1922040"/>
            <a:ext cx="8805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88" name="Rectangle 22"/>
          <p:cNvSpPr/>
          <p:nvPr/>
        </p:nvSpPr>
        <p:spPr>
          <a:xfrm>
            <a:off x="6593040" y="2487240"/>
            <a:ext cx="8805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89" name="Rectangle 23"/>
          <p:cNvSpPr/>
          <p:nvPr/>
        </p:nvSpPr>
        <p:spPr>
          <a:xfrm>
            <a:off x="6593040" y="3271680"/>
            <a:ext cx="8805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4000" spc="-21" strike="noStrike">
                <a:solidFill>
                  <a:schemeClr val="dk2"/>
                </a:solidFill>
                <a:latin typeface="Wingdings"/>
                <a:ea typeface="굴림"/>
              </a:rPr>
              <a:t></a:t>
            </a:r>
            <a:endParaRPr b="0" lang="en-US" sz="4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90" name="Rectangle 24"/>
          <p:cNvSpPr/>
          <p:nvPr/>
        </p:nvSpPr>
        <p:spPr>
          <a:xfrm>
            <a:off x="6593040" y="4186080"/>
            <a:ext cx="8805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91" name="Rectangle 25"/>
          <p:cNvSpPr/>
          <p:nvPr/>
        </p:nvSpPr>
        <p:spPr>
          <a:xfrm>
            <a:off x="6593040" y="4636800"/>
            <a:ext cx="8805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92" name="Rectangle 26"/>
          <p:cNvSpPr/>
          <p:nvPr/>
        </p:nvSpPr>
        <p:spPr>
          <a:xfrm>
            <a:off x="8234280" y="1922040"/>
            <a:ext cx="8823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93" name="Rectangle 27"/>
          <p:cNvSpPr/>
          <p:nvPr/>
        </p:nvSpPr>
        <p:spPr>
          <a:xfrm>
            <a:off x="8234280" y="2574720"/>
            <a:ext cx="8823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94" name="Rectangle 28"/>
          <p:cNvSpPr/>
          <p:nvPr/>
        </p:nvSpPr>
        <p:spPr>
          <a:xfrm>
            <a:off x="8234280" y="3227040"/>
            <a:ext cx="8823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95" name="Rectangle 29"/>
          <p:cNvSpPr/>
          <p:nvPr/>
        </p:nvSpPr>
        <p:spPr>
          <a:xfrm>
            <a:off x="8234280" y="4001760"/>
            <a:ext cx="8823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96" name="Rectangle 30"/>
          <p:cNvSpPr/>
          <p:nvPr/>
        </p:nvSpPr>
        <p:spPr>
          <a:xfrm>
            <a:off x="8234280" y="4655880"/>
            <a:ext cx="8823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97" name="Rectangle 31"/>
          <p:cNvSpPr/>
          <p:nvPr/>
        </p:nvSpPr>
        <p:spPr>
          <a:xfrm>
            <a:off x="493560" y="5319360"/>
            <a:ext cx="2363400" cy="5313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98" name="Rectangle 32"/>
          <p:cNvSpPr/>
          <p:nvPr/>
        </p:nvSpPr>
        <p:spPr>
          <a:xfrm>
            <a:off x="3311640" y="5319360"/>
            <a:ext cx="8805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99" name="Rectangle 33"/>
          <p:cNvSpPr/>
          <p:nvPr/>
        </p:nvSpPr>
        <p:spPr>
          <a:xfrm>
            <a:off x="4951440" y="5319360"/>
            <a:ext cx="8823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00" name="Rectangle 34"/>
          <p:cNvSpPr/>
          <p:nvPr/>
        </p:nvSpPr>
        <p:spPr>
          <a:xfrm>
            <a:off x="6593040" y="5319360"/>
            <a:ext cx="8805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01" name="Line 41"/>
          <p:cNvSpPr/>
          <p:nvPr/>
        </p:nvSpPr>
        <p:spPr>
          <a:xfrm>
            <a:off x="446040" y="2518920"/>
            <a:ext cx="901224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502" name="Line 42"/>
          <p:cNvSpPr/>
          <p:nvPr/>
        </p:nvSpPr>
        <p:spPr>
          <a:xfrm>
            <a:off x="446040" y="3198240"/>
            <a:ext cx="901224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503" name="Line 43"/>
          <p:cNvSpPr/>
          <p:nvPr/>
        </p:nvSpPr>
        <p:spPr>
          <a:xfrm>
            <a:off x="446040" y="3877920"/>
            <a:ext cx="901224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504" name="Line 44"/>
          <p:cNvSpPr/>
          <p:nvPr/>
        </p:nvSpPr>
        <p:spPr>
          <a:xfrm>
            <a:off x="446040" y="4557240"/>
            <a:ext cx="901224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505" name="Line 45"/>
          <p:cNvSpPr/>
          <p:nvPr/>
        </p:nvSpPr>
        <p:spPr>
          <a:xfrm>
            <a:off x="446040" y="5238360"/>
            <a:ext cx="901224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506" name="Rectangle 46"/>
          <p:cNvSpPr/>
          <p:nvPr/>
        </p:nvSpPr>
        <p:spPr>
          <a:xfrm>
            <a:off x="8234280" y="2582640"/>
            <a:ext cx="8823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07" name="Rectangle 47"/>
          <p:cNvSpPr/>
          <p:nvPr/>
        </p:nvSpPr>
        <p:spPr>
          <a:xfrm>
            <a:off x="6593040" y="2588760"/>
            <a:ext cx="8805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08" name="Rectangle 48"/>
          <p:cNvSpPr/>
          <p:nvPr/>
        </p:nvSpPr>
        <p:spPr>
          <a:xfrm>
            <a:off x="4951440" y="1906200"/>
            <a:ext cx="8823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rgbClr val="b7d0d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09" name="Rectangle 49"/>
          <p:cNvSpPr/>
          <p:nvPr/>
        </p:nvSpPr>
        <p:spPr>
          <a:xfrm>
            <a:off x="8234280" y="5319360"/>
            <a:ext cx="8823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10" name="Rectangle 50"/>
          <p:cNvSpPr/>
          <p:nvPr/>
        </p:nvSpPr>
        <p:spPr>
          <a:xfrm>
            <a:off x="8234280" y="4001760"/>
            <a:ext cx="8823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11" name="Rectangle 13"/>
          <p:cNvSpPr/>
          <p:nvPr/>
        </p:nvSpPr>
        <p:spPr>
          <a:xfrm>
            <a:off x="3311640" y="2601720"/>
            <a:ext cx="8805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12" name="Rectangle 14"/>
          <p:cNvSpPr/>
          <p:nvPr/>
        </p:nvSpPr>
        <p:spPr>
          <a:xfrm>
            <a:off x="3311640" y="3281040"/>
            <a:ext cx="8805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13" name="Rectangle 18"/>
          <p:cNvSpPr/>
          <p:nvPr/>
        </p:nvSpPr>
        <p:spPr>
          <a:xfrm>
            <a:off x="4951440" y="3271680"/>
            <a:ext cx="8823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14" name="Rectangle 48"/>
          <p:cNvSpPr/>
          <p:nvPr/>
        </p:nvSpPr>
        <p:spPr>
          <a:xfrm>
            <a:off x="4951440" y="1906560"/>
            <a:ext cx="88236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04</a:t>
            </a:r>
            <a:endParaRPr b="0" lang="en-US" sz="1900" spc="-1" strike="noStrike">
              <a:solidFill>
                <a:schemeClr val="dk1"/>
              </a:solidFill>
              <a:latin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521" name="PlaceHolder 4"/>
          <p:cNvSpPr>
            <a:spLocks noGrp="1"/>
          </p:cNvSpPr>
          <p:nvPr>
            <p:ph type="sldNum" idx="48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DF7850D-81E4-4F3B-B9BC-13B3AB6FA93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522" name="PlaceHolder 5"/>
          <p:cNvSpPr>
            <a:spLocks noGrp="1"/>
          </p:cNvSpPr>
          <p:nvPr>
            <p:ph type="ftr" idx="49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523" name="직사각형 12"/>
          <p:cNvSpPr/>
          <p:nvPr/>
        </p:nvSpPr>
        <p:spPr>
          <a:xfrm>
            <a:off x="549720" y="2205000"/>
            <a:ext cx="2661840" cy="2663640"/>
          </a:xfrm>
          <a:prstGeom prst="rect">
            <a:avLst/>
          </a:prstGeom>
          <a:solidFill>
            <a:schemeClr val="bg2">
              <a:alpha val="70000"/>
            </a:schemeClr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524e52"/>
              </a:solidFill>
              <a:latin typeface="맑은 고딕"/>
              <a:ea typeface="맑은 고딕"/>
            </a:endParaRPr>
          </a:p>
        </p:txBody>
      </p:sp>
      <p:sp>
        <p:nvSpPr>
          <p:cNvPr id="524" name="직사각형 13"/>
          <p:cNvSpPr/>
          <p:nvPr/>
        </p:nvSpPr>
        <p:spPr>
          <a:xfrm>
            <a:off x="6694200" y="2205000"/>
            <a:ext cx="2661840" cy="2663640"/>
          </a:xfrm>
          <a:prstGeom prst="rect">
            <a:avLst/>
          </a:prstGeom>
          <a:solidFill>
            <a:schemeClr val="accent2">
              <a:alpha val="70000"/>
            </a:schemeClr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다이어그램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21" strike="noStrike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endParaRPr b="0" lang="en-US" sz="1800" spc="-2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25" name="직사각형 14"/>
          <p:cNvSpPr/>
          <p:nvPr/>
        </p:nvSpPr>
        <p:spPr>
          <a:xfrm>
            <a:off x="3621960" y="2205000"/>
            <a:ext cx="2661840" cy="2663640"/>
          </a:xfrm>
          <a:prstGeom prst="rect">
            <a:avLst/>
          </a:prstGeom>
          <a:solidFill>
            <a:schemeClr val="accent3">
              <a:alpha val="70000"/>
            </a:schemeClr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sp>
        <p:nvSpPr>
          <p:cNvPr id="526" name="직사각형 15"/>
          <p:cNvSpPr/>
          <p:nvPr/>
        </p:nvSpPr>
        <p:spPr>
          <a:xfrm>
            <a:off x="259560" y="1776240"/>
            <a:ext cx="1734120" cy="16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8800" spc="-21" strike="noStrike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01</a:t>
            </a:r>
            <a:endParaRPr b="0" lang="en-US" sz="8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27" name="직사각형 16"/>
          <p:cNvSpPr/>
          <p:nvPr/>
        </p:nvSpPr>
        <p:spPr>
          <a:xfrm>
            <a:off x="3333240" y="1788840"/>
            <a:ext cx="1734120" cy="16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8800" spc="-21" strike="noStrike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02</a:t>
            </a:r>
            <a:endParaRPr b="0" lang="en-US" sz="8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28" name="직사각형 17"/>
          <p:cNvSpPr/>
          <p:nvPr/>
        </p:nvSpPr>
        <p:spPr>
          <a:xfrm>
            <a:off x="6403320" y="1788840"/>
            <a:ext cx="1734120" cy="16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8800" spc="-21" strike="noStrike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03</a:t>
            </a:r>
            <a:endParaRPr b="0" lang="en-US" sz="8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29" name="직사각형 18"/>
          <p:cNvSpPr/>
          <p:nvPr/>
        </p:nvSpPr>
        <p:spPr>
          <a:xfrm>
            <a:off x="549720" y="5045760"/>
            <a:ext cx="266184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30" name="텍스트 개체 틀 5"/>
          <p:cNvSpPr/>
          <p:nvPr/>
        </p:nvSpPr>
        <p:spPr>
          <a:xfrm>
            <a:off x="276120" y="3098160"/>
            <a:ext cx="93430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20000"/>
              </a:lnSpc>
              <a:spcBef>
                <a:spcPts val="1001"/>
              </a:spcBef>
            </a:pPr>
            <a:endParaRPr b="0" lang="en-US" sz="16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31" name="텍스트 개체 틀 5"/>
          <p:cNvSpPr/>
          <p:nvPr/>
        </p:nvSpPr>
        <p:spPr>
          <a:xfrm>
            <a:off x="276120" y="3484440"/>
            <a:ext cx="93430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20000"/>
              </a:lnSpc>
              <a:spcBef>
                <a:spcPts val="1001"/>
              </a:spcBef>
            </a:pPr>
            <a:endParaRPr b="0" lang="en-US" sz="16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32" name="텍스트 개체 틀 5"/>
          <p:cNvSpPr/>
          <p:nvPr/>
        </p:nvSpPr>
        <p:spPr>
          <a:xfrm>
            <a:off x="276120" y="3861000"/>
            <a:ext cx="93430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20000"/>
              </a:lnSpc>
              <a:spcBef>
                <a:spcPts val="1001"/>
              </a:spcBef>
            </a:pPr>
            <a:endParaRPr b="0" lang="en-US" sz="16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33" name="텍스트 개체 틀 5"/>
          <p:cNvSpPr/>
          <p:nvPr/>
        </p:nvSpPr>
        <p:spPr>
          <a:xfrm>
            <a:off x="276120" y="4439880"/>
            <a:ext cx="93430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20000"/>
              </a:lnSpc>
              <a:spcBef>
                <a:spcPts val="1001"/>
              </a:spcBef>
            </a:pPr>
            <a:endParaRPr b="0" lang="en-US" sz="16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34" name="직사각형 26"/>
          <p:cNvSpPr/>
          <p:nvPr/>
        </p:nvSpPr>
        <p:spPr>
          <a:xfrm>
            <a:off x="1168560" y="3422880"/>
            <a:ext cx="14252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다이어그램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35" name="직사각형 30"/>
          <p:cNvSpPr/>
          <p:nvPr/>
        </p:nvSpPr>
        <p:spPr>
          <a:xfrm>
            <a:off x="4241160" y="3422880"/>
            <a:ext cx="14252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다이어그램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36" name="직사각형 34"/>
          <p:cNvSpPr/>
          <p:nvPr/>
        </p:nvSpPr>
        <p:spPr>
          <a:xfrm>
            <a:off x="7311600" y="3422880"/>
            <a:ext cx="142668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다이어그램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37" name="직사각형 25"/>
          <p:cNvSpPr/>
          <p:nvPr/>
        </p:nvSpPr>
        <p:spPr>
          <a:xfrm>
            <a:off x="3621960" y="5045760"/>
            <a:ext cx="266184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38" name="직사각형 27"/>
          <p:cNvSpPr/>
          <p:nvPr/>
        </p:nvSpPr>
        <p:spPr>
          <a:xfrm>
            <a:off x="6694200" y="5045760"/>
            <a:ext cx="266184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542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543" name="PlaceHolder 5"/>
          <p:cNvSpPr>
            <a:spLocks noGrp="1"/>
          </p:cNvSpPr>
          <p:nvPr>
            <p:ph type="sldNum" idx="50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CEFA961-3189-4372-BE65-882FF848DD6E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544" name="PlaceHolder 6"/>
          <p:cNvSpPr>
            <a:spLocks noGrp="1"/>
          </p:cNvSpPr>
          <p:nvPr>
            <p:ph type="ftr" idx="51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545" name="순서도: 연결자 6"/>
          <p:cNvSpPr/>
          <p:nvPr/>
        </p:nvSpPr>
        <p:spPr>
          <a:xfrm>
            <a:off x="1987920" y="2949840"/>
            <a:ext cx="1784880" cy="1784880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46" name="순서도: 연결자 7"/>
          <p:cNvSpPr/>
          <p:nvPr/>
        </p:nvSpPr>
        <p:spPr>
          <a:xfrm>
            <a:off x="4096080" y="2949840"/>
            <a:ext cx="1784880" cy="1784880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47" name="순서도: 연결자 8"/>
          <p:cNvSpPr/>
          <p:nvPr/>
        </p:nvSpPr>
        <p:spPr>
          <a:xfrm>
            <a:off x="6204240" y="2949840"/>
            <a:ext cx="1784880" cy="1784880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48" name="자유형 9"/>
          <p:cNvSpPr/>
          <p:nvPr/>
        </p:nvSpPr>
        <p:spPr>
          <a:xfrm>
            <a:off x="1386720" y="2457000"/>
            <a:ext cx="7230240" cy="2809440"/>
          </a:xfrm>
          <a:custGeom>
            <a:avLst/>
            <a:gdLst>
              <a:gd name="textAreaLeft" fmla="*/ 0 w 7230240"/>
              <a:gd name="textAreaRight" fmla="*/ 7230600 w 7230240"/>
              <a:gd name="textAreaTop" fmla="*/ 0 h 2809440"/>
              <a:gd name="textAreaBottom" fmla="*/ 2809800 h 2809440"/>
            </a:gdLst>
            <a:ahLst/>
            <a:rect l="textAreaLeft" t="textAreaTop" r="textAreaRight" b="textAreaBottom"/>
            <a:pathLst>
              <a:path w="7230498" h="2809876">
                <a:moveTo>
                  <a:pt x="5134608" y="0"/>
                </a:moveTo>
                <a:lnTo>
                  <a:pt x="5825560" y="0"/>
                </a:lnTo>
                <a:cubicBezTo>
                  <a:pt x="6601486" y="0"/>
                  <a:pt x="7230498" y="629012"/>
                  <a:pt x="7230498" y="1404938"/>
                </a:cubicBezTo>
                <a:lnTo>
                  <a:pt x="7230497" y="1404938"/>
                </a:lnTo>
                <a:cubicBezTo>
                  <a:pt x="7230497" y="2180864"/>
                  <a:pt x="6601485" y="2809876"/>
                  <a:pt x="5825559" y="2809876"/>
                </a:cubicBezTo>
                <a:lnTo>
                  <a:pt x="5688949" y="2809876"/>
                </a:lnTo>
                <a:lnTo>
                  <a:pt x="5688949" y="2669509"/>
                </a:lnTo>
                <a:lnTo>
                  <a:pt x="5804939" y="2669509"/>
                </a:lnTo>
                <a:cubicBezTo>
                  <a:pt x="6503342" y="2669509"/>
                  <a:pt x="7069510" y="2103341"/>
                  <a:pt x="7069510" y="1404938"/>
                </a:cubicBezTo>
                <a:lnTo>
                  <a:pt x="7069511" y="1404938"/>
                </a:lnTo>
                <a:cubicBezTo>
                  <a:pt x="7069511" y="706535"/>
                  <a:pt x="6503343" y="140367"/>
                  <a:pt x="5804940" y="140367"/>
                </a:cubicBezTo>
                <a:lnTo>
                  <a:pt x="5134608" y="140367"/>
                </a:lnTo>
                <a:lnTo>
                  <a:pt x="5134608" y="0"/>
                </a:lnTo>
                <a:close/>
                <a:moveTo>
                  <a:pt x="1405960" y="0"/>
                </a:moveTo>
                <a:lnTo>
                  <a:pt x="2096913" y="0"/>
                </a:lnTo>
                <a:lnTo>
                  <a:pt x="2096913" y="140367"/>
                </a:lnTo>
                <a:lnTo>
                  <a:pt x="1426579" y="140367"/>
                </a:lnTo>
                <a:cubicBezTo>
                  <a:pt x="815477" y="140367"/>
                  <a:pt x="307997" y="573840"/>
                  <a:pt x="190081" y="1150083"/>
                </a:cubicBezTo>
                <a:cubicBezTo>
                  <a:pt x="179135" y="1239797"/>
                  <a:pt x="168191" y="1319986"/>
                  <a:pt x="166770" y="1404938"/>
                </a:cubicBezTo>
                <a:cubicBezTo>
                  <a:pt x="170572" y="1492270"/>
                  <a:pt x="179136" y="1574841"/>
                  <a:pt x="187700" y="1659792"/>
                </a:cubicBezTo>
                <a:cubicBezTo>
                  <a:pt x="305616" y="2236036"/>
                  <a:pt x="815477" y="2669508"/>
                  <a:pt x="1426579" y="2669508"/>
                </a:cubicBezTo>
                <a:lnTo>
                  <a:pt x="1542571" y="2669508"/>
                </a:lnTo>
                <a:lnTo>
                  <a:pt x="1542571" y="2809875"/>
                </a:lnTo>
                <a:lnTo>
                  <a:pt x="1405960" y="2809875"/>
                </a:lnTo>
                <a:cubicBezTo>
                  <a:pt x="727025" y="2809875"/>
                  <a:pt x="160571" y="2328288"/>
                  <a:pt x="29566" y="1688081"/>
                </a:cubicBezTo>
                <a:cubicBezTo>
                  <a:pt x="20845" y="1599256"/>
                  <a:pt x="2599" y="1503288"/>
                  <a:pt x="1022" y="1416844"/>
                </a:cubicBezTo>
                <a:cubicBezTo>
                  <a:pt x="-4544" y="1319287"/>
                  <a:pt x="13701" y="1219351"/>
                  <a:pt x="29566" y="1121794"/>
                </a:cubicBezTo>
                <a:cubicBezTo>
                  <a:pt x="160571" y="481587"/>
                  <a:pt x="727025" y="0"/>
                  <a:pt x="1405960" y="0"/>
                </a:cubicBezTo>
                <a:close/>
              </a:path>
            </a:pathLst>
          </a:custGeom>
          <a:solidFill>
            <a:srgbClr val="002452"/>
          </a:solidFill>
          <a:ln w="12700">
            <a:solidFill>
              <a:srgbClr val="0024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49" name="TextBox 10"/>
          <p:cNvSpPr/>
          <p:nvPr/>
        </p:nvSpPr>
        <p:spPr>
          <a:xfrm>
            <a:off x="4462920" y="2230560"/>
            <a:ext cx="10508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50" name="TextBox 11"/>
          <p:cNvSpPr/>
          <p:nvPr/>
        </p:nvSpPr>
        <p:spPr>
          <a:xfrm>
            <a:off x="4467240" y="2513880"/>
            <a:ext cx="10429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51" name="TextBox 12"/>
          <p:cNvSpPr/>
          <p:nvPr/>
        </p:nvSpPr>
        <p:spPr>
          <a:xfrm>
            <a:off x="4467240" y="4925160"/>
            <a:ext cx="10429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552" name="직선 연결선 14"/>
          <p:cNvCxnSpPr/>
          <p:nvPr/>
        </p:nvCxnSpPr>
        <p:spPr>
          <a:xfrm>
            <a:off x="3096360" y="4986360"/>
            <a:ext cx="360" cy="561240"/>
          </a:xfrm>
          <a:prstGeom prst="straightConnector1">
            <a:avLst/>
          </a:prstGeom>
          <a:ln>
            <a:solidFill>
              <a:srgbClr val="002452"/>
            </a:solidFill>
          </a:ln>
        </p:spPr>
      </p:cxnSp>
      <p:sp>
        <p:nvSpPr>
          <p:cNvPr id="553" name="자유형 16"/>
          <p:cNvSpPr/>
          <p:nvPr/>
        </p:nvSpPr>
        <p:spPr>
          <a:xfrm>
            <a:off x="2256840" y="3222360"/>
            <a:ext cx="1518480" cy="1515960"/>
          </a:xfrm>
          <a:custGeom>
            <a:avLst/>
            <a:gdLst>
              <a:gd name="textAreaLeft" fmla="*/ 0 w 1518480"/>
              <a:gd name="textAreaRight" fmla="*/ 1518840 w 1518480"/>
              <a:gd name="textAreaTop" fmla="*/ 0 h 1515960"/>
              <a:gd name="textAreaBottom" fmla="*/ 1516320 h 1515960"/>
            </a:gdLst>
            <a:ahLst/>
            <a:rect l="textAreaLeft" t="textAreaTop" r="textAreaRight" b="textAreaBottom"/>
            <a:pathLst>
              <a:path w="1518739" h="1516358">
                <a:moveTo>
                  <a:pt x="1263370" y="0"/>
                </a:moveTo>
                <a:cubicBezTo>
                  <a:pt x="1297681" y="41585"/>
                  <a:pt x="1310561" y="49834"/>
                  <a:pt x="1366303" y="124756"/>
                </a:cubicBezTo>
                <a:cubicBezTo>
                  <a:pt x="1462543" y="267210"/>
                  <a:pt x="1518739" y="438941"/>
                  <a:pt x="1518739" y="623796"/>
                </a:cubicBezTo>
                <a:cubicBezTo>
                  <a:pt x="1518739" y="1116744"/>
                  <a:pt x="1119125" y="1516358"/>
                  <a:pt x="626177" y="1516358"/>
                </a:cubicBezTo>
                <a:cubicBezTo>
                  <a:pt x="441322" y="1516358"/>
                  <a:pt x="269591" y="1460163"/>
                  <a:pt x="127137" y="1363923"/>
                </a:cubicBezTo>
                <a:cubicBezTo>
                  <a:pt x="35546" y="1298657"/>
                  <a:pt x="41585" y="1297681"/>
                  <a:pt x="0" y="1263370"/>
                </a:cubicBezTo>
                <a:lnTo>
                  <a:pt x="126337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54" name="자유형 17"/>
          <p:cNvSpPr/>
          <p:nvPr/>
        </p:nvSpPr>
        <p:spPr>
          <a:xfrm>
            <a:off x="4365000" y="3218760"/>
            <a:ext cx="1515960" cy="1515960"/>
          </a:xfrm>
          <a:custGeom>
            <a:avLst/>
            <a:gdLst>
              <a:gd name="textAreaLeft" fmla="*/ 0 w 1515960"/>
              <a:gd name="textAreaRight" fmla="*/ 1516320 w 1515960"/>
              <a:gd name="textAreaTop" fmla="*/ 0 h 1515960"/>
              <a:gd name="textAreaBottom" fmla="*/ 1516320 h 1515960"/>
            </a:gdLst>
            <a:ahLst/>
            <a:rect l="textAreaLeft" t="textAreaTop" r="textAreaRight" b="textAreaBottom"/>
            <a:pathLst>
              <a:path w="1516358" h="1516358">
                <a:moveTo>
                  <a:pt x="1260989" y="0"/>
                </a:moveTo>
                <a:cubicBezTo>
                  <a:pt x="1297682" y="36823"/>
                  <a:pt x="1322468" y="68883"/>
                  <a:pt x="1363922" y="124756"/>
                </a:cubicBezTo>
                <a:cubicBezTo>
                  <a:pt x="1460162" y="267210"/>
                  <a:pt x="1516358" y="438941"/>
                  <a:pt x="1516358" y="623796"/>
                </a:cubicBezTo>
                <a:cubicBezTo>
                  <a:pt x="1516358" y="1116744"/>
                  <a:pt x="1116744" y="1516358"/>
                  <a:pt x="623796" y="1516358"/>
                </a:cubicBezTo>
                <a:cubicBezTo>
                  <a:pt x="438941" y="1516358"/>
                  <a:pt x="267210" y="1460163"/>
                  <a:pt x="124756" y="1363923"/>
                </a:cubicBezTo>
                <a:cubicBezTo>
                  <a:pt x="83171" y="1329612"/>
                  <a:pt x="36822" y="1302444"/>
                  <a:pt x="0" y="1260989"/>
                </a:cubicBezTo>
                <a:lnTo>
                  <a:pt x="1260989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55" name="자유형 18"/>
          <p:cNvSpPr/>
          <p:nvPr/>
        </p:nvSpPr>
        <p:spPr>
          <a:xfrm>
            <a:off x="6472800" y="3218760"/>
            <a:ext cx="1515960" cy="1515960"/>
          </a:xfrm>
          <a:custGeom>
            <a:avLst/>
            <a:gdLst>
              <a:gd name="textAreaLeft" fmla="*/ 0 w 1515960"/>
              <a:gd name="textAreaRight" fmla="*/ 1516320 w 1515960"/>
              <a:gd name="textAreaTop" fmla="*/ 0 h 1515960"/>
              <a:gd name="textAreaBottom" fmla="*/ 1516320 h 1515960"/>
            </a:gdLst>
            <a:ahLst/>
            <a:rect l="textAreaLeft" t="textAreaTop" r="textAreaRight" b="textAreaBottom"/>
            <a:pathLst>
              <a:path w="1516358" h="1516358">
                <a:moveTo>
                  <a:pt x="1260989" y="0"/>
                </a:moveTo>
                <a:cubicBezTo>
                  <a:pt x="1295300" y="41585"/>
                  <a:pt x="1284367" y="16496"/>
                  <a:pt x="1363922" y="124756"/>
                </a:cubicBezTo>
                <a:cubicBezTo>
                  <a:pt x="1460162" y="267210"/>
                  <a:pt x="1516358" y="438941"/>
                  <a:pt x="1516358" y="623796"/>
                </a:cubicBezTo>
                <a:cubicBezTo>
                  <a:pt x="1516358" y="1116744"/>
                  <a:pt x="1116744" y="1516358"/>
                  <a:pt x="623796" y="1516358"/>
                </a:cubicBezTo>
                <a:cubicBezTo>
                  <a:pt x="438941" y="1516358"/>
                  <a:pt x="250541" y="1455400"/>
                  <a:pt x="108087" y="1359160"/>
                </a:cubicBezTo>
                <a:lnTo>
                  <a:pt x="0" y="1260989"/>
                </a:lnTo>
                <a:lnTo>
                  <a:pt x="1260989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56" name="TextBox 19"/>
          <p:cNvSpPr/>
          <p:nvPr/>
        </p:nvSpPr>
        <p:spPr>
          <a:xfrm>
            <a:off x="2206440" y="3309480"/>
            <a:ext cx="1313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/M 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57" name="TextBox 20"/>
          <p:cNvSpPr/>
          <p:nvPr/>
        </p:nvSpPr>
        <p:spPr>
          <a:xfrm>
            <a:off x="6422400" y="3309480"/>
            <a:ext cx="1313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ko-KR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/M 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58" name="TextBox 21"/>
          <p:cNvSpPr/>
          <p:nvPr/>
        </p:nvSpPr>
        <p:spPr>
          <a:xfrm>
            <a:off x="4314240" y="3309480"/>
            <a:ext cx="1313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ko-KR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/M 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59" name="TextBox 22"/>
          <p:cNvSpPr/>
          <p:nvPr/>
        </p:nvSpPr>
        <p:spPr>
          <a:xfrm>
            <a:off x="2341440" y="3615480"/>
            <a:ext cx="10429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60" name="TextBox 23"/>
          <p:cNvSpPr/>
          <p:nvPr/>
        </p:nvSpPr>
        <p:spPr>
          <a:xfrm>
            <a:off x="4449240" y="3615480"/>
            <a:ext cx="10429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61" name="TextBox 24"/>
          <p:cNvSpPr/>
          <p:nvPr/>
        </p:nvSpPr>
        <p:spPr>
          <a:xfrm>
            <a:off x="6557400" y="3615480"/>
            <a:ext cx="10429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562" name="직선 연결선 25"/>
          <p:cNvCxnSpPr/>
          <p:nvPr/>
        </p:nvCxnSpPr>
        <p:spPr>
          <a:xfrm>
            <a:off x="6957000" y="4986360"/>
            <a:ext cx="360" cy="561240"/>
          </a:xfrm>
          <a:prstGeom prst="straightConnector1">
            <a:avLst/>
          </a:prstGeom>
          <a:ln>
            <a:solidFill>
              <a:srgbClr val="002452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56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565" name="타원 88"/>
          <p:cNvSpPr/>
          <p:nvPr/>
        </p:nvSpPr>
        <p:spPr>
          <a:xfrm>
            <a:off x="3056400" y="3010680"/>
            <a:ext cx="893880" cy="893880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567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568" name="PlaceHolder 5"/>
          <p:cNvSpPr>
            <a:spLocks noGrp="1"/>
          </p:cNvSpPr>
          <p:nvPr>
            <p:ph type="sldNum" idx="52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D5C01E1-FF05-416A-A3C6-7635732C34AB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569" name="PlaceHolder 6"/>
          <p:cNvSpPr>
            <a:spLocks noGrp="1"/>
          </p:cNvSpPr>
          <p:nvPr>
            <p:ph type="ftr" idx="53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570" name="자유형 84"/>
          <p:cNvSpPr/>
          <p:nvPr/>
        </p:nvSpPr>
        <p:spPr>
          <a:xfrm rot="16200000">
            <a:off x="4581720" y="1767960"/>
            <a:ext cx="741600" cy="1848600"/>
          </a:xfrm>
          <a:custGeom>
            <a:avLst/>
            <a:gdLst>
              <a:gd name="textAreaLeft" fmla="*/ 0 w 741600"/>
              <a:gd name="textAreaRight" fmla="*/ 741960 w 741600"/>
              <a:gd name="textAreaTop" fmla="*/ 0 h 1848600"/>
              <a:gd name="textAreaBottom" fmla="*/ 1848960 h 1848600"/>
            </a:gdLst>
            <a:ahLst/>
            <a:rect l="textAreaLeft" t="textAreaTop" r="textAreaRight" b="textAreaBottom"/>
            <a:pathLst>
              <a:path w="897917" h="2237290">
                <a:moveTo>
                  <a:pt x="897805" y="1134410"/>
                </a:moveTo>
                <a:cubicBezTo>
                  <a:pt x="893309" y="1486828"/>
                  <a:pt x="753839" y="1822024"/>
                  <a:pt x="511478" y="2072746"/>
                </a:cubicBezTo>
                <a:lnTo>
                  <a:pt x="437939" y="2140948"/>
                </a:lnTo>
                <a:lnTo>
                  <a:pt x="417558" y="2165649"/>
                </a:lnTo>
                <a:cubicBezTo>
                  <a:pt x="373295" y="2209913"/>
                  <a:pt x="312145" y="2237290"/>
                  <a:pt x="244600" y="2237290"/>
                </a:cubicBezTo>
                <a:cubicBezTo>
                  <a:pt x="109511" y="2237290"/>
                  <a:pt x="0" y="2127779"/>
                  <a:pt x="0" y="1992690"/>
                </a:cubicBezTo>
                <a:cubicBezTo>
                  <a:pt x="0" y="1925146"/>
                  <a:pt x="27378" y="1863996"/>
                  <a:pt x="71642" y="1819732"/>
                </a:cubicBezTo>
                <a:lnTo>
                  <a:pt x="93927" y="1804706"/>
                </a:lnTo>
                <a:lnTo>
                  <a:pt x="92878" y="1803443"/>
                </a:lnTo>
                <a:cubicBezTo>
                  <a:pt x="293946" y="1636408"/>
                  <a:pt x="411689" y="1389628"/>
                  <a:pt x="415023" y="1128251"/>
                </a:cubicBezTo>
                <a:cubicBezTo>
                  <a:pt x="418357" y="866874"/>
                  <a:pt x="306948" y="617171"/>
                  <a:pt x="110205" y="445061"/>
                </a:cubicBezTo>
                <a:lnTo>
                  <a:pt x="111032" y="444116"/>
                </a:lnTo>
                <a:lnTo>
                  <a:pt x="71642" y="417559"/>
                </a:lnTo>
                <a:cubicBezTo>
                  <a:pt x="27378" y="373295"/>
                  <a:pt x="0" y="312145"/>
                  <a:pt x="0" y="244600"/>
                </a:cubicBezTo>
                <a:cubicBezTo>
                  <a:pt x="0" y="109511"/>
                  <a:pt x="109511" y="0"/>
                  <a:pt x="244600" y="0"/>
                </a:cubicBezTo>
                <a:cubicBezTo>
                  <a:pt x="312145" y="0"/>
                  <a:pt x="373295" y="27378"/>
                  <a:pt x="417558" y="71642"/>
                </a:cubicBezTo>
                <a:lnTo>
                  <a:pt x="426933" y="83004"/>
                </a:lnTo>
                <a:lnTo>
                  <a:pt x="428104" y="81665"/>
                </a:lnTo>
                <a:cubicBezTo>
                  <a:pt x="731269" y="346873"/>
                  <a:pt x="902943" y="731647"/>
                  <a:pt x="897805" y="1134410"/>
                </a:cubicBezTo>
                <a:close/>
              </a:path>
            </a:pathLst>
          </a:custGeom>
          <a:solidFill>
            <a:schemeClr val="accent2">
              <a:alpha val="85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71" name="자유형 85"/>
          <p:cNvSpPr/>
          <p:nvPr/>
        </p:nvSpPr>
        <p:spPr>
          <a:xfrm flipH="1" rot="5400000">
            <a:off x="5376960" y="2424960"/>
            <a:ext cx="2273040" cy="2066040"/>
          </a:xfrm>
          <a:custGeom>
            <a:avLst/>
            <a:gdLst>
              <a:gd name="textAreaLeft" fmla="*/ 360 w 2273040"/>
              <a:gd name="textAreaRight" fmla="*/ 2273760 w 2273040"/>
              <a:gd name="textAreaTop" fmla="*/ 0 h 2066040"/>
              <a:gd name="textAreaBottom" fmla="*/ 2066400 h 2066040"/>
            </a:gdLst>
            <a:ahLst/>
            <a:rect l="textAreaLeft" t="textAreaTop" r="textAreaRight" b="textAreaBottom"/>
            <a:pathLst>
              <a:path w="2750947" h="2500161">
                <a:moveTo>
                  <a:pt x="2750085" y="1326465"/>
                </a:moveTo>
                <a:cubicBezTo>
                  <a:pt x="2762446" y="1674911"/>
                  <a:pt x="2641680" y="2018794"/>
                  <a:pt x="2407976" y="2284162"/>
                </a:cubicBezTo>
                <a:lnTo>
                  <a:pt x="2259383" y="2428494"/>
                </a:lnTo>
                <a:lnTo>
                  <a:pt x="2258672" y="2429547"/>
                </a:lnTo>
                <a:lnTo>
                  <a:pt x="2256186" y="2431599"/>
                </a:lnTo>
                <a:lnTo>
                  <a:pt x="2254363" y="2433369"/>
                </a:lnTo>
                <a:lnTo>
                  <a:pt x="2254232" y="2433211"/>
                </a:lnTo>
                <a:lnTo>
                  <a:pt x="2222991" y="2458987"/>
                </a:lnTo>
                <a:cubicBezTo>
                  <a:pt x="2184513" y="2484982"/>
                  <a:pt x="2138127" y="2500161"/>
                  <a:pt x="2088195" y="2500161"/>
                </a:cubicBezTo>
                <a:cubicBezTo>
                  <a:pt x="1955044" y="2500161"/>
                  <a:pt x="1847104" y="2392221"/>
                  <a:pt x="1847104" y="2259070"/>
                </a:cubicBezTo>
                <a:cubicBezTo>
                  <a:pt x="1847104" y="2192495"/>
                  <a:pt x="1874089" y="2132222"/>
                  <a:pt x="1917718" y="2088593"/>
                </a:cubicBezTo>
                <a:lnTo>
                  <a:pt x="1947518" y="2064006"/>
                </a:lnTo>
                <a:lnTo>
                  <a:pt x="1945838" y="2061983"/>
                </a:lnTo>
                <a:cubicBezTo>
                  <a:pt x="2234569" y="1822123"/>
                  <a:pt x="2342382" y="1427251"/>
                  <a:pt x="2215607" y="1073944"/>
                </a:cubicBezTo>
                <a:cubicBezTo>
                  <a:pt x="2088831" y="720637"/>
                  <a:pt x="1754558" y="484397"/>
                  <a:pt x="1379197" y="482831"/>
                </a:cubicBezTo>
                <a:cubicBezTo>
                  <a:pt x="1003836" y="481265"/>
                  <a:pt x="667603" y="714707"/>
                  <a:pt x="537884" y="1066944"/>
                </a:cubicBezTo>
                <a:cubicBezTo>
                  <a:pt x="408164" y="1419181"/>
                  <a:pt x="512679" y="1814939"/>
                  <a:pt x="799398" y="2057200"/>
                </a:cubicBezTo>
                <a:lnTo>
                  <a:pt x="797612" y="2059315"/>
                </a:lnTo>
                <a:lnTo>
                  <a:pt x="833097" y="2088593"/>
                </a:lnTo>
                <a:cubicBezTo>
                  <a:pt x="876726" y="2132222"/>
                  <a:pt x="903711" y="2192495"/>
                  <a:pt x="903711" y="2259070"/>
                </a:cubicBezTo>
                <a:cubicBezTo>
                  <a:pt x="903711" y="2392221"/>
                  <a:pt x="795771" y="2500161"/>
                  <a:pt x="662620" y="2500161"/>
                </a:cubicBezTo>
                <a:cubicBezTo>
                  <a:pt x="596045" y="2500161"/>
                  <a:pt x="535772" y="2473176"/>
                  <a:pt x="492143" y="2429547"/>
                </a:cubicBezTo>
                <a:lnTo>
                  <a:pt x="488878" y="2424704"/>
                </a:lnTo>
                <a:lnTo>
                  <a:pt x="487783" y="2425999"/>
                </a:lnTo>
                <a:cubicBezTo>
                  <a:pt x="45970" y="2052693"/>
                  <a:pt x="-115079" y="1442859"/>
                  <a:pt x="84809" y="900087"/>
                </a:cubicBezTo>
                <a:cubicBezTo>
                  <a:pt x="284698" y="357316"/>
                  <a:pt x="802808" y="-2401"/>
                  <a:pt x="1381211" y="12"/>
                </a:cubicBezTo>
                <a:cubicBezTo>
                  <a:pt x="1959614" y="2426"/>
                  <a:pt x="2474705" y="366454"/>
                  <a:pt x="2670057" y="910874"/>
                </a:cubicBezTo>
                <a:cubicBezTo>
                  <a:pt x="2718895" y="1046979"/>
                  <a:pt x="2745140" y="1187087"/>
                  <a:pt x="2750085" y="1326465"/>
                </a:cubicBezTo>
                <a:close/>
              </a:path>
            </a:pathLst>
          </a:custGeom>
          <a:solidFill>
            <a:schemeClr val="accent3">
              <a:alpha val="85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72" name="자유형 86"/>
          <p:cNvSpPr/>
          <p:nvPr/>
        </p:nvSpPr>
        <p:spPr>
          <a:xfrm flipV="1" rot="5400000">
            <a:off x="4581720" y="3294000"/>
            <a:ext cx="741600" cy="1848600"/>
          </a:xfrm>
          <a:custGeom>
            <a:avLst/>
            <a:gdLst>
              <a:gd name="textAreaLeft" fmla="*/ 0 w 741600"/>
              <a:gd name="textAreaRight" fmla="*/ 741960 w 741600"/>
              <a:gd name="textAreaTop" fmla="*/ -360 h 1848600"/>
              <a:gd name="textAreaBottom" fmla="*/ 1848600 h 1848600"/>
            </a:gdLst>
            <a:ahLst/>
            <a:rect l="textAreaLeft" t="textAreaTop" r="textAreaRight" b="textAreaBottom"/>
            <a:pathLst>
              <a:path w="897917" h="2237290">
                <a:moveTo>
                  <a:pt x="897805" y="1134410"/>
                </a:moveTo>
                <a:cubicBezTo>
                  <a:pt x="893309" y="1486828"/>
                  <a:pt x="753839" y="1822024"/>
                  <a:pt x="511478" y="2072746"/>
                </a:cubicBezTo>
                <a:lnTo>
                  <a:pt x="437939" y="2140948"/>
                </a:lnTo>
                <a:lnTo>
                  <a:pt x="417558" y="2165649"/>
                </a:lnTo>
                <a:cubicBezTo>
                  <a:pt x="373295" y="2209913"/>
                  <a:pt x="312145" y="2237290"/>
                  <a:pt x="244600" y="2237290"/>
                </a:cubicBezTo>
                <a:cubicBezTo>
                  <a:pt x="109511" y="2237290"/>
                  <a:pt x="0" y="2127779"/>
                  <a:pt x="0" y="1992690"/>
                </a:cubicBezTo>
                <a:cubicBezTo>
                  <a:pt x="0" y="1925146"/>
                  <a:pt x="27378" y="1863996"/>
                  <a:pt x="71642" y="1819732"/>
                </a:cubicBezTo>
                <a:lnTo>
                  <a:pt x="93927" y="1804706"/>
                </a:lnTo>
                <a:lnTo>
                  <a:pt x="92878" y="1803443"/>
                </a:lnTo>
                <a:cubicBezTo>
                  <a:pt x="293946" y="1636408"/>
                  <a:pt x="411689" y="1389628"/>
                  <a:pt x="415023" y="1128251"/>
                </a:cubicBezTo>
                <a:cubicBezTo>
                  <a:pt x="418357" y="866874"/>
                  <a:pt x="306948" y="617171"/>
                  <a:pt x="110205" y="445061"/>
                </a:cubicBezTo>
                <a:lnTo>
                  <a:pt x="111032" y="444116"/>
                </a:lnTo>
                <a:lnTo>
                  <a:pt x="71642" y="417559"/>
                </a:lnTo>
                <a:cubicBezTo>
                  <a:pt x="27378" y="373295"/>
                  <a:pt x="0" y="312145"/>
                  <a:pt x="0" y="244600"/>
                </a:cubicBezTo>
                <a:cubicBezTo>
                  <a:pt x="0" y="109511"/>
                  <a:pt x="109511" y="0"/>
                  <a:pt x="244600" y="0"/>
                </a:cubicBezTo>
                <a:cubicBezTo>
                  <a:pt x="312145" y="0"/>
                  <a:pt x="373295" y="27378"/>
                  <a:pt x="417558" y="71642"/>
                </a:cubicBezTo>
                <a:lnTo>
                  <a:pt x="426933" y="83004"/>
                </a:lnTo>
                <a:lnTo>
                  <a:pt x="428104" y="81665"/>
                </a:lnTo>
                <a:cubicBezTo>
                  <a:pt x="731269" y="346873"/>
                  <a:pt x="902943" y="731647"/>
                  <a:pt x="897805" y="1134410"/>
                </a:cubicBezTo>
                <a:close/>
              </a:path>
            </a:pathLst>
          </a:custGeom>
          <a:solidFill>
            <a:schemeClr val="accent2">
              <a:alpha val="85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73" name="자유형 87"/>
          <p:cNvSpPr/>
          <p:nvPr/>
        </p:nvSpPr>
        <p:spPr>
          <a:xfrm rot="16200000">
            <a:off x="2261160" y="2424960"/>
            <a:ext cx="2273040" cy="2066040"/>
          </a:xfrm>
          <a:custGeom>
            <a:avLst/>
            <a:gdLst>
              <a:gd name="textAreaLeft" fmla="*/ 0 w 2273040"/>
              <a:gd name="textAreaRight" fmla="*/ 2273400 w 2273040"/>
              <a:gd name="textAreaTop" fmla="*/ 0 h 2066040"/>
              <a:gd name="textAreaBottom" fmla="*/ 2066400 h 2066040"/>
            </a:gdLst>
            <a:ahLst/>
            <a:rect l="textAreaLeft" t="textAreaTop" r="textAreaRight" b="textAreaBottom"/>
            <a:pathLst>
              <a:path w="2750947" h="2500161">
                <a:moveTo>
                  <a:pt x="2750085" y="1326465"/>
                </a:moveTo>
                <a:cubicBezTo>
                  <a:pt x="2762446" y="1674911"/>
                  <a:pt x="2641680" y="2018794"/>
                  <a:pt x="2407976" y="2284162"/>
                </a:cubicBezTo>
                <a:lnTo>
                  <a:pt x="2259383" y="2428494"/>
                </a:lnTo>
                <a:lnTo>
                  <a:pt x="2258672" y="2429547"/>
                </a:lnTo>
                <a:lnTo>
                  <a:pt x="2256186" y="2431599"/>
                </a:lnTo>
                <a:lnTo>
                  <a:pt x="2254363" y="2433369"/>
                </a:lnTo>
                <a:lnTo>
                  <a:pt x="2254232" y="2433211"/>
                </a:lnTo>
                <a:lnTo>
                  <a:pt x="2222991" y="2458987"/>
                </a:lnTo>
                <a:cubicBezTo>
                  <a:pt x="2184513" y="2484982"/>
                  <a:pt x="2138127" y="2500161"/>
                  <a:pt x="2088195" y="2500161"/>
                </a:cubicBezTo>
                <a:cubicBezTo>
                  <a:pt x="1955044" y="2500161"/>
                  <a:pt x="1847104" y="2392221"/>
                  <a:pt x="1847104" y="2259070"/>
                </a:cubicBezTo>
                <a:cubicBezTo>
                  <a:pt x="1847104" y="2192495"/>
                  <a:pt x="1874089" y="2132222"/>
                  <a:pt x="1917718" y="2088593"/>
                </a:cubicBezTo>
                <a:lnTo>
                  <a:pt x="1947518" y="2064006"/>
                </a:lnTo>
                <a:lnTo>
                  <a:pt x="1945838" y="2061983"/>
                </a:lnTo>
                <a:cubicBezTo>
                  <a:pt x="2234569" y="1822123"/>
                  <a:pt x="2342382" y="1427251"/>
                  <a:pt x="2215607" y="1073944"/>
                </a:cubicBezTo>
                <a:cubicBezTo>
                  <a:pt x="2088831" y="720637"/>
                  <a:pt x="1754558" y="484397"/>
                  <a:pt x="1379197" y="482831"/>
                </a:cubicBezTo>
                <a:cubicBezTo>
                  <a:pt x="1003836" y="481265"/>
                  <a:pt x="667603" y="714707"/>
                  <a:pt x="537884" y="1066944"/>
                </a:cubicBezTo>
                <a:cubicBezTo>
                  <a:pt x="408164" y="1419181"/>
                  <a:pt x="512679" y="1814939"/>
                  <a:pt x="799398" y="2057200"/>
                </a:cubicBezTo>
                <a:lnTo>
                  <a:pt x="797612" y="2059315"/>
                </a:lnTo>
                <a:lnTo>
                  <a:pt x="833097" y="2088593"/>
                </a:lnTo>
                <a:cubicBezTo>
                  <a:pt x="876726" y="2132222"/>
                  <a:pt x="903711" y="2192495"/>
                  <a:pt x="903711" y="2259070"/>
                </a:cubicBezTo>
                <a:cubicBezTo>
                  <a:pt x="903711" y="2392221"/>
                  <a:pt x="795771" y="2500161"/>
                  <a:pt x="662620" y="2500161"/>
                </a:cubicBezTo>
                <a:cubicBezTo>
                  <a:pt x="596045" y="2500161"/>
                  <a:pt x="535772" y="2473176"/>
                  <a:pt x="492143" y="2429547"/>
                </a:cubicBezTo>
                <a:lnTo>
                  <a:pt x="488878" y="2424704"/>
                </a:lnTo>
                <a:lnTo>
                  <a:pt x="487783" y="2425999"/>
                </a:lnTo>
                <a:cubicBezTo>
                  <a:pt x="45970" y="2052693"/>
                  <a:pt x="-115079" y="1442859"/>
                  <a:pt x="84809" y="900087"/>
                </a:cubicBezTo>
                <a:cubicBezTo>
                  <a:pt x="284698" y="357316"/>
                  <a:pt x="802808" y="-2401"/>
                  <a:pt x="1381211" y="12"/>
                </a:cubicBezTo>
                <a:cubicBezTo>
                  <a:pt x="1959614" y="2426"/>
                  <a:pt x="2474705" y="366454"/>
                  <a:pt x="2670057" y="910874"/>
                </a:cubicBezTo>
                <a:cubicBezTo>
                  <a:pt x="2718895" y="1046979"/>
                  <a:pt x="2745140" y="1187087"/>
                  <a:pt x="2750085" y="1326465"/>
                </a:cubicBezTo>
                <a:close/>
              </a:path>
            </a:pathLst>
          </a:custGeom>
          <a:solidFill>
            <a:schemeClr val="accent3">
              <a:alpha val="85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74" name="타원 89"/>
          <p:cNvSpPr/>
          <p:nvPr/>
        </p:nvSpPr>
        <p:spPr>
          <a:xfrm>
            <a:off x="4509000" y="3010680"/>
            <a:ext cx="893880" cy="893880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575" name="타원 90"/>
          <p:cNvSpPr/>
          <p:nvPr/>
        </p:nvSpPr>
        <p:spPr>
          <a:xfrm>
            <a:off x="5955480" y="3010680"/>
            <a:ext cx="893880" cy="893880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576" name="그룹 91"/>
          <p:cNvGrpSpPr/>
          <p:nvPr/>
        </p:nvGrpSpPr>
        <p:grpSpPr>
          <a:xfrm>
            <a:off x="770760" y="3003840"/>
            <a:ext cx="1493640" cy="1101240"/>
            <a:chOff x="770760" y="3003840"/>
            <a:chExt cx="1493640" cy="1101240"/>
          </a:xfrm>
        </p:grpSpPr>
        <p:sp>
          <p:nvSpPr>
            <p:cNvPr id="577" name="TextBox 92"/>
            <p:cNvSpPr/>
            <p:nvPr/>
          </p:nvSpPr>
          <p:spPr>
            <a:xfrm>
              <a:off x="792720" y="3003840"/>
              <a:ext cx="147168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/M 16pt</a:t>
              </a:r>
              <a:endParaRPr b="0" lang="en-US" sz="16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578" name="TextBox 93"/>
            <p:cNvSpPr/>
            <p:nvPr/>
          </p:nvSpPr>
          <p:spPr>
            <a:xfrm>
              <a:off x="770760" y="3357720"/>
              <a:ext cx="149040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579" name="그룹 94"/>
          <p:cNvGrpSpPr/>
          <p:nvPr/>
        </p:nvGrpSpPr>
        <p:grpSpPr>
          <a:xfrm>
            <a:off x="4156920" y="4689000"/>
            <a:ext cx="1591560" cy="1101240"/>
            <a:chOff x="4156920" y="4689000"/>
            <a:chExt cx="1591560" cy="1101240"/>
          </a:xfrm>
        </p:grpSpPr>
        <p:sp>
          <p:nvSpPr>
            <p:cNvPr id="580" name="TextBox 95"/>
            <p:cNvSpPr/>
            <p:nvPr/>
          </p:nvSpPr>
          <p:spPr>
            <a:xfrm>
              <a:off x="4214520" y="4689000"/>
              <a:ext cx="147168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</a:pPr>
              <a:r>
                <a:rPr b="0" lang="ko-KR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/M 16pt</a:t>
              </a:r>
              <a:endParaRPr b="0" lang="en-US" sz="16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581" name="TextBox 96"/>
            <p:cNvSpPr/>
            <p:nvPr/>
          </p:nvSpPr>
          <p:spPr>
            <a:xfrm>
              <a:off x="4156920" y="5042880"/>
              <a:ext cx="159156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582" name="그룹 97"/>
          <p:cNvGrpSpPr/>
          <p:nvPr/>
        </p:nvGrpSpPr>
        <p:grpSpPr>
          <a:xfrm>
            <a:off x="7612200" y="2986200"/>
            <a:ext cx="1488960" cy="1136520"/>
            <a:chOff x="7612200" y="2986200"/>
            <a:chExt cx="1488960" cy="1136520"/>
          </a:xfrm>
        </p:grpSpPr>
        <p:sp>
          <p:nvSpPr>
            <p:cNvPr id="583" name="TextBox 98"/>
            <p:cNvSpPr/>
            <p:nvPr/>
          </p:nvSpPr>
          <p:spPr>
            <a:xfrm>
              <a:off x="7617600" y="2986200"/>
              <a:ext cx="147168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r" defTabSz="914400">
                <a:lnSpc>
                  <a:spcPct val="120000"/>
                </a:lnSpc>
              </a:pPr>
              <a:r>
                <a:rPr b="0" lang="ko-KR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/M 16pt</a:t>
              </a:r>
              <a:endParaRPr b="0" lang="en-US" sz="16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584" name="TextBox 99"/>
            <p:cNvSpPr/>
            <p:nvPr/>
          </p:nvSpPr>
          <p:spPr>
            <a:xfrm>
              <a:off x="7612200" y="3375360"/>
              <a:ext cx="148896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585" name="자유형 100"/>
          <p:cNvSpPr/>
          <p:nvPr/>
        </p:nvSpPr>
        <p:spPr>
          <a:xfrm>
            <a:off x="3189960" y="3144600"/>
            <a:ext cx="759960" cy="759960"/>
          </a:xfrm>
          <a:custGeom>
            <a:avLst/>
            <a:gdLst>
              <a:gd name="textAreaLeft" fmla="*/ 0 w 759960"/>
              <a:gd name="textAreaRight" fmla="*/ 760320 w 759960"/>
              <a:gd name="textAreaTop" fmla="*/ 0 h 759960"/>
              <a:gd name="textAreaBottom" fmla="*/ 760320 h 759960"/>
            </a:gdLst>
            <a:ahLst/>
            <a:rect l="textAreaLeft" t="textAreaTop" r="textAreaRight" b="textAreaBottom"/>
            <a:pathLst>
              <a:path w="760361" h="760361">
                <a:moveTo>
                  <a:pt x="631786" y="0"/>
                </a:moveTo>
                <a:lnTo>
                  <a:pt x="684004" y="63288"/>
                </a:lnTo>
                <a:cubicBezTo>
                  <a:pt x="732212" y="134645"/>
                  <a:pt x="760361" y="220667"/>
                  <a:pt x="760361" y="313264"/>
                </a:cubicBezTo>
                <a:cubicBezTo>
                  <a:pt x="760361" y="560189"/>
                  <a:pt x="560189" y="760361"/>
                  <a:pt x="313264" y="760361"/>
                </a:cubicBezTo>
                <a:cubicBezTo>
                  <a:pt x="220667" y="760361"/>
                  <a:pt x="134645" y="732212"/>
                  <a:pt x="63288" y="684004"/>
                </a:cubicBezTo>
                <a:lnTo>
                  <a:pt x="0" y="63178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586" name="자유형 101"/>
          <p:cNvSpPr/>
          <p:nvPr/>
        </p:nvSpPr>
        <p:spPr>
          <a:xfrm>
            <a:off x="4642920" y="3144600"/>
            <a:ext cx="759960" cy="759960"/>
          </a:xfrm>
          <a:custGeom>
            <a:avLst/>
            <a:gdLst>
              <a:gd name="textAreaLeft" fmla="*/ 0 w 759960"/>
              <a:gd name="textAreaRight" fmla="*/ 760320 w 759960"/>
              <a:gd name="textAreaTop" fmla="*/ 0 h 759960"/>
              <a:gd name="textAreaBottom" fmla="*/ 760320 h 759960"/>
            </a:gdLst>
            <a:ahLst/>
            <a:rect l="textAreaLeft" t="textAreaTop" r="textAreaRight" b="textAreaBottom"/>
            <a:pathLst>
              <a:path w="760361" h="760361">
                <a:moveTo>
                  <a:pt x="631786" y="0"/>
                </a:moveTo>
                <a:lnTo>
                  <a:pt x="684004" y="63288"/>
                </a:lnTo>
                <a:cubicBezTo>
                  <a:pt x="732212" y="134645"/>
                  <a:pt x="760361" y="220667"/>
                  <a:pt x="760361" y="313264"/>
                </a:cubicBezTo>
                <a:cubicBezTo>
                  <a:pt x="760361" y="560189"/>
                  <a:pt x="560189" y="760361"/>
                  <a:pt x="313264" y="760361"/>
                </a:cubicBezTo>
                <a:cubicBezTo>
                  <a:pt x="220667" y="760361"/>
                  <a:pt x="134645" y="732212"/>
                  <a:pt x="63288" y="684004"/>
                </a:cubicBezTo>
                <a:lnTo>
                  <a:pt x="0" y="631787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587" name="자유형 102"/>
          <p:cNvSpPr/>
          <p:nvPr/>
        </p:nvSpPr>
        <p:spPr>
          <a:xfrm>
            <a:off x="6089400" y="3144600"/>
            <a:ext cx="759960" cy="759960"/>
          </a:xfrm>
          <a:custGeom>
            <a:avLst/>
            <a:gdLst>
              <a:gd name="textAreaLeft" fmla="*/ 0 w 759960"/>
              <a:gd name="textAreaRight" fmla="*/ 760320 w 759960"/>
              <a:gd name="textAreaTop" fmla="*/ 0 h 759960"/>
              <a:gd name="textAreaBottom" fmla="*/ 760320 h 759960"/>
            </a:gdLst>
            <a:ahLst/>
            <a:rect l="textAreaLeft" t="textAreaTop" r="textAreaRight" b="textAreaBottom"/>
            <a:pathLst>
              <a:path w="760361" h="760361">
                <a:moveTo>
                  <a:pt x="631786" y="0"/>
                </a:moveTo>
                <a:lnTo>
                  <a:pt x="684004" y="63288"/>
                </a:lnTo>
                <a:cubicBezTo>
                  <a:pt x="732212" y="134645"/>
                  <a:pt x="760361" y="220667"/>
                  <a:pt x="760361" y="313264"/>
                </a:cubicBezTo>
                <a:cubicBezTo>
                  <a:pt x="760361" y="560189"/>
                  <a:pt x="560189" y="760361"/>
                  <a:pt x="313264" y="760361"/>
                </a:cubicBezTo>
                <a:cubicBezTo>
                  <a:pt x="220667" y="760361"/>
                  <a:pt x="134645" y="732212"/>
                  <a:pt x="63288" y="684004"/>
                </a:cubicBezTo>
                <a:lnTo>
                  <a:pt x="0" y="63178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588" name="Group 74"/>
          <p:cNvGrpSpPr/>
          <p:nvPr/>
        </p:nvGrpSpPr>
        <p:grpSpPr>
          <a:xfrm>
            <a:off x="3347640" y="3393000"/>
            <a:ext cx="444600" cy="285120"/>
            <a:chOff x="3347640" y="3393000"/>
            <a:chExt cx="444600" cy="285120"/>
          </a:xfrm>
        </p:grpSpPr>
        <p:sp>
          <p:nvSpPr>
            <p:cNvPr id="589" name="AutoShape 73"/>
            <p:cNvSpPr/>
            <p:nvPr/>
          </p:nvSpPr>
          <p:spPr>
            <a:xfrm>
              <a:off x="3347640" y="3393000"/>
              <a:ext cx="444600" cy="28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90" name="Freeform 75"/>
            <p:cNvSpPr/>
            <p:nvPr/>
          </p:nvSpPr>
          <p:spPr>
            <a:xfrm>
              <a:off x="3347640" y="3393000"/>
              <a:ext cx="444600" cy="285120"/>
            </a:xfrm>
            <a:custGeom>
              <a:avLst/>
              <a:gdLst>
                <a:gd name="textAreaLeft" fmla="*/ 0 w 444600"/>
                <a:gd name="textAreaRight" fmla="*/ 444960 w 444600"/>
                <a:gd name="textAreaTop" fmla="*/ 0 h 285120"/>
                <a:gd name="textAreaBottom" fmla="*/ 285480 h 285120"/>
              </a:gdLst>
              <a:ahLst/>
              <a:rect l="textAreaLeft" t="textAreaTop" r="textAreaRight" b="textAreaBottom"/>
              <a:pathLst>
                <a:path w="1971" h="1264">
                  <a:moveTo>
                    <a:pt x="1921" y="115"/>
                  </a:moveTo>
                  <a:lnTo>
                    <a:pt x="1756" y="192"/>
                  </a:lnTo>
                  <a:lnTo>
                    <a:pt x="1658" y="159"/>
                  </a:lnTo>
                  <a:lnTo>
                    <a:pt x="1658" y="19"/>
                  </a:lnTo>
                  <a:lnTo>
                    <a:pt x="1607" y="0"/>
                  </a:lnTo>
                  <a:lnTo>
                    <a:pt x="0" y="716"/>
                  </a:lnTo>
                  <a:lnTo>
                    <a:pt x="0" y="1106"/>
                  </a:lnTo>
                  <a:lnTo>
                    <a:pt x="59" y="1127"/>
                  </a:lnTo>
                  <a:lnTo>
                    <a:pt x="211" y="1027"/>
                  </a:lnTo>
                  <a:lnTo>
                    <a:pt x="372" y="1087"/>
                  </a:lnTo>
                  <a:lnTo>
                    <a:pt x="372" y="1242"/>
                  </a:lnTo>
                  <a:lnTo>
                    <a:pt x="430" y="1264"/>
                  </a:lnTo>
                  <a:lnTo>
                    <a:pt x="1965" y="469"/>
                  </a:lnTo>
                  <a:lnTo>
                    <a:pt x="1971" y="465"/>
                  </a:lnTo>
                  <a:lnTo>
                    <a:pt x="1971" y="134"/>
                  </a:lnTo>
                  <a:lnTo>
                    <a:pt x="1921" y="115"/>
                  </a:lnTo>
                  <a:close/>
                  <a:moveTo>
                    <a:pt x="1922" y="142"/>
                  </a:moveTo>
                  <a:lnTo>
                    <a:pt x="1929" y="144"/>
                  </a:lnTo>
                  <a:lnTo>
                    <a:pt x="429" y="863"/>
                  </a:lnTo>
                  <a:lnTo>
                    <a:pt x="415" y="859"/>
                  </a:lnTo>
                  <a:lnTo>
                    <a:pt x="1762" y="215"/>
                  </a:lnTo>
                  <a:lnTo>
                    <a:pt x="1922" y="142"/>
                  </a:lnTo>
                  <a:close/>
                  <a:moveTo>
                    <a:pt x="1725" y="206"/>
                  </a:moveTo>
                  <a:lnTo>
                    <a:pt x="372" y="853"/>
                  </a:lnTo>
                  <a:lnTo>
                    <a:pt x="372" y="1010"/>
                  </a:lnTo>
                  <a:lnTo>
                    <a:pt x="83" y="908"/>
                  </a:lnTo>
                  <a:lnTo>
                    <a:pt x="1646" y="181"/>
                  </a:lnTo>
                  <a:lnTo>
                    <a:pt x="1725" y="206"/>
                  </a:lnTo>
                  <a:close/>
                  <a:moveTo>
                    <a:pt x="1634" y="159"/>
                  </a:moveTo>
                  <a:lnTo>
                    <a:pt x="70" y="887"/>
                  </a:lnTo>
                  <a:lnTo>
                    <a:pt x="70" y="748"/>
                  </a:lnTo>
                  <a:lnTo>
                    <a:pt x="1634" y="46"/>
                  </a:lnTo>
                  <a:lnTo>
                    <a:pt x="1634" y="159"/>
                  </a:lnTo>
                  <a:close/>
                  <a:moveTo>
                    <a:pt x="1608" y="26"/>
                  </a:moveTo>
                  <a:lnTo>
                    <a:pt x="1614" y="29"/>
                  </a:lnTo>
                  <a:lnTo>
                    <a:pt x="58" y="727"/>
                  </a:lnTo>
                  <a:lnTo>
                    <a:pt x="43" y="722"/>
                  </a:lnTo>
                  <a:lnTo>
                    <a:pt x="1608" y="26"/>
                  </a:lnTo>
                  <a:close/>
                  <a:moveTo>
                    <a:pt x="70" y="1091"/>
                  </a:moveTo>
                  <a:lnTo>
                    <a:pt x="70" y="975"/>
                  </a:lnTo>
                  <a:lnTo>
                    <a:pt x="182" y="1017"/>
                  </a:lnTo>
                  <a:lnTo>
                    <a:pt x="70" y="1091"/>
                  </a:lnTo>
                  <a:close/>
                  <a:moveTo>
                    <a:pt x="213" y="1003"/>
                  </a:moveTo>
                  <a:lnTo>
                    <a:pt x="213" y="1003"/>
                  </a:lnTo>
                  <a:lnTo>
                    <a:pt x="209" y="1001"/>
                  </a:lnTo>
                  <a:lnTo>
                    <a:pt x="207" y="1000"/>
                  </a:lnTo>
                  <a:lnTo>
                    <a:pt x="207" y="1000"/>
                  </a:lnTo>
                  <a:lnTo>
                    <a:pt x="46" y="941"/>
                  </a:lnTo>
                  <a:lnTo>
                    <a:pt x="46" y="1097"/>
                  </a:lnTo>
                  <a:lnTo>
                    <a:pt x="24" y="1089"/>
                  </a:lnTo>
                  <a:lnTo>
                    <a:pt x="24" y="740"/>
                  </a:lnTo>
                  <a:lnTo>
                    <a:pt x="46" y="748"/>
                  </a:lnTo>
                  <a:lnTo>
                    <a:pt x="46" y="920"/>
                  </a:lnTo>
                  <a:lnTo>
                    <a:pt x="52" y="922"/>
                  </a:lnTo>
                  <a:lnTo>
                    <a:pt x="396" y="1043"/>
                  </a:lnTo>
                  <a:lnTo>
                    <a:pt x="396" y="877"/>
                  </a:lnTo>
                  <a:lnTo>
                    <a:pt x="417" y="885"/>
                  </a:lnTo>
                  <a:lnTo>
                    <a:pt x="417" y="1234"/>
                  </a:lnTo>
                  <a:lnTo>
                    <a:pt x="396" y="1226"/>
                  </a:lnTo>
                  <a:lnTo>
                    <a:pt x="396" y="1070"/>
                  </a:lnTo>
                  <a:lnTo>
                    <a:pt x="213" y="1003"/>
                  </a:lnTo>
                  <a:close/>
                  <a:moveTo>
                    <a:pt x="441" y="1230"/>
                  </a:moveTo>
                  <a:lnTo>
                    <a:pt x="441" y="884"/>
                  </a:lnTo>
                  <a:lnTo>
                    <a:pt x="1947" y="162"/>
                  </a:lnTo>
                  <a:lnTo>
                    <a:pt x="1947" y="451"/>
                  </a:lnTo>
                  <a:lnTo>
                    <a:pt x="441" y="123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591" name="그룹 36"/>
          <p:cNvGrpSpPr/>
          <p:nvPr/>
        </p:nvGrpSpPr>
        <p:grpSpPr>
          <a:xfrm>
            <a:off x="6212880" y="3279240"/>
            <a:ext cx="379440" cy="345960"/>
            <a:chOff x="6212880" y="3279240"/>
            <a:chExt cx="379440" cy="345960"/>
          </a:xfrm>
        </p:grpSpPr>
        <p:sp>
          <p:nvSpPr>
            <p:cNvPr id="592" name="AutoShape 56"/>
            <p:cNvSpPr/>
            <p:nvPr/>
          </p:nvSpPr>
          <p:spPr>
            <a:xfrm>
              <a:off x="6212880" y="3279240"/>
              <a:ext cx="379440" cy="34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93" name="Freeform 58"/>
            <p:cNvSpPr/>
            <p:nvPr/>
          </p:nvSpPr>
          <p:spPr>
            <a:xfrm>
              <a:off x="6230880" y="3411360"/>
              <a:ext cx="148680" cy="193320"/>
            </a:xfrm>
            <a:custGeom>
              <a:avLst/>
              <a:gdLst>
                <a:gd name="textAreaLeft" fmla="*/ 0 w 148680"/>
                <a:gd name="textAreaRight" fmla="*/ 149040 w 148680"/>
                <a:gd name="textAreaTop" fmla="*/ 0 h 193320"/>
                <a:gd name="textAreaBottom" fmla="*/ 193680 h 193320"/>
              </a:gdLst>
              <a:ahLst/>
              <a:rect l="textAreaLeft" t="textAreaTop" r="textAreaRight" b="textAreaBottom"/>
              <a:pathLst>
                <a:path w="1010" h="1313">
                  <a:moveTo>
                    <a:pt x="1010" y="945"/>
                  </a:moveTo>
                  <a:lnTo>
                    <a:pt x="1010" y="939"/>
                  </a:lnTo>
                  <a:lnTo>
                    <a:pt x="1010" y="939"/>
                  </a:lnTo>
                  <a:lnTo>
                    <a:pt x="1010" y="939"/>
                  </a:lnTo>
                  <a:lnTo>
                    <a:pt x="1010" y="939"/>
                  </a:lnTo>
                  <a:lnTo>
                    <a:pt x="1008" y="913"/>
                  </a:lnTo>
                  <a:lnTo>
                    <a:pt x="1008" y="911"/>
                  </a:lnTo>
                  <a:lnTo>
                    <a:pt x="1008" y="911"/>
                  </a:lnTo>
                  <a:lnTo>
                    <a:pt x="1006" y="891"/>
                  </a:lnTo>
                  <a:lnTo>
                    <a:pt x="1006" y="891"/>
                  </a:lnTo>
                  <a:lnTo>
                    <a:pt x="1004" y="877"/>
                  </a:lnTo>
                  <a:lnTo>
                    <a:pt x="1004" y="877"/>
                  </a:lnTo>
                  <a:lnTo>
                    <a:pt x="1002" y="854"/>
                  </a:lnTo>
                  <a:lnTo>
                    <a:pt x="1002" y="852"/>
                  </a:lnTo>
                  <a:lnTo>
                    <a:pt x="1002" y="852"/>
                  </a:lnTo>
                  <a:lnTo>
                    <a:pt x="996" y="816"/>
                  </a:lnTo>
                  <a:lnTo>
                    <a:pt x="988" y="778"/>
                  </a:lnTo>
                  <a:lnTo>
                    <a:pt x="978" y="740"/>
                  </a:lnTo>
                  <a:lnTo>
                    <a:pt x="966" y="702"/>
                  </a:lnTo>
                  <a:lnTo>
                    <a:pt x="954" y="664"/>
                  </a:lnTo>
                  <a:lnTo>
                    <a:pt x="940" y="626"/>
                  </a:lnTo>
                  <a:lnTo>
                    <a:pt x="924" y="588"/>
                  </a:lnTo>
                  <a:lnTo>
                    <a:pt x="906" y="550"/>
                  </a:lnTo>
                  <a:lnTo>
                    <a:pt x="902" y="544"/>
                  </a:lnTo>
                  <a:lnTo>
                    <a:pt x="902" y="544"/>
                  </a:lnTo>
                  <a:lnTo>
                    <a:pt x="892" y="522"/>
                  </a:lnTo>
                  <a:lnTo>
                    <a:pt x="892" y="522"/>
                  </a:lnTo>
                  <a:lnTo>
                    <a:pt x="888" y="512"/>
                  </a:lnTo>
                  <a:lnTo>
                    <a:pt x="888" y="512"/>
                  </a:lnTo>
                  <a:lnTo>
                    <a:pt x="874" y="488"/>
                  </a:lnTo>
                  <a:lnTo>
                    <a:pt x="874" y="488"/>
                  </a:lnTo>
                  <a:lnTo>
                    <a:pt x="858" y="458"/>
                  </a:lnTo>
                  <a:lnTo>
                    <a:pt x="858" y="458"/>
                  </a:lnTo>
                  <a:lnTo>
                    <a:pt x="840" y="430"/>
                  </a:lnTo>
                  <a:lnTo>
                    <a:pt x="840" y="430"/>
                  </a:lnTo>
                  <a:lnTo>
                    <a:pt x="822" y="400"/>
                  </a:lnTo>
                  <a:lnTo>
                    <a:pt x="822" y="400"/>
                  </a:lnTo>
                  <a:lnTo>
                    <a:pt x="822" y="400"/>
                  </a:lnTo>
                  <a:lnTo>
                    <a:pt x="786" y="348"/>
                  </a:lnTo>
                  <a:lnTo>
                    <a:pt x="748" y="298"/>
                  </a:lnTo>
                  <a:lnTo>
                    <a:pt x="708" y="252"/>
                  </a:lnTo>
                  <a:lnTo>
                    <a:pt x="666" y="208"/>
                  </a:lnTo>
                  <a:lnTo>
                    <a:pt x="624" y="168"/>
                  </a:lnTo>
                  <a:lnTo>
                    <a:pt x="580" y="132"/>
                  </a:lnTo>
                  <a:lnTo>
                    <a:pt x="534" y="98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68" y="58"/>
                  </a:lnTo>
                  <a:lnTo>
                    <a:pt x="468" y="58"/>
                  </a:lnTo>
                  <a:lnTo>
                    <a:pt x="462" y="54"/>
                  </a:lnTo>
                  <a:lnTo>
                    <a:pt x="462" y="54"/>
                  </a:lnTo>
                  <a:lnTo>
                    <a:pt x="456" y="52"/>
                  </a:lnTo>
                  <a:lnTo>
                    <a:pt x="456" y="52"/>
                  </a:lnTo>
                  <a:lnTo>
                    <a:pt x="446" y="46"/>
                  </a:lnTo>
                  <a:lnTo>
                    <a:pt x="446" y="46"/>
                  </a:lnTo>
                  <a:lnTo>
                    <a:pt x="442" y="46"/>
                  </a:lnTo>
                  <a:lnTo>
                    <a:pt x="442" y="46"/>
                  </a:lnTo>
                  <a:lnTo>
                    <a:pt x="416" y="34"/>
                  </a:lnTo>
                  <a:lnTo>
                    <a:pt x="416" y="34"/>
                  </a:lnTo>
                  <a:lnTo>
                    <a:pt x="398" y="26"/>
                  </a:lnTo>
                  <a:lnTo>
                    <a:pt x="398" y="26"/>
                  </a:lnTo>
                  <a:lnTo>
                    <a:pt x="388" y="22"/>
                  </a:lnTo>
                  <a:lnTo>
                    <a:pt x="388" y="22"/>
                  </a:lnTo>
                  <a:lnTo>
                    <a:pt x="378" y="20"/>
                  </a:lnTo>
                  <a:lnTo>
                    <a:pt x="378" y="20"/>
                  </a:lnTo>
                  <a:lnTo>
                    <a:pt x="362" y="14"/>
                  </a:lnTo>
                  <a:lnTo>
                    <a:pt x="362" y="14"/>
                  </a:lnTo>
                  <a:lnTo>
                    <a:pt x="354" y="12"/>
                  </a:lnTo>
                  <a:lnTo>
                    <a:pt x="354" y="12"/>
                  </a:lnTo>
                  <a:lnTo>
                    <a:pt x="316" y="4"/>
                  </a:lnTo>
                  <a:lnTo>
                    <a:pt x="278" y="0"/>
                  </a:lnTo>
                  <a:lnTo>
                    <a:pt x="278" y="0"/>
                  </a:lnTo>
                  <a:lnTo>
                    <a:pt x="272" y="0"/>
                  </a:lnTo>
                  <a:lnTo>
                    <a:pt x="272" y="0"/>
                  </a:lnTo>
                  <a:lnTo>
                    <a:pt x="262" y="0"/>
                  </a:lnTo>
                  <a:lnTo>
                    <a:pt x="262" y="0"/>
                  </a:lnTo>
                  <a:lnTo>
                    <a:pt x="242" y="0"/>
                  </a:lnTo>
                  <a:lnTo>
                    <a:pt x="222" y="2"/>
                  </a:lnTo>
                  <a:lnTo>
                    <a:pt x="222" y="2"/>
                  </a:lnTo>
                  <a:lnTo>
                    <a:pt x="214" y="4"/>
                  </a:lnTo>
                  <a:lnTo>
                    <a:pt x="214" y="4"/>
                  </a:lnTo>
                  <a:lnTo>
                    <a:pt x="194" y="8"/>
                  </a:lnTo>
                  <a:lnTo>
                    <a:pt x="194" y="8"/>
                  </a:lnTo>
                  <a:lnTo>
                    <a:pt x="192" y="8"/>
                  </a:lnTo>
                  <a:lnTo>
                    <a:pt x="192" y="8"/>
                  </a:lnTo>
                  <a:lnTo>
                    <a:pt x="186" y="10"/>
                  </a:lnTo>
                  <a:lnTo>
                    <a:pt x="186" y="10"/>
                  </a:lnTo>
                  <a:lnTo>
                    <a:pt x="176" y="14"/>
                  </a:lnTo>
                  <a:lnTo>
                    <a:pt x="176" y="14"/>
                  </a:lnTo>
                  <a:lnTo>
                    <a:pt x="172" y="16"/>
                  </a:lnTo>
                  <a:lnTo>
                    <a:pt x="172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42" y="30"/>
                  </a:lnTo>
                  <a:lnTo>
                    <a:pt x="142" y="30"/>
                  </a:lnTo>
                  <a:lnTo>
                    <a:pt x="126" y="38"/>
                  </a:lnTo>
                  <a:lnTo>
                    <a:pt x="126" y="38"/>
                  </a:lnTo>
                  <a:lnTo>
                    <a:pt x="112" y="50"/>
                  </a:lnTo>
                  <a:lnTo>
                    <a:pt x="98" y="62"/>
                  </a:lnTo>
                  <a:lnTo>
                    <a:pt x="84" y="74"/>
                  </a:lnTo>
                  <a:lnTo>
                    <a:pt x="72" y="88"/>
                  </a:lnTo>
                  <a:lnTo>
                    <a:pt x="62" y="104"/>
                  </a:lnTo>
                  <a:lnTo>
                    <a:pt x="50" y="122"/>
                  </a:lnTo>
                  <a:lnTo>
                    <a:pt x="42" y="138"/>
                  </a:lnTo>
                  <a:lnTo>
                    <a:pt x="32" y="158"/>
                  </a:lnTo>
                  <a:lnTo>
                    <a:pt x="26" y="178"/>
                  </a:lnTo>
                  <a:lnTo>
                    <a:pt x="18" y="198"/>
                  </a:lnTo>
                  <a:lnTo>
                    <a:pt x="8" y="244"/>
                  </a:lnTo>
                  <a:lnTo>
                    <a:pt x="2" y="292"/>
                  </a:lnTo>
                  <a:lnTo>
                    <a:pt x="0" y="344"/>
                  </a:lnTo>
                  <a:lnTo>
                    <a:pt x="0" y="344"/>
                  </a:lnTo>
                  <a:lnTo>
                    <a:pt x="2" y="400"/>
                  </a:lnTo>
                  <a:lnTo>
                    <a:pt x="8" y="458"/>
                  </a:lnTo>
                  <a:lnTo>
                    <a:pt x="20" y="518"/>
                  </a:lnTo>
                  <a:lnTo>
                    <a:pt x="34" y="580"/>
                  </a:lnTo>
                  <a:lnTo>
                    <a:pt x="54" y="640"/>
                  </a:lnTo>
                  <a:lnTo>
                    <a:pt x="78" y="702"/>
                  </a:lnTo>
                  <a:lnTo>
                    <a:pt x="104" y="764"/>
                  </a:lnTo>
                  <a:lnTo>
                    <a:pt x="136" y="824"/>
                  </a:lnTo>
                  <a:lnTo>
                    <a:pt x="136" y="824"/>
                  </a:lnTo>
                  <a:lnTo>
                    <a:pt x="152" y="854"/>
                  </a:lnTo>
                  <a:lnTo>
                    <a:pt x="152" y="854"/>
                  </a:lnTo>
                  <a:lnTo>
                    <a:pt x="170" y="883"/>
                  </a:lnTo>
                  <a:lnTo>
                    <a:pt x="170" y="883"/>
                  </a:lnTo>
                  <a:lnTo>
                    <a:pt x="206" y="941"/>
                  </a:lnTo>
                  <a:lnTo>
                    <a:pt x="246" y="995"/>
                  </a:lnTo>
                  <a:lnTo>
                    <a:pt x="288" y="1047"/>
                  </a:lnTo>
                  <a:lnTo>
                    <a:pt x="332" y="1093"/>
                  </a:lnTo>
                  <a:lnTo>
                    <a:pt x="378" y="1137"/>
                  </a:lnTo>
                  <a:lnTo>
                    <a:pt x="426" y="1177"/>
                  </a:lnTo>
                  <a:lnTo>
                    <a:pt x="474" y="1213"/>
                  </a:lnTo>
                  <a:lnTo>
                    <a:pt x="522" y="1243"/>
                  </a:lnTo>
                  <a:lnTo>
                    <a:pt x="522" y="1243"/>
                  </a:lnTo>
                  <a:lnTo>
                    <a:pt x="568" y="1267"/>
                  </a:lnTo>
                  <a:lnTo>
                    <a:pt x="614" y="1287"/>
                  </a:lnTo>
                  <a:lnTo>
                    <a:pt x="658" y="1301"/>
                  </a:lnTo>
                  <a:lnTo>
                    <a:pt x="680" y="1307"/>
                  </a:lnTo>
                  <a:lnTo>
                    <a:pt x="702" y="1309"/>
                  </a:lnTo>
                  <a:lnTo>
                    <a:pt x="722" y="1313"/>
                  </a:lnTo>
                  <a:lnTo>
                    <a:pt x="742" y="1313"/>
                  </a:lnTo>
                  <a:lnTo>
                    <a:pt x="762" y="1313"/>
                  </a:lnTo>
                  <a:lnTo>
                    <a:pt x="782" y="1311"/>
                  </a:lnTo>
                  <a:lnTo>
                    <a:pt x="802" y="1309"/>
                  </a:lnTo>
                  <a:lnTo>
                    <a:pt x="820" y="1305"/>
                  </a:lnTo>
                  <a:lnTo>
                    <a:pt x="838" y="1299"/>
                  </a:lnTo>
                  <a:lnTo>
                    <a:pt x="854" y="1291"/>
                  </a:lnTo>
                  <a:lnTo>
                    <a:pt x="854" y="1291"/>
                  </a:lnTo>
                  <a:lnTo>
                    <a:pt x="870" y="1283"/>
                  </a:lnTo>
                  <a:lnTo>
                    <a:pt x="870" y="1283"/>
                  </a:lnTo>
                  <a:lnTo>
                    <a:pt x="876" y="1281"/>
                  </a:lnTo>
                  <a:lnTo>
                    <a:pt x="876" y="1281"/>
                  </a:lnTo>
                  <a:lnTo>
                    <a:pt x="878" y="1279"/>
                  </a:lnTo>
                  <a:lnTo>
                    <a:pt x="878" y="1279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906" y="1259"/>
                  </a:lnTo>
                  <a:lnTo>
                    <a:pt x="926" y="1239"/>
                  </a:lnTo>
                  <a:lnTo>
                    <a:pt x="944" y="1217"/>
                  </a:lnTo>
                  <a:lnTo>
                    <a:pt x="960" y="1191"/>
                  </a:lnTo>
                  <a:lnTo>
                    <a:pt x="974" y="1165"/>
                  </a:lnTo>
                  <a:lnTo>
                    <a:pt x="986" y="1135"/>
                  </a:lnTo>
                  <a:lnTo>
                    <a:pt x="994" y="1103"/>
                  </a:lnTo>
                  <a:lnTo>
                    <a:pt x="1002" y="1071"/>
                  </a:lnTo>
                  <a:lnTo>
                    <a:pt x="1002" y="1071"/>
                  </a:lnTo>
                  <a:lnTo>
                    <a:pt x="1002" y="1069"/>
                  </a:lnTo>
                  <a:lnTo>
                    <a:pt x="1002" y="1069"/>
                  </a:lnTo>
                  <a:lnTo>
                    <a:pt x="1006" y="1049"/>
                  </a:lnTo>
                  <a:lnTo>
                    <a:pt x="1006" y="1049"/>
                  </a:lnTo>
                  <a:lnTo>
                    <a:pt x="1006" y="1045"/>
                  </a:lnTo>
                  <a:lnTo>
                    <a:pt x="1006" y="1043"/>
                  </a:lnTo>
                  <a:lnTo>
                    <a:pt x="1006" y="1043"/>
                  </a:lnTo>
                  <a:lnTo>
                    <a:pt x="1006" y="1041"/>
                  </a:lnTo>
                  <a:lnTo>
                    <a:pt x="1006" y="1041"/>
                  </a:lnTo>
                  <a:lnTo>
                    <a:pt x="1008" y="1023"/>
                  </a:lnTo>
                  <a:lnTo>
                    <a:pt x="1008" y="1021"/>
                  </a:lnTo>
                  <a:lnTo>
                    <a:pt x="1008" y="1021"/>
                  </a:lnTo>
                  <a:lnTo>
                    <a:pt x="1010" y="1011"/>
                  </a:lnTo>
                  <a:lnTo>
                    <a:pt x="1010" y="1011"/>
                  </a:lnTo>
                  <a:lnTo>
                    <a:pt x="1010" y="999"/>
                  </a:lnTo>
                  <a:lnTo>
                    <a:pt x="1010" y="995"/>
                  </a:lnTo>
                  <a:lnTo>
                    <a:pt x="1010" y="995"/>
                  </a:lnTo>
                  <a:lnTo>
                    <a:pt x="1010" y="969"/>
                  </a:lnTo>
                  <a:lnTo>
                    <a:pt x="1010" y="969"/>
                  </a:lnTo>
                  <a:lnTo>
                    <a:pt x="1010" y="945"/>
                  </a:lnTo>
                  <a:lnTo>
                    <a:pt x="1010" y="945"/>
                  </a:lnTo>
                  <a:close/>
                  <a:moveTo>
                    <a:pt x="960" y="961"/>
                  </a:moveTo>
                  <a:lnTo>
                    <a:pt x="960" y="963"/>
                  </a:lnTo>
                  <a:lnTo>
                    <a:pt x="960" y="963"/>
                  </a:lnTo>
                  <a:lnTo>
                    <a:pt x="958" y="975"/>
                  </a:lnTo>
                  <a:lnTo>
                    <a:pt x="958" y="975"/>
                  </a:lnTo>
                  <a:lnTo>
                    <a:pt x="958" y="985"/>
                  </a:lnTo>
                  <a:lnTo>
                    <a:pt x="958" y="987"/>
                  </a:lnTo>
                  <a:lnTo>
                    <a:pt x="958" y="987"/>
                  </a:lnTo>
                  <a:lnTo>
                    <a:pt x="956" y="1003"/>
                  </a:lnTo>
                  <a:lnTo>
                    <a:pt x="956" y="1003"/>
                  </a:lnTo>
                  <a:lnTo>
                    <a:pt x="956" y="1003"/>
                  </a:lnTo>
                  <a:lnTo>
                    <a:pt x="956" y="1005"/>
                  </a:lnTo>
                  <a:lnTo>
                    <a:pt x="956" y="1005"/>
                  </a:lnTo>
                  <a:lnTo>
                    <a:pt x="956" y="1009"/>
                  </a:lnTo>
                  <a:lnTo>
                    <a:pt x="956" y="1009"/>
                  </a:lnTo>
                  <a:lnTo>
                    <a:pt x="952" y="1027"/>
                  </a:lnTo>
                  <a:lnTo>
                    <a:pt x="952" y="1027"/>
                  </a:lnTo>
                  <a:lnTo>
                    <a:pt x="952" y="1029"/>
                  </a:lnTo>
                  <a:lnTo>
                    <a:pt x="952" y="1029"/>
                  </a:lnTo>
                  <a:lnTo>
                    <a:pt x="946" y="1059"/>
                  </a:lnTo>
                  <a:lnTo>
                    <a:pt x="938" y="1087"/>
                  </a:lnTo>
                  <a:lnTo>
                    <a:pt x="926" y="1115"/>
                  </a:lnTo>
                  <a:lnTo>
                    <a:pt x="914" y="1139"/>
                  </a:lnTo>
                  <a:lnTo>
                    <a:pt x="900" y="1161"/>
                  </a:lnTo>
                  <a:lnTo>
                    <a:pt x="884" y="1181"/>
                  </a:lnTo>
                  <a:lnTo>
                    <a:pt x="866" y="1197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0" y="1217"/>
                  </a:lnTo>
                  <a:lnTo>
                    <a:pt x="840" y="1217"/>
                  </a:lnTo>
                  <a:lnTo>
                    <a:pt x="838" y="1217"/>
                  </a:lnTo>
                  <a:lnTo>
                    <a:pt x="838" y="1217"/>
                  </a:lnTo>
                  <a:lnTo>
                    <a:pt x="832" y="1221"/>
                  </a:lnTo>
                  <a:lnTo>
                    <a:pt x="832" y="1221"/>
                  </a:lnTo>
                  <a:lnTo>
                    <a:pt x="820" y="1227"/>
                  </a:lnTo>
                  <a:lnTo>
                    <a:pt x="820" y="1227"/>
                  </a:lnTo>
                  <a:lnTo>
                    <a:pt x="804" y="1235"/>
                  </a:lnTo>
                  <a:lnTo>
                    <a:pt x="788" y="1239"/>
                  </a:lnTo>
                  <a:lnTo>
                    <a:pt x="772" y="1243"/>
                  </a:lnTo>
                  <a:lnTo>
                    <a:pt x="754" y="1245"/>
                  </a:lnTo>
                  <a:lnTo>
                    <a:pt x="738" y="1247"/>
                  </a:lnTo>
                  <a:lnTo>
                    <a:pt x="720" y="1247"/>
                  </a:lnTo>
                  <a:lnTo>
                    <a:pt x="682" y="1245"/>
                  </a:lnTo>
                  <a:lnTo>
                    <a:pt x="644" y="1237"/>
                  </a:lnTo>
                  <a:lnTo>
                    <a:pt x="604" y="1225"/>
                  </a:lnTo>
                  <a:lnTo>
                    <a:pt x="562" y="1207"/>
                  </a:lnTo>
                  <a:lnTo>
                    <a:pt x="520" y="1185"/>
                  </a:lnTo>
                  <a:lnTo>
                    <a:pt x="520" y="1185"/>
                  </a:lnTo>
                  <a:lnTo>
                    <a:pt x="476" y="1157"/>
                  </a:lnTo>
                  <a:lnTo>
                    <a:pt x="434" y="1125"/>
                  </a:lnTo>
                  <a:lnTo>
                    <a:pt x="392" y="1089"/>
                  </a:lnTo>
                  <a:lnTo>
                    <a:pt x="350" y="1051"/>
                  </a:lnTo>
                  <a:lnTo>
                    <a:pt x="310" y="1007"/>
                  </a:lnTo>
                  <a:lnTo>
                    <a:pt x="272" y="961"/>
                  </a:lnTo>
                  <a:lnTo>
                    <a:pt x="236" y="913"/>
                  </a:lnTo>
                  <a:lnTo>
                    <a:pt x="204" y="860"/>
                  </a:lnTo>
                  <a:lnTo>
                    <a:pt x="204" y="860"/>
                  </a:lnTo>
                  <a:lnTo>
                    <a:pt x="188" y="834"/>
                  </a:lnTo>
                  <a:lnTo>
                    <a:pt x="188" y="834"/>
                  </a:lnTo>
                  <a:lnTo>
                    <a:pt x="174" y="808"/>
                  </a:lnTo>
                  <a:lnTo>
                    <a:pt x="174" y="808"/>
                  </a:lnTo>
                  <a:lnTo>
                    <a:pt x="144" y="752"/>
                  </a:lnTo>
                  <a:lnTo>
                    <a:pt x="120" y="698"/>
                  </a:lnTo>
                  <a:lnTo>
                    <a:pt x="100" y="642"/>
                  </a:lnTo>
                  <a:lnTo>
                    <a:pt x="82" y="586"/>
                  </a:lnTo>
                  <a:lnTo>
                    <a:pt x="68" y="532"/>
                  </a:lnTo>
                  <a:lnTo>
                    <a:pt x="58" y="478"/>
                  </a:lnTo>
                  <a:lnTo>
                    <a:pt x="52" y="426"/>
                  </a:lnTo>
                  <a:lnTo>
                    <a:pt x="50" y="374"/>
                  </a:lnTo>
                  <a:lnTo>
                    <a:pt x="50" y="374"/>
                  </a:lnTo>
                  <a:lnTo>
                    <a:pt x="52" y="328"/>
                  </a:lnTo>
                  <a:lnTo>
                    <a:pt x="58" y="284"/>
                  </a:lnTo>
                  <a:lnTo>
                    <a:pt x="68" y="244"/>
                  </a:lnTo>
                  <a:lnTo>
                    <a:pt x="80" y="208"/>
                  </a:lnTo>
                  <a:lnTo>
                    <a:pt x="96" y="174"/>
                  </a:lnTo>
                  <a:lnTo>
                    <a:pt x="106" y="160"/>
                  </a:lnTo>
                  <a:lnTo>
                    <a:pt x="116" y="146"/>
                  </a:lnTo>
                  <a:lnTo>
                    <a:pt x="126" y="132"/>
                  </a:lnTo>
                  <a:lnTo>
                    <a:pt x="138" y="120"/>
                  </a:lnTo>
                  <a:lnTo>
                    <a:pt x="152" y="110"/>
                  </a:lnTo>
                  <a:lnTo>
                    <a:pt x="164" y="100"/>
                  </a:lnTo>
                  <a:lnTo>
                    <a:pt x="164" y="100"/>
                  </a:lnTo>
                  <a:lnTo>
                    <a:pt x="178" y="92"/>
                  </a:lnTo>
                  <a:lnTo>
                    <a:pt x="178" y="92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200" y="82"/>
                  </a:lnTo>
                  <a:lnTo>
                    <a:pt x="200" y="82"/>
                  </a:lnTo>
                  <a:lnTo>
                    <a:pt x="204" y="80"/>
                  </a:lnTo>
                  <a:lnTo>
                    <a:pt x="204" y="80"/>
                  </a:lnTo>
                  <a:lnTo>
                    <a:pt x="206" y="80"/>
                  </a:lnTo>
                  <a:lnTo>
                    <a:pt x="206" y="80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18" y="74"/>
                  </a:lnTo>
                  <a:lnTo>
                    <a:pt x="218" y="74"/>
                  </a:lnTo>
                  <a:lnTo>
                    <a:pt x="224" y="74"/>
                  </a:lnTo>
                  <a:lnTo>
                    <a:pt x="224" y="74"/>
                  </a:lnTo>
                  <a:lnTo>
                    <a:pt x="226" y="72"/>
                  </a:lnTo>
                  <a:lnTo>
                    <a:pt x="226" y="72"/>
                  </a:lnTo>
                  <a:lnTo>
                    <a:pt x="244" y="68"/>
                  </a:lnTo>
                  <a:lnTo>
                    <a:pt x="244" y="68"/>
                  </a:lnTo>
                  <a:lnTo>
                    <a:pt x="250" y="68"/>
                  </a:lnTo>
                  <a:lnTo>
                    <a:pt x="250" y="68"/>
                  </a:lnTo>
                  <a:lnTo>
                    <a:pt x="268" y="66"/>
                  </a:lnTo>
                  <a:lnTo>
                    <a:pt x="286" y="66"/>
                  </a:lnTo>
                  <a:lnTo>
                    <a:pt x="286" y="66"/>
                  </a:lnTo>
                  <a:lnTo>
                    <a:pt x="296" y="66"/>
                  </a:lnTo>
                  <a:lnTo>
                    <a:pt x="296" y="66"/>
                  </a:lnTo>
                  <a:lnTo>
                    <a:pt x="300" y="66"/>
                  </a:lnTo>
                  <a:lnTo>
                    <a:pt x="300" y="66"/>
                  </a:lnTo>
                  <a:lnTo>
                    <a:pt x="334" y="70"/>
                  </a:lnTo>
                  <a:lnTo>
                    <a:pt x="370" y="76"/>
                  </a:lnTo>
                  <a:lnTo>
                    <a:pt x="370" y="76"/>
                  </a:lnTo>
                  <a:lnTo>
                    <a:pt x="376" y="78"/>
                  </a:lnTo>
                  <a:lnTo>
                    <a:pt x="376" y="78"/>
                  </a:lnTo>
                  <a:lnTo>
                    <a:pt x="390" y="84"/>
                  </a:lnTo>
                  <a:lnTo>
                    <a:pt x="390" y="84"/>
                  </a:lnTo>
                  <a:lnTo>
                    <a:pt x="400" y="86"/>
                  </a:lnTo>
                  <a:lnTo>
                    <a:pt x="400" y="86"/>
                  </a:lnTo>
                  <a:lnTo>
                    <a:pt x="408" y="90"/>
                  </a:lnTo>
                  <a:lnTo>
                    <a:pt x="408" y="90"/>
                  </a:lnTo>
                  <a:lnTo>
                    <a:pt x="424" y="96"/>
                  </a:lnTo>
                  <a:lnTo>
                    <a:pt x="424" y="96"/>
                  </a:lnTo>
                  <a:lnTo>
                    <a:pt x="450" y="106"/>
                  </a:lnTo>
                  <a:lnTo>
                    <a:pt x="450" y="106"/>
                  </a:lnTo>
                  <a:lnTo>
                    <a:pt x="452" y="108"/>
                  </a:lnTo>
                  <a:lnTo>
                    <a:pt x="452" y="108"/>
                  </a:lnTo>
                  <a:lnTo>
                    <a:pt x="462" y="112"/>
                  </a:lnTo>
                  <a:lnTo>
                    <a:pt x="462" y="112"/>
                  </a:lnTo>
                  <a:lnTo>
                    <a:pt x="466" y="114"/>
                  </a:lnTo>
                  <a:lnTo>
                    <a:pt x="466" y="114"/>
                  </a:lnTo>
                  <a:lnTo>
                    <a:pt x="470" y="118"/>
                  </a:lnTo>
                  <a:lnTo>
                    <a:pt x="470" y="11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532" y="154"/>
                  </a:lnTo>
                  <a:lnTo>
                    <a:pt x="572" y="184"/>
                  </a:lnTo>
                  <a:lnTo>
                    <a:pt x="612" y="216"/>
                  </a:lnTo>
                  <a:lnTo>
                    <a:pt x="650" y="252"/>
                  </a:lnTo>
                  <a:lnTo>
                    <a:pt x="688" y="292"/>
                  </a:lnTo>
                  <a:lnTo>
                    <a:pt x="724" y="334"/>
                  </a:lnTo>
                  <a:lnTo>
                    <a:pt x="758" y="380"/>
                  </a:lnTo>
                  <a:lnTo>
                    <a:pt x="790" y="426"/>
                  </a:lnTo>
                  <a:lnTo>
                    <a:pt x="790" y="426"/>
                  </a:lnTo>
                  <a:lnTo>
                    <a:pt x="790" y="426"/>
                  </a:lnTo>
                  <a:lnTo>
                    <a:pt x="808" y="452"/>
                  </a:lnTo>
                  <a:lnTo>
                    <a:pt x="808" y="452"/>
                  </a:lnTo>
                  <a:lnTo>
                    <a:pt x="822" y="478"/>
                  </a:lnTo>
                  <a:lnTo>
                    <a:pt x="822" y="478"/>
                  </a:lnTo>
                  <a:lnTo>
                    <a:pt x="838" y="504"/>
                  </a:lnTo>
                  <a:lnTo>
                    <a:pt x="838" y="504"/>
                  </a:lnTo>
                  <a:lnTo>
                    <a:pt x="850" y="526"/>
                  </a:lnTo>
                  <a:lnTo>
                    <a:pt x="850" y="526"/>
                  </a:lnTo>
                  <a:lnTo>
                    <a:pt x="854" y="536"/>
                  </a:lnTo>
                  <a:lnTo>
                    <a:pt x="854" y="536"/>
                  </a:lnTo>
                  <a:lnTo>
                    <a:pt x="864" y="554"/>
                  </a:lnTo>
                  <a:lnTo>
                    <a:pt x="866" y="560"/>
                  </a:lnTo>
                  <a:lnTo>
                    <a:pt x="866" y="560"/>
                  </a:lnTo>
                  <a:lnTo>
                    <a:pt x="882" y="594"/>
                  </a:lnTo>
                  <a:lnTo>
                    <a:pt x="896" y="630"/>
                  </a:lnTo>
                  <a:lnTo>
                    <a:pt x="908" y="664"/>
                  </a:lnTo>
                  <a:lnTo>
                    <a:pt x="920" y="698"/>
                  </a:lnTo>
                  <a:lnTo>
                    <a:pt x="930" y="732"/>
                  </a:lnTo>
                  <a:lnTo>
                    <a:pt x="940" y="766"/>
                  </a:lnTo>
                  <a:lnTo>
                    <a:pt x="946" y="800"/>
                  </a:lnTo>
                  <a:lnTo>
                    <a:pt x="952" y="834"/>
                  </a:lnTo>
                  <a:lnTo>
                    <a:pt x="952" y="834"/>
                  </a:lnTo>
                  <a:lnTo>
                    <a:pt x="952" y="834"/>
                  </a:lnTo>
                  <a:lnTo>
                    <a:pt x="954" y="854"/>
                  </a:lnTo>
                  <a:lnTo>
                    <a:pt x="954" y="854"/>
                  </a:lnTo>
                  <a:lnTo>
                    <a:pt x="956" y="867"/>
                  </a:lnTo>
                  <a:lnTo>
                    <a:pt x="956" y="867"/>
                  </a:lnTo>
                  <a:lnTo>
                    <a:pt x="958" y="887"/>
                  </a:lnTo>
                  <a:lnTo>
                    <a:pt x="958" y="889"/>
                  </a:lnTo>
                  <a:lnTo>
                    <a:pt x="958" y="889"/>
                  </a:lnTo>
                  <a:lnTo>
                    <a:pt x="960" y="911"/>
                  </a:lnTo>
                  <a:lnTo>
                    <a:pt x="960" y="911"/>
                  </a:lnTo>
                  <a:lnTo>
                    <a:pt x="960" y="911"/>
                  </a:lnTo>
                  <a:lnTo>
                    <a:pt x="960" y="915"/>
                  </a:lnTo>
                  <a:lnTo>
                    <a:pt x="960" y="915"/>
                  </a:lnTo>
                  <a:lnTo>
                    <a:pt x="960" y="939"/>
                  </a:lnTo>
                  <a:lnTo>
                    <a:pt x="960" y="939"/>
                  </a:lnTo>
                  <a:lnTo>
                    <a:pt x="960" y="961"/>
                  </a:lnTo>
                  <a:lnTo>
                    <a:pt x="960" y="961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94" name="Freeform 59"/>
            <p:cNvSpPr/>
            <p:nvPr/>
          </p:nvSpPr>
          <p:spPr>
            <a:xfrm>
              <a:off x="6244920" y="3429720"/>
              <a:ext cx="120240" cy="15660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156600"/>
                <a:gd name="textAreaBottom" fmla="*/ 156960 h 156600"/>
              </a:gdLst>
              <a:ahLst/>
              <a:rect l="textAreaLeft" t="textAreaTop" r="textAreaRight" b="textAreaBottom"/>
              <a:pathLst>
                <a:path w="818" h="1065">
                  <a:moveTo>
                    <a:pt x="818" y="761"/>
                  </a:moveTo>
                  <a:lnTo>
                    <a:pt x="818" y="761"/>
                  </a:lnTo>
                  <a:lnTo>
                    <a:pt x="818" y="761"/>
                  </a:lnTo>
                  <a:lnTo>
                    <a:pt x="818" y="761"/>
                  </a:lnTo>
                  <a:lnTo>
                    <a:pt x="816" y="740"/>
                  </a:lnTo>
                  <a:lnTo>
                    <a:pt x="816" y="738"/>
                  </a:lnTo>
                  <a:lnTo>
                    <a:pt x="816" y="738"/>
                  </a:lnTo>
                  <a:lnTo>
                    <a:pt x="816" y="722"/>
                  </a:lnTo>
                  <a:lnTo>
                    <a:pt x="816" y="722"/>
                  </a:lnTo>
                  <a:lnTo>
                    <a:pt x="814" y="710"/>
                  </a:lnTo>
                  <a:lnTo>
                    <a:pt x="814" y="710"/>
                  </a:lnTo>
                  <a:lnTo>
                    <a:pt x="812" y="692"/>
                  </a:lnTo>
                  <a:lnTo>
                    <a:pt x="812" y="692"/>
                  </a:lnTo>
                  <a:lnTo>
                    <a:pt x="812" y="692"/>
                  </a:lnTo>
                  <a:lnTo>
                    <a:pt x="806" y="662"/>
                  </a:lnTo>
                  <a:lnTo>
                    <a:pt x="800" y="632"/>
                  </a:lnTo>
                  <a:lnTo>
                    <a:pt x="792" y="600"/>
                  </a:lnTo>
                  <a:lnTo>
                    <a:pt x="782" y="570"/>
                  </a:lnTo>
                  <a:lnTo>
                    <a:pt x="760" y="508"/>
                  </a:lnTo>
                  <a:lnTo>
                    <a:pt x="734" y="446"/>
                  </a:lnTo>
                  <a:lnTo>
                    <a:pt x="732" y="440"/>
                  </a:lnTo>
                  <a:lnTo>
                    <a:pt x="732" y="440"/>
                  </a:lnTo>
                  <a:lnTo>
                    <a:pt x="722" y="424"/>
                  </a:lnTo>
                  <a:lnTo>
                    <a:pt x="722" y="424"/>
                  </a:lnTo>
                  <a:lnTo>
                    <a:pt x="718" y="416"/>
                  </a:lnTo>
                  <a:lnTo>
                    <a:pt x="718" y="416"/>
                  </a:lnTo>
                  <a:lnTo>
                    <a:pt x="708" y="396"/>
                  </a:lnTo>
                  <a:lnTo>
                    <a:pt x="708" y="396"/>
                  </a:lnTo>
                  <a:lnTo>
                    <a:pt x="694" y="372"/>
                  </a:lnTo>
                  <a:lnTo>
                    <a:pt x="694" y="372"/>
                  </a:lnTo>
                  <a:lnTo>
                    <a:pt x="682" y="348"/>
                  </a:lnTo>
                  <a:lnTo>
                    <a:pt x="682" y="348"/>
                  </a:lnTo>
                  <a:lnTo>
                    <a:pt x="666" y="326"/>
                  </a:lnTo>
                  <a:lnTo>
                    <a:pt x="666" y="326"/>
                  </a:lnTo>
                  <a:lnTo>
                    <a:pt x="666" y="326"/>
                  </a:lnTo>
                  <a:lnTo>
                    <a:pt x="636" y="282"/>
                  </a:lnTo>
                  <a:lnTo>
                    <a:pt x="606" y="242"/>
                  </a:lnTo>
                  <a:lnTo>
                    <a:pt x="574" y="204"/>
                  </a:lnTo>
                  <a:lnTo>
                    <a:pt x="540" y="170"/>
                  </a:lnTo>
                  <a:lnTo>
                    <a:pt x="504" y="136"/>
                  </a:lnTo>
                  <a:lnTo>
                    <a:pt x="470" y="106"/>
                  </a:lnTo>
                  <a:lnTo>
                    <a:pt x="432" y="80"/>
                  </a:lnTo>
                  <a:lnTo>
                    <a:pt x="396" y="58"/>
                  </a:lnTo>
                  <a:lnTo>
                    <a:pt x="396" y="58"/>
                  </a:lnTo>
                  <a:lnTo>
                    <a:pt x="396" y="56"/>
                  </a:lnTo>
                  <a:lnTo>
                    <a:pt x="396" y="56"/>
                  </a:lnTo>
                  <a:lnTo>
                    <a:pt x="378" y="48"/>
                  </a:lnTo>
                  <a:lnTo>
                    <a:pt x="378" y="48"/>
                  </a:lnTo>
                  <a:lnTo>
                    <a:pt x="374" y="44"/>
                  </a:lnTo>
                  <a:lnTo>
                    <a:pt x="374" y="44"/>
                  </a:lnTo>
                  <a:lnTo>
                    <a:pt x="370" y="42"/>
                  </a:lnTo>
                  <a:lnTo>
                    <a:pt x="370" y="42"/>
                  </a:lnTo>
                  <a:lnTo>
                    <a:pt x="360" y="38"/>
                  </a:lnTo>
                  <a:lnTo>
                    <a:pt x="360" y="38"/>
                  </a:lnTo>
                  <a:lnTo>
                    <a:pt x="358" y="38"/>
                  </a:lnTo>
                  <a:lnTo>
                    <a:pt x="358" y="38"/>
                  </a:lnTo>
                  <a:lnTo>
                    <a:pt x="336" y="28"/>
                  </a:lnTo>
                  <a:lnTo>
                    <a:pt x="336" y="28"/>
                  </a:lnTo>
                  <a:lnTo>
                    <a:pt x="322" y="22"/>
                  </a:lnTo>
                  <a:lnTo>
                    <a:pt x="322" y="22"/>
                  </a:lnTo>
                  <a:lnTo>
                    <a:pt x="314" y="20"/>
                  </a:lnTo>
                  <a:lnTo>
                    <a:pt x="314" y="20"/>
                  </a:lnTo>
                  <a:lnTo>
                    <a:pt x="306" y="16"/>
                  </a:lnTo>
                  <a:lnTo>
                    <a:pt x="306" y="16"/>
                  </a:lnTo>
                  <a:lnTo>
                    <a:pt x="294" y="12"/>
                  </a:lnTo>
                  <a:lnTo>
                    <a:pt x="294" y="12"/>
                  </a:lnTo>
                  <a:lnTo>
                    <a:pt x="288" y="10"/>
                  </a:lnTo>
                  <a:lnTo>
                    <a:pt x="288" y="10"/>
                  </a:lnTo>
                  <a:lnTo>
                    <a:pt x="256" y="4"/>
                  </a:lnTo>
                  <a:lnTo>
                    <a:pt x="224" y="0"/>
                  </a:lnTo>
                  <a:lnTo>
                    <a:pt x="224" y="0"/>
                  </a:lnTo>
                  <a:lnTo>
                    <a:pt x="220" y="0"/>
                  </a:lnTo>
                  <a:lnTo>
                    <a:pt x="220" y="0"/>
                  </a:lnTo>
                  <a:lnTo>
                    <a:pt x="212" y="0"/>
                  </a:lnTo>
                  <a:lnTo>
                    <a:pt x="212" y="0"/>
                  </a:lnTo>
                  <a:lnTo>
                    <a:pt x="196" y="0"/>
                  </a:lnTo>
                  <a:lnTo>
                    <a:pt x="180" y="2"/>
                  </a:lnTo>
                  <a:lnTo>
                    <a:pt x="180" y="2"/>
                  </a:lnTo>
                  <a:lnTo>
                    <a:pt x="174" y="4"/>
                  </a:lnTo>
                  <a:lnTo>
                    <a:pt x="174" y="4"/>
                  </a:lnTo>
                  <a:lnTo>
                    <a:pt x="158" y="8"/>
                  </a:lnTo>
                  <a:lnTo>
                    <a:pt x="158" y="8"/>
                  </a:lnTo>
                  <a:lnTo>
                    <a:pt x="156" y="8"/>
                  </a:lnTo>
                  <a:lnTo>
                    <a:pt x="156" y="8"/>
                  </a:lnTo>
                  <a:lnTo>
                    <a:pt x="150" y="10"/>
                  </a:lnTo>
                  <a:lnTo>
                    <a:pt x="150" y="10"/>
                  </a:lnTo>
                  <a:lnTo>
                    <a:pt x="142" y="12"/>
                  </a:lnTo>
                  <a:lnTo>
                    <a:pt x="142" y="12"/>
                  </a:lnTo>
                  <a:lnTo>
                    <a:pt x="140" y="12"/>
                  </a:lnTo>
                  <a:lnTo>
                    <a:pt x="140" y="12"/>
                  </a:lnTo>
                  <a:lnTo>
                    <a:pt x="138" y="14"/>
                  </a:lnTo>
                  <a:lnTo>
                    <a:pt x="138" y="14"/>
                  </a:lnTo>
                  <a:lnTo>
                    <a:pt x="134" y="16"/>
                  </a:lnTo>
                  <a:lnTo>
                    <a:pt x="134" y="16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90" y="40"/>
                  </a:lnTo>
                  <a:lnTo>
                    <a:pt x="80" y="50"/>
                  </a:lnTo>
                  <a:lnTo>
                    <a:pt x="58" y="72"/>
                  </a:lnTo>
                  <a:lnTo>
                    <a:pt x="42" y="98"/>
                  </a:lnTo>
                  <a:lnTo>
                    <a:pt x="26" y="128"/>
                  </a:lnTo>
                  <a:lnTo>
                    <a:pt x="16" y="162"/>
                  </a:lnTo>
                  <a:lnTo>
                    <a:pt x="6" y="198"/>
                  </a:lnTo>
                  <a:lnTo>
                    <a:pt x="2" y="236"/>
                  </a:lnTo>
                  <a:lnTo>
                    <a:pt x="0" y="278"/>
                  </a:lnTo>
                  <a:lnTo>
                    <a:pt x="0" y="278"/>
                  </a:lnTo>
                  <a:lnTo>
                    <a:pt x="2" y="324"/>
                  </a:lnTo>
                  <a:lnTo>
                    <a:pt x="6" y="372"/>
                  </a:lnTo>
                  <a:lnTo>
                    <a:pt x="16" y="420"/>
                  </a:lnTo>
                  <a:lnTo>
                    <a:pt x="28" y="470"/>
                  </a:lnTo>
                  <a:lnTo>
                    <a:pt x="44" y="520"/>
                  </a:lnTo>
                  <a:lnTo>
                    <a:pt x="62" y="570"/>
                  </a:lnTo>
                  <a:lnTo>
                    <a:pt x="84" y="620"/>
                  </a:lnTo>
                  <a:lnTo>
                    <a:pt x="110" y="668"/>
                  </a:lnTo>
                  <a:lnTo>
                    <a:pt x="110" y="668"/>
                  </a:lnTo>
                  <a:lnTo>
                    <a:pt x="124" y="692"/>
                  </a:lnTo>
                  <a:lnTo>
                    <a:pt x="124" y="692"/>
                  </a:lnTo>
                  <a:lnTo>
                    <a:pt x="138" y="714"/>
                  </a:lnTo>
                  <a:lnTo>
                    <a:pt x="138" y="714"/>
                  </a:lnTo>
                  <a:lnTo>
                    <a:pt x="168" y="763"/>
                  </a:lnTo>
                  <a:lnTo>
                    <a:pt x="200" y="807"/>
                  </a:lnTo>
                  <a:lnTo>
                    <a:pt x="234" y="849"/>
                  </a:lnTo>
                  <a:lnTo>
                    <a:pt x="270" y="887"/>
                  </a:lnTo>
                  <a:lnTo>
                    <a:pt x="306" y="923"/>
                  </a:lnTo>
                  <a:lnTo>
                    <a:pt x="344" y="955"/>
                  </a:lnTo>
                  <a:lnTo>
                    <a:pt x="384" y="983"/>
                  </a:lnTo>
                  <a:lnTo>
                    <a:pt x="422" y="1009"/>
                  </a:lnTo>
                  <a:lnTo>
                    <a:pt x="422" y="1009"/>
                  </a:lnTo>
                  <a:lnTo>
                    <a:pt x="460" y="1027"/>
                  </a:lnTo>
                  <a:lnTo>
                    <a:pt x="498" y="1043"/>
                  </a:lnTo>
                  <a:lnTo>
                    <a:pt x="534" y="1055"/>
                  </a:lnTo>
                  <a:lnTo>
                    <a:pt x="568" y="1061"/>
                  </a:lnTo>
                  <a:lnTo>
                    <a:pt x="602" y="1065"/>
                  </a:lnTo>
                  <a:lnTo>
                    <a:pt x="634" y="1063"/>
                  </a:lnTo>
                  <a:lnTo>
                    <a:pt x="664" y="1057"/>
                  </a:lnTo>
                  <a:lnTo>
                    <a:pt x="678" y="1053"/>
                  </a:lnTo>
                  <a:lnTo>
                    <a:pt x="692" y="1047"/>
                  </a:lnTo>
                  <a:lnTo>
                    <a:pt x="692" y="1047"/>
                  </a:lnTo>
                  <a:lnTo>
                    <a:pt x="704" y="1041"/>
                  </a:lnTo>
                  <a:lnTo>
                    <a:pt x="704" y="1041"/>
                  </a:lnTo>
                  <a:lnTo>
                    <a:pt x="708" y="1037"/>
                  </a:lnTo>
                  <a:lnTo>
                    <a:pt x="708" y="1037"/>
                  </a:lnTo>
                  <a:lnTo>
                    <a:pt x="710" y="1037"/>
                  </a:lnTo>
                  <a:lnTo>
                    <a:pt x="710" y="1037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34" y="1019"/>
                  </a:lnTo>
                  <a:lnTo>
                    <a:pt x="750" y="1005"/>
                  </a:lnTo>
                  <a:lnTo>
                    <a:pt x="764" y="987"/>
                  </a:lnTo>
                  <a:lnTo>
                    <a:pt x="778" y="967"/>
                  </a:lnTo>
                  <a:lnTo>
                    <a:pt x="788" y="945"/>
                  </a:lnTo>
                  <a:lnTo>
                    <a:pt x="798" y="921"/>
                  </a:lnTo>
                  <a:lnTo>
                    <a:pt x="806" y="895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4" y="851"/>
                  </a:lnTo>
                  <a:lnTo>
                    <a:pt x="814" y="851"/>
                  </a:lnTo>
                  <a:lnTo>
                    <a:pt x="814" y="847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6" y="829"/>
                  </a:lnTo>
                  <a:lnTo>
                    <a:pt x="816" y="829"/>
                  </a:lnTo>
                  <a:lnTo>
                    <a:pt x="816" y="829"/>
                  </a:lnTo>
                  <a:lnTo>
                    <a:pt x="818" y="819"/>
                  </a:lnTo>
                  <a:lnTo>
                    <a:pt x="818" y="819"/>
                  </a:lnTo>
                  <a:lnTo>
                    <a:pt x="818" y="809"/>
                  </a:lnTo>
                  <a:lnTo>
                    <a:pt x="818" y="807"/>
                  </a:lnTo>
                  <a:lnTo>
                    <a:pt x="818" y="807"/>
                  </a:lnTo>
                  <a:lnTo>
                    <a:pt x="818" y="787"/>
                  </a:lnTo>
                  <a:lnTo>
                    <a:pt x="818" y="787"/>
                  </a:lnTo>
                  <a:lnTo>
                    <a:pt x="818" y="767"/>
                  </a:lnTo>
                  <a:lnTo>
                    <a:pt x="818" y="761"/>
                  </a:lnTo>
                  <a:close/>
                  <a:moveTo>
                    <a:pt x="778" y="779"/>
                  </a:moveTo>
                  <a:lnTo>
                    <a:pt x="776" y="781"/>
                  </a:lnTo>
                  <a:lnTo>
                    <a:pt x="776" y="781"/>
                  </a:lnTo>
                  <a:lnTo>
                    <a:pt x="776" y="791"/>
                  </a:lnTo>
                  <a:lnTo>
                    <a:pt x="776" y="791"/>
                  </a:lnTo>
                  <a:lnTo>
                    <a:pt x="776" y="799"/>
                  </a:lnTo>
                  <a:lnTo>
                    <a:pt x="776" y="799"/>
                  </a:lnTo>
                  <a:lnTo>
                    <a:pt x="776" y="799"/>
                  </a:lnTo>
                  <a:lnTo>
                    <a:pt x="774" y="813"/>
                  </a:lnTo>
                  <a:lnTo>
                    <a:pt x="774" y="813"/>
                  </a:lnTo>
                  <a:lnTo>
                    <a:pt x="774" y="815"/>
                  </a:lnTo>
                  <a:lnTo>
                    <a:pt x="774" y="815"/>
                  </a:lnTo>
                  <a:lnTo>
                    <a:pt x="774" y="815"/>
                  </a:lnTo>
                  <a:lnTo>
                    <a:pt x="774" y="819"/>
                  </a:lnTo>
                  <a:lnTo>
                    <a:pt x="774" y="819"/>
                  </a:lnTo>
                  <a:lnTo>
                    <a:pt x="772" y="833"/>
                  </a:lnTo>
                  <a:lnTo>
                    <a:pt x="772" y="833"/>
                  </a:lnTo>
                  <a:lnTo>
                    <a:pt x="772" y="835"/>
                  </a:lnTo>
                  <a:lnTo>
                    <a:pt x="772" y="835"/>
                  </a:lnTo>
                  <a:lnTo>
                    <a:pt x="766" y="859"/>
                  </a:lnTo>
                  <a:lnTo>
                    <a:pt x="758" y="881"/>
                  </a:lnTo>
                  <a:lnTo>
                    <a:pt x="750" y="903"/>
                  </a:lnTo>
                  <a:lnTo>
                    <a:pt x="740" y="923"/>
                  </a:lnTo>
                  <a:lnTo>
                    <a:pt x="728" y="941"/>
                  </a:lnTo>
                  <a:lnTo>
                    <a:pt x="716" y="957"/>
                  </a:lnTo>
                  <a:lnTo>
                    <a:pt x="700" y="971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0" y="987"/>
                  </a:lnTo>
                  <a:lnTo>
                    <a:pt x="680" y="987"/>
                  </a:lnTo>
                  <a:lnTo>
                    <a:pt x="678" y="987"/>
                  </a:lnTo>
                  <a:lnTo>
                    <a:pt x="678" y="987"/>
                  </a:lnTo>
                  <a:lnTo>
                    <a:pt x="674" y="989"/>
                  </a:lnTo>
                  <a:lnTo>
                    <a:pt x="674" y="989"/>
                  </a:lnTo>
                  <a:lnTo>
                    <a:pt x="664" y="995"/>
                  </a:lnTo>
                  <a:lnTo>
                    <a:pt x="664" y="995"/>
                  </a:lnTo>
                  <a:lnTo>
                    <a:pt x="638" y="1005"/>
                  </a:lnTo>
                  <a:lnTo>
                    <a:pt x="612" y="1011"/>
                  </a:lnTo>
                  <a:lnTo>
                    <a:pt x="582" y="1011"/>
                  </a:lnTo>
                  <a:lnTo>
                    <a:pt x="552" y="1009"/>
                  </a:lnTo>
                  <a:lnTo>
                    <a:pt x="520" y="1003"/>
                  </a:lnTo>
                  <a:lnTo>
                    <a:pt x="488" y="993"/>
                  </a:lnTo>
                  <a:lnTo>
                    <a:pt x="456" y="979"/>
                  </a:lnTo>
                  <a:lnTo>
                    <a:pt x="422" y="961"/>
                  </a:lnTo>
                  <a:lnTo>
                    <a:pt x="422" y="961"/>
                  </a:lnTo>
                  <a:lnTo>
                    <a:pt x="386" y="939"/>
                  </a:lnTo>
                  <a:lnTo>
                    <a:pt x="350" y="913"/>
                  </a:lnTo>
                  <a:lnTo>
                    <a:pt x="316" y="883"/>
                  </a:lnTo>
                  <a:lnTo>
                    <a:pt x="284" y="851"/>
                  </a:lnTo>
                  <a:lnTo>
                    <a:pt x="252" y="817"/>
                  </a:lnTo>
                  <a:lnTo>
                    <a:pt x="220" y="779"/>
                  </a:lnTo>
                  <a:lnTo>
                    <a:pt x="192" y="738"/>
                  </a:lnTo>
                  <a:lnTo>
                    <a:pt x="164" y="696"/>
                  </a:lnTo>
                  <a:lnTo>
                    <a:pt x="164" y="696"/>
                  </a:lnTo>
                  <a:lnTo>
                    <a:pt x="152" y="676"/>
                  </a:lnTo>
                  <a:lnTo>
                    <a:pt x="152" y="676"/>
                  </a:lnTo>
                  <a:lnTo>
                    <a:pt x="140" y="654"/>
                  </a:lnTo>
                  <a:lnTo>
                    <a:pt x="140" y="654"/>
                  </a:lnTo>
                  <a:lnTo>
                    <a:pt x="118" y="610"/>
                  </a:lnTo>
                  <a:lnTo>
                    <a:pt x="98" y="566"/>
                  </a:lnTo>
                  <a:lnTo>
                    <a:pt x="80" y="520"/>
                  </a:lnTo>
                  <a:lnTo>
                    <a:pt x="66" y="476"/>
                  </a:lnTo>
                  <a:lnTo>
                    <a:pt x="56" y="432"/>
                  </a:lnTo>
                  <a:lnTo>
                    <a:pt x="48" y="388"/>
                  </a:lnTo>
                  <a:lnTo>
                    <a:pt x="42" y="346"/>
                  </a:lnTo>
                  <a:lnTo>
                    <a:pt x="40" y="304"/>
                  </a:lnTo>
                  <a:lnTo>
                    <a:pt x="40" y="304"/>
                  </a:lnTo>
                  <a:lnTo>
                    <a:pt x="42" y="266"/>
                  </a:lnTo>
                  <a:lnTo>
                    <a:pt x="46" y="230"/>
                  </a:lnTo>
                  <a:lnTo>
                    <a:pt x="54" y="198"/>
                  </a:lnTo>
                  <a:lnTo>
                    <a:pt x="64" y="168"/>
                  </a:lnTo>
                  <a:lnTo>
                    <a:pt x="78" y="142"/>
                  </a:lnTo>
                  <a:lnTo>
                    <a:pt x="94" y="118"/>
                  </a:lnTo>
                  <a:lnTo>
                    <a:pt x="112" y="98"/>
                  </a:lnTo>
                  <a:lnTo>
                    <a:pt x="134" y="82"/>
                  </a:lnTo>
                  <a:lnTo>
                    <a:pt x="134" y="82"/>
                  </a:lnTo>
                  <a:lnTo>
                    <a:pt x="144" y="76"/>
                  </a:lnTo>
                  <a:lnTo>
                    <a:pt x="144" y="76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62" y="66"/>
                  </a:lnTo>
                  <a:lnTo>
                    <a:pt x="162" y="66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6" y="64"/>
                  </a:lnTo>
                  <a:lnTo>
                    <a:pt x="166" y="64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96" y="56"/>
                  </a:lnTo>
                  <a:lnTo>
                    <a:pt x="196" y="56"/>
                  </a:lnTo>
                  <a:lnTo>
                    <a:pt x="202" y="56"/>
                  </a:lnTo>
                  <a:lnTo>
                    <a:pt x="202" y="56"/>
                  </a:lnTo>
                  <a:lnTo>
                    <a:pt x="232" y="54"/>
                  </a:lnTo>
                  <a:lnTo>
                    <a:pt x="232" y="54"/>
                  </a:lnTo>
                  <a:lnTo>
                    <a:pt x="240" y="54"/>
                  </a:lnTo>
                  <a:lnTo>
                    <a:pt x="240" y="54"/>
                  </a:lnTo>
                  <a:lnTo>
                    <a:pt x="242" y="54"/>
                  </a:lnTo>
                  <a:lnTo>
                    <a:pt x="242" y="54"/>
                  </a:lnTo>
                  <a:lnTo>
                    <a:pt x="270" y="56"/>
                  </a:lnTo>
                  <a:lnTo>
                    <a:pt x="300" y="62"/>
                  </a:lnTo>
                  <a:lnTo>
                    <a:pt x="300" y="62"/>
                  </a:lnTo>
                  <a:lnTo>
                    <a:pt x="304" y="64"/>
                  </a:lnTo>
                  <a:lnTo>
                    <a:pt x="304" y="64"/>
                  </a:lnTo>
                  <a:lnTo>
                    <a:pt x="316" y="68"/>
                  </a:lnTo>
                  <a:lnTo>
                    <a:pt x="316" y="68"/>
                  </a:lnTo>
                  <a:lnTo>
                    <a:pt x="324" y="70"/>
                  </a:lnTo>
                  <a:lnTo>
                    <a:pt x="324" y="70"/>
                  </a:lnTo>
                  <a:lnTo>
                    <a:pt x="330" y="72"/>
                  </a:lnTo>
                  <a:lnTo>
                    <a:pt x="330" y="72"/>
                  </a:lnTo>
                  <a:lnTo>
                    <a:pt x="344" y="78"/>
                  </a:lnTo>
                  <a:lnTo>
                    <a:pt x="344" y="78"/>
                  </a:lnTo>
                  <a:lnTo>
                    <a:pt x="364" y="86"/>
                  </a:lnTo>
                  <a:lnTo>
                    <a:pt x="364" y="86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74" y="92"/>
                  </a:lnTo>
                  <a:lnTo>
                    <a:pt x="374" y="92"/>
                  </a:lnTo>
                  <a:lnTo>
                    <a:pt x="376" y="94"/>
                  </a:lnTo>
                  <a:lnTo>
                    <a:pt x="376" y="94"/>
                  </a:lnTo>
                  <a:lnTo>
                    <a:pt x="382" y="96"/>
                  </a:lnTo>
                  <a:lnTo>
                    <a:pt x="382" y="96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430" y="126"/>
                  </a:lnTo>
                  <a:lnTo>
                    <a:pt x="464" y="150"/>
                  </a:lnTo>
                  <a:lnTo>
                    <a:pt x="496" y="176"/>
                  </a:lnTo>
                  <a:lnTo>
                    <a:pt x="526" y="206"/>
                  </a:lnTo>
                  <a:lnTo>
                    <a:pt x="556" y="238"/>
                  </a:lnTo>
                  <a:lnTo>
                    <a:pt x="586" y="272"/>
                  </a:lnTo>
                  <a:lnTo>
                    <a:pt x="614" y="308"/>
                  </a:lnTo>
                  <a:lnTo>
                    <a:pt x="640" y="346"/>
                  </a:lnTo>
                  <a:lnTo>
                    <a:pt x="640" y="346"/>
                  </a:lnTo>
                  <a:lnTo>
                    <a:pt x="640" y="346"/>
                  </a:lnTo>
                  <a:lnTo>
                    <a:pt x="654" y="368"/>
                  </a:lnTo>
                  <a:lnTo>
                    <a:pt x="654" y="368"/>
                  </a:lnTo>
                  <a:lnTo>
                    <a:pt x="666" y="388"/>
                  </a:lnTo>
                  <a:lnTo>
                    <a:pt x="666" y="388"/>
                  </a:lnTo>
                  <a:lnTo>
                    <a:pt x="678" y="410"/>
                  </a:lnTo>
                  <a:lnTo>
                    <a:pt x="678" y="410"/>
                  </a:lnTo>
                  <a:lnTo>
                    <a:pt x="688" y="428"/>
                  </a:lnTo>
                  <a:lnTo>
                    <a:pt x="688" y="428"/>
                  </a:lnTo>
                  <a:lnTo>
                    <a:pt x="692" y="434"/>
                  </a:lnTo>
                  <a:lnTo>
                    <a:pt x="692" y="434"/>
                  </a:lnTo>
                  <a:lnTo>
                    <a:pt x="700" y="450"/>
                  </a:lnTo>
                  <a:lnTo>
                    <a:pt x="702" y="454"/>
                  </a:lnTo>
                  <a:lnTo>
                    <a:pt x="702" y="454"/>
                  </a:lnTo>
                  <a:lnTo>
                    <a:pt x="726" y="510"/>
                  </a:lnTo>
                  <a:lnTo>
                    <a:pt x="746" y="566"/>
                  </a:lnTo>
                  <a:lnTo>
                    <a:pt x="760" y="622"/>
                  </a:lnTo>
                  <a:lnTo>
                    <a:pt x="772" y="676"/>
                  </a:lnTo>
                  <a:lnTo>
                    <a:pt x="772" y="676"/>
                  </a:lnTo>
                  <a:lnTo>
                    <a:pt x="772" y="676"/>
                  </a:lnTo>
                  <a:lnTo>
                    <a:pt x="774" y="692"/>
                  </a:lnTo>
                  <a:lnTo>
                    <a:pt x="774" y="692"/>
                  </a:lnTo>
                  <a:lnTo>
                    <a:pt x="774" y="702"/>
                  </a:lnTo>
                  <a:lnTo>
                    <a:pt x="774" y="702"/>
                  </a:lnTo>
                  <a:lnTo>
                    <a:pt x="776" y="718"/>
                  </a:lnTo>
                  <a:lnTo>
                    <a:pt x="776" y="720"/>
                  </a:lnTo>
                  <a:lnTo>
                    <a:pt x="776" y="720"/>
                  </a:lnTo>
                  <a:lnTo>
                    <a:pt x="778" y="738"/>
                  </a:lnTo>
                  <a:lnTo>
                    <a:pt x="778" y="738"/>
                  </a:lnTo>
                  <a:lnTo>
                    <a:pt x="778" y="738"/>
                  </a:lnTo>
                  <a:lnTo>
                    <a:pt x="778" y="743"/>
                  </a:lnTo>
                  <a:lnTo>
                    <a:pt x="778" y="743"/>
                  </a:lnTo>
                  <a:lnTo>
                    <a:pt x="778" y="761"/>
                  </a:lnTo>
                  <a:lnTo>
                    <a:pt x="778" y="761"/>
                  </a:lnTo>
                  <a:lnTo>
                    <a:pt x="778" y="779"/>
                  </a:lnTo>
                  <a:lnTo>
                    <a:pt x="778" y="77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95" name="Freeform 60"/>
            <p:cNvSpPr/>
            <p:nvPr/>
          </p:nvSpPr>
          <p:spPr>
            <a:xfrm>
              <a:off x="6256440" y="3444840"/>
              <a:ext cx="97200" cy="126720"/>
            </a:xfrm>
            <a:custGeom>
              <a:avLst/>
              <a:gdLst>
                <a:gd name="textAreaLeft" fmla="*/ 0 w 97200"/>
                <a:gd name="textAreaRight" fmla="*/ 97560 w 9720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662" h="861">
                  <a:moveTo>
                    <a:pt x="662" y="616"/>
                  </a:moveTo>
                  <a:lnTo>
                    <a:pt x="662" y="616"/>
                  </a:lnTo>
                  <a:lnTo>
                    <a:pt x="662" y="614"/>
                  </a:lnTo>
                  <a:lnTo>
                    <a:pt x="662" y="614"/>
                  </a:lnTo>
                  <a:lnTo>
                    <a:pt x="662" y="598"/>
                  </a:lnTo>
                  <a:lnTo>
                    <a:pt x="662" y="596"/>
                  </a:lnTo>
                  <a:lnTo>
                    <a:pt x="662" y="596"/>
                  </a:lnTo>
                  <a:lnTo>
                    <a:pt x="660" y="584"/>
                  </a:lnTo>
                  <a:lnTo>
                    <a:pt x="660" y="584"/>
                  </a:lnTo>
                  <a:lnTo>
                    <a:pt x="658" y="574"/>
                  </a:lnTo>
                  <a:lnTo>
                    <a:pt x="658" y="574"/>
                  </a:lnTo>
                  <a:lnTo>
                    <a:pt x="658" y="560"/>
                  </a:lnTo>
                  <a:lnTo>
                    <a:pt x="656" y="560"/>
                  </a:lnTo>
                  <a:lnTo>
                    <a:pt x="656" y="560"/>
                  </a:lnTo>
                  <a:lnTo>
                    <a:pt x="648" y="510"/>
                  </a:lnTo>
                  <a:lnTo>
                    <a:pt x="634" y="460"/>
                  </a:lnTo>
                  <a:lnTo>
                    <a:pt x="616" y="410"/>
                  </a:lnTo>
                  <a:lnTo>
                    <a:pt x="594" y="360"/>
                  </a:lnTo>
                  <a:lnTo>
                    <a:pt x="592" y="356"/>
                  </a:lnTo>
                  <a:lnTo>
                    <a:pt x="592" y="356"/>
                  </a:lnTo>
                  <a:lnTo>
                    <a:pt x="586" y="342"/>
                  </a:lnTo>
                  <a:lnTo>
                    <a:pt x="586" y="342"/>
                  </a:lnTo>
                  <a:lnTo>
                    <a:pt x="582" y="336"/>
                  </a:lnTo>
                  <a:lnTo>
                    <a:pt x="582" y="336"/>
                  </a:lnTo>
                  <a:lnTo>
                    <a:pt x="574" y="320"/>
                  </a:lnTo>
                  <a:lnTo>
                    <a:pt x="574" y="320"/>
                  </a:lnTo>
                  <a:lnTo>
                    <a:pt x="562" y="300"/>
                  </a:lnTo>
                  <a:lnTo>
                    <a:pt x="562" y="300"/>
                  </a:lnTo>
                  <a:lnTo>
                    <a:pt x="552" y="282"/>
                  </a:lnTo>
                  <a:lnTo>
                    <a:pt x="552" y="282"/>
                  </a:lnTo>
                  <a:lnTo>
                    <a:pt x="540" y="262"/>
                  </a:lnTo>
                  <a:lnTo>
                    <a:pt x="540" y="262"/>
                  </a:lnTo>
                  <a:lnTo>
                    <a:pt x="540" y="262"/>
                  </a:lnTo>
                  <a:lnTo>
                    <a:pt x="516" y="228"/>
                  </a:lnTo>
                  <a:lnTo>
                    <a:pt x="490" y="196"/>
                  </a:lnTo>
                  <a:lnTo>
                    <a:pt x="464" y="164"/>
                  </a:lnTo>
                  <a:lnTo>
                    <a:pt x="436" y="136"/>
                  </a:lnTo>
                  <a:lnTo>
                    <a:pt x="408" y="110"/>
                  </a:lnTo>
                  <a:lnTo>
                    <a:pt x="380" y="86"/>
                  </a:lnTo>
                  <a:lnTo>
                    <a:pt x="350" y="64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06" y="38"/>
                  </a:lnTo>
                  <a:lnTo>
                    <a:pt x="306" y="38"/>
                  </a:lnTo>
                  <a:lnTo>
                    <a:pt x="302" y="36"/>
                  </a:lnTo>
                  <a:lnTo>
                    <a:pt x="302" y="36"/>
                  </a:lnTo>
                  <a:lnTo>
                    <a:pt x="298" y="34"/>
                  </a:lnTo>
                  <a:lnTo>
                    <a:pt x="298" y="34"/>
                  </a:lnTo>
                  <a:lnTo>
                    <a:pt x="292" y="30"/>
                  </a:lnTo>
                  <a:lnTo>
                    <a:pt x="292" y="30"/>
                  </a:lnTo>
                  <a:lnTo>
                    <a:pt x="290" y="30"/>
                  </a:lnTo>
                  <a:lnTo>
                    <a:pt x="290" y="30"/>
                  </a:lnTo>
                  <a:lnTo>
                    <a:pt x="272" y="22"/>
                  </a:lnTo>
                  <a:lnTo>
                    <a:pt x="272" y="22"/>
                  </a:lnTo>
                  <a:lnTo>
                    <a:pt x="260" y="16"/>
                  </a:lnTo>
                  <a:lnTo>
                    <a:pt x="260" y="16"/>
                  </a:lnTo>
                  <a:lnTo>
                    <a:pt x="254" y="14"/>
                  </a:lnTo>
                  <a:lnTo>
                    <a:pt x="254" y="14"/>
                  </a:lnTo>
                  <a:lnTo>
                    <a:pt x="248" y="12"/>
                  </a:lnTo>
                  <a:lnTo>
                    <a:pt x="248" y="12"/>
                  </a:lnTo>
                  <a:lnTo>
                    <a:pt x="238" y="10"/>
                  </a:lnTo>
                  <a:lnTo>
                    <a:pt x="238" y="10"/>
                  </a:lnTo>
                  <a:lnTo>
                    <a:pt x="232" y="8"/>
                  </a:lnTo>
                  <a:lnTo>
                    <a:pt x="232" y="8"/>
                  </a:lnTo>
                  <a:lnTo>
                    <a:pt x="206" y="2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2" y="0"/>
                  </a:lnTo>
                  <a:lnTo>
                    <a:pt x="172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40" y="2"/>
                  </a:lnTo>
                  <a:lnTo>
                    <a:pt x="140" y="2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2" y="6"/>
                  </a:lnTo>
                  <a:lnTo>
                    <a:pt x="122" y="6"/>
                  </a:lnTo>
                  <a:lnTo>
                    <a:pt x="114" y="8"/>
                  </a:lnTo>
                  <a:lnTo>
                    <a:pt x="114" y="8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92" y="18"/>
                  </a:lnTo>
                  <a:lnTo>
                    <a:pt x="92" y="18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4" y="40"/>
                  </a:lnTo>
                  <a:lnTo>
                    <a:pt x="48" y="58"/>
                  </a:lnTo>
                  <a:lnTo>
                    <a:pt x="34" y="80"/>
                  </a:lnTo>
                  <a:lnTo>
                    <a:pt x="22" y="104"/>
                  </a:lnTo>
                  <a:lnTo>
                    <a:pt x="12" y="130"/>
                  </a:lnTo>
                  <a:lnTo>
                    <a:pt x="6" y="160"/>
                  </a:lnTo>
                  <a:lnTo>
                    <a:pt x="2" y="190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62"/>
                  </a:lnTo>
                  <a:lnTo>
                    <a:pt x="6" y="300"/>
                  </a:lnTo>
                  <a:lnTo>
                    <a:pt x="12" y="340"/>
                  </a:lnTo>
                  <a:lnTo>
                    <a:pt x="22" y="380"/>
                  </a:lnTo>
                  <a:lnTo>
                    <a:pt x="36" y="420"/>
                  </a:lnTo>
                  <a:lnTo>
                    <a:pt x="50" y="460"/>
                  </a:lnTo>
                  <a:lnTo>
                    <a:pt x="68" y="500"/>
                  </a:lnTo>
                  <a:lnTo>
                    <a:pt x="88" y="540"/>
                  </a:lnTo>
                  <a:lnTo>
                    <a:pt x="88" y="540"/>
                  </a:lnTo>
                  <a:lnTo>
                    <a:pt x="100" y="560"/>
                  </a:lnTo>
                  <a:lnTo>
                    <a:pt x="100" y="560"/>
                  </a:lnTo>
                  <a:lnTo>
                    <a:pt x="110" y="578"/>
                  </a:lnTo>
                  <a:lnTo>
                    <a:pt x="110" y="578"/>
                  </a:lnTo>
                  <a:lnTo>
                    <a:pt x="136" y="616"/>
                  </a:lnTo>
                  <a:lnTo>
                    <a:pt x="162" y="653"/>
                  </a:lnTo>
                  <a:lnTo>
                    <a:pt x="190" y="687"/>
                  </a:lnTo>
                  <a:lnTo>
                    <a:pt x="218" y="717"/>
                  </a:lnTo>
                  <a:lnTo>
                    <a:pt x="248" y="747"/>
                  </a:lnTo>
                  <a:lnTo>
                    <a:pt x="278" y="773"/>
                  </a:lnTo>
                  <a:lnTo>
                    <a:pt x="310" y="795"/>
                  </a:lnTo>
                  <a:lnTo>
                    <a:pt x="342" y="815"/>
                  </a:lnTo>
                  <a:lnTo>
                    <a:pt x="342" y="815"/>
                  </a:lnTo>
                  <a:lnTo>
                    <a:pt x="372" y="831"/>
                  </a:lnTo>
                  <a:lnTo>
                    <a:pt x="402" y="845"/>
                  </a:lnTo>
                  <a:lnTo>
                    <a:pt x="432" y="853"/>
                  </a:lnTo>
                  <a:lnTo>
                    <a:pt x="460" y="859"/>
                  </a:lnTo>
                  <a:lnTo>
                    <a:pt x="488" y="861"/>
                  </a:lnTo>
                  <a:lnTo>
                    <a:pt x="512" y="861"/>
                  </a:lnTo>
                  <a:lnTo>
                    <a:pt x="538" y="855"/>
                  </a:lnTo>
                  <a:lnTo>
                    <a:pt x="560" y="847"/>
                  </a:lnTo>
                  <a:lnTo>
                    <a:pt x="560" y="847"/>
                  </a:lnTo>
                  <a:lnTo>
                    <a:pt x="570" y="841"/>
                  </a:lnTo>
                  <a:lnTo>
                    <a:pt x="570" y="841"/>
                  </a:lnTo>
                  <a:lnTo>
                    <a:pt x="574" y="839"/>
                  </a:lnTo>
                  <a:lnTo>
                    <a:pt x="574" y="839"/>
                  </a:lnTo>
                  <a:lnTo>
                    <a:pt x="576" y="839"/>
                  </a:lnTo>
                  <a:lnTo>
                    <a:pt x="576" y="839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94" y="825"/>
                  </a:lnTo>
                  <a:lnTo>
                    <a:pt x="606" y="813"/>
                  </a:lnTo>
                  <a:lnTo>
                    <a:pt x="618" y="799"/>
                  </a:lnTo>
                  <a:lnTo>
                    <a:pt x="630" y="781"/>
                  </a:lnTo>
                  <a:lnTo>
                    <a:pt x="638" y="765"/>
                  </a:lnTo>
                  <a:lnTo>
                    <a:pt x="646" y="745"/>
                  </a:lnTo>
                  <a:lnTo>
                    <a:pt x="652" y="725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60" y="689"/>
                  </a:lnTo>
                  <a:lnTo>
                    <a:pt x="660" y="689"/>
                  </a:lnTo>
                  <a:lnTo>
                    <a:pt x="660" y="685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2" y="671"/>
                  </a:lnTo>
                  <a:lnTo>
                    <a:pt x="662" y="671"/>
                  </a:lnTo>
                  <a:lnTo>
                    <a:pt x="662" y="671"/>
                  </a:lnTo>
                  <a:lnTo>
                    <a:pt x="662" y="663"/>
                  </a:lnTo>
                  <a:lnTo>
                    <a:pt x="662" y="663"/>
                  </a:lnTo>
                  <a:lnTo>
                    <a:pt x="662" y="655"/>
                  </a:lnTo>
                  <a:lnTo>
                    <a:pt x="662" y="653"/>
                  </a:lnTo>
                  <a:lnTo>
                    <a:pt x="662" y="653"/>
                  </a:lnTo>
                  <a:lnTo>
                    <a:pt x="662" y="636"/>
                  </a:lnTo>
                  <a:lnTo>
                    <a:pt x="662" y="636"/>
                  </a:lnTo>
                  <a:lnTo>
                    <a:pt x="662" y="618"/>
                  </a:lnTo>
                  <a:lnTo>
                    <a:pt x="662" y="616"/>
                  </a:lnTo>
                  <a:close/>
                  <a:moveTo>
                    <a:pt x="630" y="630"/>
                  </a:moveTo>
                  <a:lnTo>
                    <a:pt x="630" y="632"/>
                  </a:lnTo>
                  <a:lnTo>
                    <a:pt x="630" y="632"/>
                  </a:lnTo>
                  <a:lnTo>
                    <a:pt x="628" y="638"/>
                  </a:lnTo>
                  <a:lnTo>
                    <a:pt x="628" y="638"/>
                  </a:lnTo>
                  <a:lnTo>
                    <a:pt x="628" y="647"/>
                  </a:lnTo>
                  <a:lnTo>
                    <a:pt x="628" y="647"/>
                  </a:lnTo>
                  <a:lnTo>
                    <a:pt x="628" y="647"/>
                  </a:lnTo>
                  <a:lnTo>
                    <a:pt x="626" y="657"/>
                  </a:lnTo>
                  <a:lnTo>
                    <a:pt x="626" y="657"/>
                  </a:lnTo>
                  <a:lnTo>
                    <a:pt x="626" y="659"/>
                  </a:lnTo>
                  <a:lnTo>
                    <a:pt x="626" y="659"/>
                  </a:lnTo>
                  <a:lnTo>
                    <a:pt x="626" y="659"/>
                  </a:lnTo>
                  <a:lnTo>
                    <a:pt x="626" y="663"/>
                  </a:lnTo>
                  <a:lnTo>
                    <a:pt x="626" y="663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0" y="695"/>
                  </a:lnTo>
                  <a:lnTo>
                    <a:pt x="614" y="713"/>
                  </a:lnTo>
                  <a:lnTo>
                    <a:pt x="608" y="731"/>
                  </a:lnTo>
                  <a:lnTo>
                    <a:pt x="600" y="747"/>
                  </a:lnTo>
                  <a:lnTo>
                    <a:pt x="590" y="761"/>
                  </a:lnTo>
                  <a:lnTo>
                    <a:pt x="580" y="775"/>
                  </a:lnTo>
                  <a:lnTo>
                    <a:pt x="568" y="78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46" y="801"/>
                  </a:lnTo>
                  <a:lnTo>
                    <a:pt x="546" y="801"/>
                  </a:lnTo>
                  <a:lnTo>
                    <a:pt x="538" y="805"/>
                  </a:lnTo>
                  <a:lnTo>
                    <a:pt x="538" y="805"/>
                  </a:lnTo>
                  <a:lnTo>
                    <a:pt x="516" y="813"/>
                  </a:lnTo>
                  <a:lnTo>
                    <a:pt x="494" y="817"/>
                  </a:lnTo>
                  <a:lnTo>
                    <a:pt x="472" y="819"/>
                  </a:lnTo>
                  <a:lnTo>
                    <a:pt x="448" y="817"/>
                  </a:lnTo>
                  <a:lnTo>
                    <a:pt x="422" y="811"/>
                  </a:lnTo>
                  <a:lnTo>
                    <a:pt x="396" y="803"/>
                  </a:lnTo>
                  <a:lnTo>
                    <a:pt x="368" y="791"/>
                  </a:lnTo>
                  <a:lnTo>
                    <a:pt x="340" y="777"/>
                  </a:lnTo>
                  <a:lnTo>
                    <a:pt x="340" y="777"/>
                  </a:lnTo>
                  <a:lnTo>
                    <a:pt x="312" y="759"/>
                  </a:lnTo>
                  <a:lnTo>
                    <a:pt x="284" y="739"/>
                  </a:lnTo>
                  <a:lnTo>
                    <a:pt x="256" y="715"/>
                  </a:lnTo>
                  <a:lnTo>
                    <a:pt x="230" y="689"/>
                  </a:lnTo>
                  <a:lnTo>
                    <a:pt x="204" y="661"/>
                  </a:lnTo>
                  <a:lnTo>
                    <a:pt x="178" y="630"/>
                  </a:lnTo>
                  <a:lnTo>
                    <a:pt x="156" y="598"/>
                  </a:lnTo>
                  <a:lnTo>
                    <a:pt x="132" y="564"/>
                  </a:lnTo>
                  <a:lnTo>
                    <a:pt x="132" y="564"/>
                  </a:lnTo>
                  <a:lnTo>
                    <a:pt x="122" y="546"/>
                  </a:lnTo>
                  <a:lnTo>
                    <a:pt x="122" y="546"/>
                  </a:lnTo>
                  <a:lnTo>
                    <a:pt x="114" y="530"/>
                  </a:lnTo>
                  <a:lnTo>
                    <a:pt x="114" y="530"/>
                  </a:lnTo>
                  <a:lnTo>
                    <a:pt x="94" y="494"/>
                  </a:lnTo>
                  <a:lnTo>
                    <a:pt x="78" y="458"/>
                  </a:lnTo>
                  <a:lnTo>
                    <a:pt x="64" y="420"/>
                  </a:lnTo>
                  <a:lnTo>
                    <a:pt x="54" y="384"/>
                  </a:lnTo>
                  <a:lnTo>
                    <a:pt x="44" y="348"/>
                  </a:lnTo>
                  <a:lnTo>
                    <a:pt x="38" y="314"/>
                  </a:lnTo>
                  <a:lnTo>
                    <a:pt x="34" y="278"/>
                  </a:lnTo>
                  <a:lnTo>
                    <a:pt x="32" y="246"/>
                  </a:lnTo>
                  <a:lnTo>
                    <a:pt x="32" y="246"/>
                  </a:lnTo>
                  <a:lnTo>
                    <a:pt x="34" y="214"/>
                  </a:lnTo>
                  <a:lnTo>
                    <a:pt x="38" y="186"/>
                  </a:lnTo>
                  <a:lnTo>
                    <a:pt x="44" y="160"/>
                  </a:lnTo>
                  <a:lnTo>
                    <a:pt x="52" y="136"/>
                  </a:lnTo>
                  <a:lnTo>
                    <a:pt x="62" y="114"/>
                  </a:lnTo>
                  <a:lnTo>
                    <a:pt x="76" y="96"/>
                  </a:lnTo>
                  <a:lnTo>
                    <a:pt x="90" y="78"/>
                  </a:lnTo>
                  <a:lnTo>
                    <a:pt x="108" y="66"/>
                  </a:lnTo>
                  <a:lnTo>
                    <a:pt x="108" y="66"/>
                  </a:lnTo>
                  <a:lnTo>
                    <a:pt x="116" y="60"/>
                  </a:lnTo>
                  <a:lnTo>
                    <a:pt x="116" y="60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30" y="54"/>
                  </a:lnTo>
                  <a:lnTo>
                    <a:pt x="130" y="54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6" y="50"/>
                  </a:lnTo>
                  <a:lnTo>
                    <a:pt x="136" y="50"/>
                  </a:lnTo>
                  <a:lnTo>
                    <a:pt x="142" y="48"/>
                  </a:lnTo>
                  <a:lnTo>
                    <a:pt x="142" y="48"/>
                  </a:lnTo>
                  <a:lnTo>
                    <a:pt x="146" y="48"/>
                  </a:lnTo>
                  <a:lnTo>
                    <a:pt x="146" y="48"/>
                  </a:lnTo>
                  <a:lnTo>
                    <a:pt x="148" y="48"/>
                  </a:lnTo>
                  <a:lnTo>
                    <a:pt x="148" y="48"/>
                  </a:lnTo>
                  <a:lnTo>
                    <a:pt x="160" y="44"/>
                  </a:lnTo>
                  <a:lnTo>
                    <a:pt x="160" y="44"/>
                  </a:lnTo>
                  <a:lnTo>
                    <a:pt x="164" y="44"/>
                  </a:lnTo>
                  <a:lnTo>
                    <a:pt x="164" y="44"/>
                  </a:lnTo>
                  <a:lnTo>
                    <a:pt x="188" y="42"/>
                  </a:lnTo>
                  <a:lnTo>
                    <a:pt x="188" y="42"/>
                  </a:lnTo>
                  <a:lnTo>
                    <a:pt x="194" y="42"/>
                  </a:lnTo>
                  <a:lnTo>
                    <a:pt x="194" y="42"/>
                  </a:lnTo>
                  <a:lnTo>
                    <a:pt x="196" y="42"/>
                  </a:lnTo>
                  <a:lnTo>
                    <a:pt x="196" y="42"/>
                  </a:lnTo>
                  <a:lnTo>
                    <a:pt x="218" y="44"/>
                  </a:lnTo>
                  <a:lnTo>
                    <a:pt x="242" y="50"/>
                  </a:lnTo>
                  <a:lnTo>
                    <a:pt x="242" y="50"/>
                  </a:lnTo>
                  <a:lnTo>
                    <a:pt x="246" y="52"/>
                  </a:lnTo>
                  <a:lnTo>
                    <a:pt x="246" y="52"/>
                  </a:lnTo>
                  <a:lnTo>
                    <a:pt x="256" y="54"/>
                  </a:lnTo>
                  <a:lnTo>
                    <a:pt x="256" y="54"/>
                  </a:lnTo>
                  <a:lnTo>
                    <a:pt x="262" y="56"/>
                  </a:lnTo>
                  <a:lnTo>
                    <a:pt x="262" y="56"/>
                  </a:lnTo>
                  <a:lnTo>
                    <a:pt x="268" y="58"/>
                  </a:lnTo>
                  <a:lnTo>
                    <a:pt x="268" y="58"/>
                  </a:lnTo>
                  <a:lnTo>
                    <a:pt x="278" y="62"/>
                  </a:lnTo>
                  <a:lnTo>
                    <a:pt x="278" y="62"/>
                  </a:lnTo>
                  <a:lnTo>
                    <a:pt x="294" y="70"/>
                  </a:lnTo>
                  <a:lnTo>
                    <a:pt x="294" y="70"/>
                  </a:lnTo>
                  <a:lnTo>
                    <a:pt x="296" y="70"/>
                  </a:lnTo>
                  <a:lnTo>
                    <a:pt x="296" y="70"/>
                  </a:lnTo>
                  <a:lnTo>
                    <a:pt x="302" y="74"/>
                  </a:lnTo>
                  <a:lnTo>
                    <a:pt x="302" y="74"/>
                  </a:lnTo>
                  <a:lnTo>
                    <a:pt x="306" y="74"/>
                  </a:lnTo>
                  <a:lnTo>
                    <a:pt x="306" y="74"/>
                  </a:lnTo>
                  <a:lnTo>
                    <a:pt x="308" y="76"/>
                  </a:lnTo>
                  <a:lnTo>
                    <a:pt x="308" y="76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48" y="100"/>
                  </a:lnTo>
                  <a:lnTo>
                    <a:pt x="374" y="120"/>
                  </a:lnTo>
                  <a:lnTo>
                    <a:pt x="400" y="142"/>
                  </a:lnTo>
                  <a:lnTo>
                    <a:pt x="426" y="166"/>
                  </a:lnTo>
                  <a:lnTo>
                    <a:pt x="450" y="192"/>
                  </a:lnTo>
                  <a:lnTo>
                    <a:pt x="474" y="218"/>
                  </a:lnTo>
                  <a:lnTo>
                    <a:pt x="498" y="248"/>
                  </a:lnTo>
                  <a:lnTo>
                    <a:pt x="518" y="280"/>
                  </a:lnTo>
                  <a:lnTo>
                    <a:pt x="518" y="280"/>
                  </a:lnTo>
                  <a:lnTo>
                    <a:pt x="518" y="280"/>
                  </a:lnTo>
                  <a:lnTo>
                    <a:pt x="530" y="296"/>
                  </a:lnTo>
                  <a:lnTo>
                    <a:pt x="530" y="296"/>
                  </a:lnTo>
                  <a:lnTo>
                    <a:pt x="540" y="314"/>
                  </a:lnTo>
                  <a:lnTo>
                    <a:pt x="540" y="314"/>
                  </a:lnTo>
                  <a:lnTo>
                    <a:pt x="550" y="330"/>
                  </a:lnTo>
                  <a:lnTo>
                    <a:pt x="550" y="330"/>
                  </a:lnTo>
                  <a:lnTo>
                    <a:pt x="556" y="346"/>
                  </a:lnTo>
                  <a:lnTo>
                    <a:pt x="556" y="346"/>
                  </a:lnTo>
                  <a:lnTo>
                    <a:pt x="560" y="352"/>
                  </a:lnTo>
                  <a:lnTo>
                    <a:pt x="560" y="352"/>
                  </a:lnTo>
                  <a:lnTo>
                    <a:pt x="566" y="364"/>
                  </a:lnTo>
                  <a:lnTo>
                    <a:pt x="568" y="368"/>
                  </a:lnTo>
                  <a:lnTo>
                    <a:pt x="568" y="368"/>
                  </a:lnTo>
                  <a:lnTo>
                    <a:pt x="588" y="412"/>
                  </a:lnTo>
                  <a:lnTo>
                    <a:pt x="604" y="458"/>
                  </a:lnTo>
                  <a:lnTo>
                    <a:pt x="616" y="502"/>
                  </a:lnTo>
                  <a:lnTo>
                    <a:pt x="624" y="546"/>
                  </a:lnTo>
                  <a:lnTo>
                    <a:pt x="624" y="548"/>
                  </a:lnTo>
                  <a:lnTo>
                    <a:pt x="624" y="548"/>
                  </a:lnTo>
                  <a:lnTo>
                    <a:pt x="626" y="560"/>
                  </a:lnTo>
                  <a:lnTo>
                    <a:pt x="626" y="560"/>
                  </a:lnTo>
                  <a:lnTo>
                    <a:pt x="626" y="568"/>
                  </a:lnTo>
                  <a:lnTo>
                    <a:pt x="626" y="568"/>
                  </a:lnTo>
                  <a:lnTo>
                    <a:pt x="628" y="580"/>
                  </a:lnTo>
                  <a:lnTo>
                    <a:pt x="628" y="582"/>
                  </a:lnTo>
                  <a:lnTo>
                    <a:pt x="628" y="582"/>
                  </a:lnTo>
                  <a:lnTo>
                    <a:pt x="630" y="596"/>
                  </a:lnTo>
                  <a:lnTo>
                    <a:pt x="630" y="596"/>
                  </a:lnTo>
                  <a:lnTo>
                    <a:pt x="630" y="596"/>
                  </a:lnTo>
                  <a:lnTo>
                    <a:pt x="630" y="600"/>
                  </a:lnTo>
                  <a:lnTo>
                    <a:pt x="630" y="600"/>
                  </a:lnTo>
                  <a:lnTo>
                    <a:pt x="630" y="614"/>
                  </a:lnTo>
                  <a:lnTo>
                    <a:pt x="630" y="614"/>
                  </a:lnTo>
                  <a:lnTo>
                    <a:pt x="630" y="630"/>
                  </a:lnTo>
                  <a:lnTo>
                    <a:pt x="630" y="63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96" name="Freeform 61"/>
            <p:cNvSpPr/>
            <p:nvPr/>
          </p:nvSpPr>
          <p:spPr>
            <a:xfrm>
              <a:off x="6265440" y="3456720"/>
              <a:ext cx="78840" cy="102240"/>
            </a:xfrm>
            <a:custGeom>
              <a:avLst/>
              <a:gdLst>
                <a:gd name="textAreaLeft" fmla="*/ 0 w 78840"/>
                <a:gd name="textAreaRight" fmla="*/ 79200 w 78840"/>
                <a:gd name="textAreaTop" fmla="*/ 0 h 102240"/>
                <a:gd name="textAreaBottom" fmla="*/ 102600 h 102240"/>
              </a:gdLst>
              <a:ahLst/>
              <a:rect l="textAreaLeft" t="textAreaTop" r="textAreaRight" b="textAreaBottom"/>
              <a:pathLst>
                <a:path w="538" h="697">
                  <a:moveTo>
                    <a:pt x="538" y="498"/>
                  </a:moveTo>
                  <a:lnTo>
                    <a:pt x="538" y="498"/>
                  </a:lnTo>
                  <a:lnTo>
                    <a:pt x="538" y="498"/>
                  </a:lnTo>
                  <a:lnTo>
                    <a:pt x="538" y="498"/>
                  </a:lnTo>
                  <a:lnTo>
                    <a:pt x="536" y="484"/>
                  </a:lnTo>
                  <a:lnTo>
                    <a:pt x="536" y="484"/>
                  </a:lnTo>
                  <a:lnTo>
                    <a:pt x="536" y="484"/>
                  </a:lnTo>
                  <a:lnTo>
                    <a:pt x="536" y="472"/>
                  </a:lnTo>
                  <a:lnTo>
                    <a:pt x="536" y="472"/>
                  </a:lnTo>
                  <a:lnTo>
                    <a:pt x="534" y="464"/>
                  </a:lnTo>
                  <a:lnTo>
                    <a:pt x="534" y="464"/>
                  </a:lnTo>
                  <a:lnTo>
                    <a:pt x="534" y="454"/>
                  </a:lnTo>
                  <a:lnTo>
                    <a:pt x="532" y="452"/>
                  </a:lnTo>
                  <a:lnTo>
                    <a:pt x="532" y="452"/>
                  </a:lnTo>
                  <a:lnTo>
                    <a:pt x="526" y="414"/>
                  </a:lnTo>
                  <a:lnTo>
                    <a:pt x="514" y="372"/>
                  </a:lnTo>
                  <a:lnTo>
                    <a:pt x="500" y="332"/>
                  </a:lnTo>
                  <a:lnTo>
                    <a:pt x="482" y="292"/>
                  </a:lnTo>
                  <a:lnTo>
                    <a:pt x="480" y="288"/>
                  </a:lnTo>
                  <a:lnTo>
                    <a:pt x="480" y="288"/>
                  </a:lnTo>
                  <a:lnTo>
                    <a:pt x="474" y="276"/>
                  </a:lnTo>
                  <a:lnTo>
                    <a:pt x="474" y="276"/>
                  </a:lnTo>
                  <a:lnTo>
                    <a:pt x="472" y="272"/>
                  </a:lnTo>
                  <a:lnTo>
                    <a:pt x="472" y="272"/>
                  </a:lnTo>
                  <a:lnTo>
                    <a:pt x="466" y="258"/>
                  </a:lnTo>
                  <a:lnTo>
                    <a:pt x="466" y="258"/>
                  </a:lnTo>
                  <a:lnTo>
                    <a:pt x="456" y="244"/>
                  </a:lnTo>
                  <a:lnTo>
                    <a:pt x="456" y="244"/>
                  </a:lnTo>
                  <a:lnTo>
                    <a:pt x="448" y="228"/>
                  </a:lnTo>
                  <a:lnTo>
                    <a:pt x="448" y="228"/>
                  </a:lnTo>
                  <a:lnTo>
                    <a:pt x="438" y="212"/>
                  </a:lnTo>
                  <a:lnTo>
                    <a:pt x="438" y="212"/>
                  </a:lnTo>
                  <a:lnTo>
                    <a:pt x="438" y="212"/>
                  </a:lnTo>
                  <a:lnTo>
                    <a:pt x="418" y="184"/>
                  </a:lnTo>
                  <a:lnTo>
                    <a:pt x="398" y="158"/>
                  </a:lnTo>
                  <a:lnTo>
                    <a:pt x="376" y="134"/>
                  </a:lnTo>
                  <a:lnTo>
                    <a:pt x="354" y="110"/>
                  </a:lnTo>
                  <a:lnTo>
                    <a:pt x="332" y="88"/>
                  </a:lnTo>
                  <a:lnTo>
                    <a:pt x="308" y="70"/>
                  </a:lnTo>
                  <a:lnTo>
                    <a:pt x="284" y="52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48" y="30"/>
                  </a:lnTo>
                  <a:lnTo>
                    <a:pt x="248" y="30"/>
                  </a:lnTo>
                  <a:lnTo>
                    <a:pt x="246" y="28"/>
                  </a:lnTo>
                  <a:lnTo>
                    <a:pt x="246" y="28"/>
                  </a:lnTo>
                  <a:lnTo>
                    <a:pt x="244" y="28"/>
                  </a:lnTo>
                  <a:lnTo>
                    <a:pt x="244" y="28"/>
                  </a:lnTo>
                  <a:lnTo>
                    <a:pt x="238" y="24"/>
                  </a:lnTo>
                  <a:lnTo>
                    <a:pt x="238" y="24"/>
                  </a:lnTo>
                  <a:lnTo>
                    <a:pt x="236" y="24"/>
                  </a:lnTo>
                  <a:lnTo>
                    <a:pt x="236" y="24"/>
                  </a:lnTo>
                  <a:lnTo>
                    <a:pt x="222" y="16"/>
                  </a:lnTo>
                  <a:lnTo>
                    <a:pt x="222" y="16"/>
                  </a:lnTo>
                  <a:lnTo>
                    <a:pt x="212" y="14"/>
                  </a:lnTo>
                  <a:lnTo>
                    <a:pt x="212" y="14"/>
                  </a:lnTo>
                  <a:lnTo>
                    <a:pt x="208" y="12"/>
                  </a:lnTo>
                  <a:lnTo>
                    <a:pt x="208" y="12"/>
                  </a:lnTo>
                  <a:lnTo>
                    <a:pt x="202" y="10"/>
                  </a:lnTo>
                  <a:lnTo>
                    <a:pt x="202" y="10"/>
                  </a:lnTo>
                  <a:lnTo>
                    <a:pt x="192" y="8"/>
                  </a:lnTo>
                  <a:lnTo>
                    <a:pt x="192" y="8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68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4" y="2"/>
                  </a:lnTo>
                  <a:lnTo>
                    <a:pt x="114" y="2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94" y="6"/>
                  </a:lnTo>
                  <a:lnTo>
                    <a:pt x="94" y="6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76" y="16"/>
                  </a:lnTo>
                  <a:lnTo>
                    <a:pt x="76" y="16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52" y="32"/>
                  </a:lnTo>
                  <a:lnTo>
                    <a:pt x="40" y="46"/>
                  </a:lnTo>
                  <a:lnTo>
                    <a:pt x="28" y="64"/>
                  </a:lnTo>
                  <a:lnTo>
                    <a:pt x="18" y="84"/>
                  </a:lnTo>
                  <a:lnTo>
                    <a:pt x="10" y="104"/>
                  </a:lnTo>
                  <a:lnTo>
                    <a:pt x="6" y="128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2" y="212"/>
                  </a:lnTo>
                  <a:lnTo>
                    <a:pt x="6" y="244"/>
                  </a:lnTo>
                  <a:lnTo>
                    <a:pt x="10" y="274"/>
                  </a:lnTo>
                  <a:lnTo>
                    <a:pt x="20" y="308"/>
                  </a:lnTo>
                  <a:lnTo>
                    <a:pt x="30" y="340"/>
                  </a:lnTo>
                  <a:lnTo>
                    <a:pt x="42" y="372"/>
                  </a:lnTo>
                  <a:lnTo>
                    <a:pt x="56" y="406"/>
                  </a:lnTo>
                  <a:lnTo>
                    <a:pt x="72" y="438"/>
                  </a:lnTo>
                  <a:lnTo>
                    <a:pt x="72" y="438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90" y="468"/>
                  </a:lnTo>
                  <a:lnTo>
                    <a:pt x="90" y="468"/>
                  </a:lnTo>
                  <a:lnTo>
                    <a:pt x="110" y="498"/>
                  </a:lnTo>
                  <a:lnTo>
                    <a:pt x="132" y="528"/>
                  </a:lnTo>
                  <a:lnTo>
                    <a:pt x="154" y="554"/>
                  </a:lnTo>
                  <a:lnTo>
                    <a:pt x="178" y="581"/>
                  </a:lnTo>
                  <a:lnTo>
                    <a:pt x="202" y="605"/>
                  </a:lnTo>
                  <a:lnTo>
                    <a:pt x="226" y="625"/>
                  </a:lnTo>
                  <a:lnTo>
                    <a:pt x="252" y="645"/>
                  </a:lnTo>
                  <a:lnTo>
                    <a:pt x="278" y="661"/>
                  </a:lnTo>
                  <a:lnTo>
                    <a:pt x="278" y="661"/>
                  </a:lnTo>
                  <a:lnTo>
                    <a:pt x="302" y="673"/>
                  </a:lnTo>
                  <a:lnTo>
                    <a:pt x="326" y="683"/>
                  </a:lnTo>
                  <a:lnTo>
                    <a:pt x="350" y="691"/>
                  </a:lnTo>
                  <a:lnTo>
                    <a:pt x="374" y="697"/>
                  </a:lnTo>
                  <a:lnTo>
                    <a:pt x="396" y="697"/>
                  </a:lnTo>
                  <a:lnTo>
                    <a:pt x="416" y="697"/>
                  </a:lnTo>
                  <a:lnTo>
                    <a:pt x="436" y="693"/>
                  </a:lnTo>
                  <a:lnTo>
                    <a:pt x="454" y="687"/>
                  </a:lnTo>
                  <a:lnTo>
                    <a:pt x="454" y="687"/>
                  </a:lnTo>
                  <a:lnTo>
                    <a:pt x="462" y="681"/>
                  </a:lnTo>
                  <a:lnTo>
                    <a:pt x="462" y="681"/>
                  </a:lnTo>
                  <a:lnTo>
                    <a:pt x="466" y="681"/>
                  </a:lnTo>
                  <a:lnTo>
                    <a:pt x="466" y="681"/>
                  </a:lnTo>
                  <a:lnTo>
                    <a:pt x="466" y="679"/>
                  </a:lnTo>
                  <a:lnTo>
                    <a:pt x="466" y="679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82" y="669"/>
                  </a:lnTo>
                  <a:lnTo>
                    <a:pt x="492" y="659"/>
                  </a:lnTo>
                  <a:lnTo>
                    <a:pt x="502" y="647"/>
                  </a:lnTo>
                  <a:lnTo>
                    <a:pt x="510" y="633"/>
                  </a:lnTo>
                  <a:lnTo>
                    <a:pt x="518" y="619"/>
                  </a:lnTo>
                  <a:lnTo>
                    <a:pt x="524" y="603"/>
                  </a:lnTo>
                  <a:lnTo>
                    <a:pt x="530" y="587"/>
                  </a:lnTo>
                  <a:lnTo>
                    <a:pt x="534" y="569"/>
                  </a:lnTo>
                  <a:lnTo>
                    <a:pt x="534" y="569"/>
                  </a:lnTo>
                  <a:lnTo>
                    <a:pt x="534" y="567"/>
                  </a:lnTo>
                  <a:lnTo>
                    <a:pt x="534" y="567"/>
                  </a:lnTo>
                  <a:lnTo>
                    <a:pt x="534" y="556"/>
                  </a:lnTo>
                  <a:lnTo>
                    <a:pt x="534" y="556"/>
                  </a:lnTo>
                  <a:lnTo>
                    <a:pt x="536" y="554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42"/>
                  </a:lnTo>
                  <a:lnTo>
                    <a:pt x="536" y="542"/>
                  </a:lnTo>
                  <a:lnTo>
                    <a:pt x="536" y="542"/>
                  </a:lnTo>
                  <a:lnTo>
                    <a:pt x="536" y="536"/>
                  </a:lnTo>
                  <a:lnTo>
                    <a:pt x="536" y="536"/>
                  </a:lnTo>
                  <a:lnTo>
                    <a:pt x="538" y="530"/>
                  </a:lnTo>
                  <a:lnTo>
                    <a:pt x="538" y="528"/>
                  </a:lnTo>
                  <a:lnTo>
                    <a:pt x="538" y="528"/>
                  </a:lnTo>
                  <a:lnTo>
                    <a:pt x="538" y="514"/>
                  </a:lnTo>
                  <a:lnTo>
                    <a:pt x="538" y="514"/>
                  </a:lnTo>
                  <a:lnTo>
                    <a:pt x="538" y="500"/>
                  </a:lnTo>
                  <a:lnTo>
                    <a:pt x="538" y="498"/>
                  </a:lnTo>
                  <a:close/>
                  <a:moveTo>
                    <a:pt x="510" y="510"/>
                  </a:moveTo>
                  <a:lnTo>
                    <a:pt x="510" y="512"/>
                  </a:lnTo>
                  <a:lnTo>
                    <a:pt x="510" y="512"/>
                  </a:lnTo>
                  <a:lnTo>
                    <a:pt x="510" y="516"/>
                  </a:lnTo>
                  <a:lnTo>
                    <a:pt x="510" y="516"/>
                  </a:lnTo>
                  <a:lnTo>
                    <a:pt x="510" y="522"/>
                  </a:lnTo>
                  <a:lnTo>
                    <a:pt x="510" y="524"/>
                  </a:lnTo>
                  <a:lnTo>
                    <a:pt x="510" y="524"/>
                  </a:lnTo>
                  <a:lnTo>
                    <a:pt x="508" y="532"/>
                  </a:lnTo>
                  <a:lnTo>
                    <a:pt x="508" y="532"/>
                  </a:lnTo>
                  <a:lnTo>
                    <a:pt x="508" y="532"/>
                  </a:lnTo>
                  <a:lnTo>
                    <a:pt x="508" y="534"/>
                  </a:lnTo>
                  <a:lnTo>
                    <a:pt x="508" y="534"/>
                  </a:lnTo>
                  <a:lnTo>
                    <a:pt x="508" y="536"/>
                  </a:lnTo>
                  <a:lnTo>
                    <a:pt x="508" y="536"/>
                  </a:lnTo>
                  <a:lnTo>
                    <a:pt x="506" y="544"/>
                  </a:lnTo>
                  <a:lnTo>
                    <a:pt x="506" y="544"/>
                  </a:lnTo>
                  <a:lnTo>
                    <a:pt x="506" y="546"/>
                  </a:lnTo>
                  <a:lnTo>
                    <a:pt x="506" y="546"/>
                  </a:lnTo>
                  <a:lnTo>
                    <a:pt x="504" y="563"/>
                  </a:lnTo>
                  <a:lnTo>
                    <a:pt x="498" y="577"/>
                  </a:lnTo>
                  <a:lnTo>
                    <a:pt x="492" y="591"/>
                  </a:lnTo>
                  <a:lnTo>
                    <a:pt x="486" y="605"/>
                  </a:lnTo>
                  <a:lnTo>
                    <a:pt x="478" y="617"/>
                  </a:lnTo>
                  <a:lnTo>
                    <a:pt x="470" y="627"/>
                  </a:lnTo>
                  <a:lnTo>
                    <a:pt x="460" y="637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48" y="647"/>
                  </a:lnTo>
                  <a:lnTo>
                    <a:pt x="448" y="647"/>
                  </a:lnTo>
                  <a:lnTo>
                    <a:pt x="446" y="647"/>
                  </a:lnTo>
                  <a:lnTo>
                    <a:pt x="446" y="647"/>
                  </a:lnTo>
                  <a:lnTo>
                    <a:pt x="444" y="649"/>
                  </a:lnTo>
                  <a:lnTo>
                    <a:pt x="444" y="649"/>
                  </a:lnTo>
                  <a:lnTo>
                    <a:pt x="436" y="653"/>
                  </a:lnTo>
                  <a:lnTo>
                    <a:pt x="436" y="653"/>
                  </a:lnTo>
                  <a:lnTo>
                    <a:pt x="420" y="659"/>
                  </a:lnTo>
                  <a:lnTo>
                    <a:pt x="402" y="663"/>
                  </a:lnTo>
                  <a:lnTo>
                    <a:pt x="382" y="663"/>
                  </a:lnTo>
                  <a:lnTo>
                    <a:pt x="362" y="661"/>
                  </a:lnTo>
                  <a:lnTo>
                    <a:pt x="342" y="657"/>
                  </a:lnTo>
                  <a:lnTo>
                    <a:pt x="322" y="651"/>
                  </a:lnTo>
                  <a:lnTo>
                    <a:pt x="300" y="641"/>
                  </a:lnTo>
                  <a:lnTo>
                    <a:pt x="278" y="629"/>
                  </a:lnTo>
                  <a:lnTo>
                    <a:pt x="278" y="629"/>
                  </a:lnTo>
                  <a:lnTo>
                    <a:pt x="254" y="615"/>
                  </a:lnTo>
                  <a:lnTo>
                    <a:pt x="230" y="597"/>
                  </a:lnTo>
                  <a:lnTo>
                    <a:pt x="208" y="579"/>
                  </a:lnTo>
                  <a:lnTo>
                    <a:pt x="186" y="556"/>
                  </a:lnTo>
                  <a:lnTo>
                    <a:pt x="166" y="534"/>
                  </a:lnTo>
                  <a:lnTo>
                    <a:pt x="146" y="510"/>
                  </a:lnTo>
                  <a:lnTo>
                    <a:pt x="126" y="484"/>
                  </a:lnTo>
                  <a:lnTo>
                    <a:pt x="108" y="456"/>
                  </a:lnTo>
                  <a:lnTo>
                    <a:pt x="108" y="456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2" y="428"/>
                  </a:lnTo>
                  <a:lnTo>
                    <a:pt x="92" y="428"/>
                  </a:lnTo>
                  <a:lnTo>
                    <a:pt x="78" y="400"/>
                  </a:lnTo>
                  <a:lnTo>
                    <a:pt x="64" y="370"/>
                  </a:lnTo>
                  <a:lnTo>
                    <a:pt x="54" y="340"/>
                  </a:lnTo>
                  <a:lnTo>
                    <a:pt x="44" y="312"/>
                  </a:lnTo>
                  <a:lnTo>
                    <a:pt x="36" y="282"/>
                  </a:lnTo>
                  <a:lnTo>
                    <a:pt x="32" y="254"/>
                  </a:lnTo>
                  <a:lnTo>
                    <a:pt x="28" y="226"/>
                  </a:lnTo>
                  <a:lnTo>
                    <a:pt x="28" y="198"/>
                  </a:lnTo>
                  <a:lnTo>
                    <a:pt x="28" y="198"/>
                  </a:lnTo>
                  <a:lnTo>
                    <a:pt x="28" y="174"/>
                  </a:lnTo>
                  <a:lnTo>
                    <a:pt x="32" y="150"/>
                  </a:lnTo>
                  <a:lnTo>
                    <a:pt x="36" y="130"/>
                  </a:lnTo>
                  <a:lnTo>
                    <a:pt x="44" y="110"/>
                  </a:lnTo>
                  <a:lnTo>
                    <a:pt x="52" y="92"/>
                  </a:lnTo>
                  <a:lnTo>
                    <a:pt x="62" y="76"/>
                  </a:lnTo>
                  <a:lnTo>
                    <a:pt x="74" y="64"/>
                  </a:lnTo>
                  <a:lnTo>
                    <a:pt x="88" y="52"/>
                  </a:lnTo>
                  <a:lnTo>
                    <a:pt x="88" y="52"/>
                  </a:lnTo>
                  <a:lnTo>
                    <a:pt x="94" y="48"/>
                  </a:lnTo>
                  <a:lnTo>
                    <a:pt x="94" y="48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6" y="42"/>
                  </a:lnTo>
                  <a:lnTo>
                    <a:pt x="106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2" y="40"/>
                  </a:lnTo>
                  <a:lnTo>
                    <a:pt x="112" y="40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34" y="36"/>
                  </a:lnTo>
                  <a:lnTo>
                    <a:pt x="134" y="36"/>
                  </a:lnTo>
                  <a:lnTo>
                    <a:pt x="152" y="34"/>
                  </a:lnTo>
                  <a:lnTo>
                    <a:pt x="152" y="34"/>
                  </a:lnTo>
                  <a:lnTo>
                    <a:pt x="158" y="34"/>
                  </a:lnTo>
                  <a:lnTo>
                    <a:pt x="158" y="34"/>
                  </a:lnTo>
                  <a:lnTo>
                    <a:pt x="160" y="34"/>
                  </a:lnTo>
                  <a:lnTo>
                    <a:pt x="160" y="34"/>
                  </a:lnTo>
                  <a:lnTo>
                    <a:pt x="178" y="36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200" y="42"/>
                  </a:lnTo>
                  <a:lnTo>
                    <a:pt x="200" y="42"/>
                  </a:lnTo>
                  <a:lnTo>
                    <a:pt x="208" y="44"/>
                  </a:lnTo>
                  <a:lnTo>
                    <a:pt x="208" y="44"/>
                  </a:lnTo>
                  <a:lnTo>
                    <a:pt x="214" y="46"/>
                  </a:lnTo>
                  <a:lnTo>
                    <a:pt x="214" y="46"/>
                  </a:lnTo>
                  <a:lnTo>
                    <a:pt x="218" y="46"/>
                  </a:lnTo>
                  <a:lnTo>
                    <a:pt x="218" y="46"/>
                  </a:lnTo>
                  <a:lnTo>
                    <a:pt x="226" y="50"/>
                  </a:lnTo>
                  <a:lnTo>
                    <a:pt x="226" y="50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6" y="60"/>
                  </a:lnTo>
                  <a:lnTo>
                    <a:pt x="246" y="60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50" y="62"/>
                  </a:lnTo>
                  <a:lnTo>
                    <a:pt x="250" y="62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84" y="82"/>
                  </a:lnTo>
                  <a:lnTo>
                    <a:pt x="304" y="96"/>
                  </a:lnTo>
                  <a:lnTo>
                    <a:pt x="326" y="114"/>
                  </a:lnTo>
                  <a:lnTo>
                    <a:pt x="346" y="134"/>
                  </a:lnTo>
                  <a:lnTo>
                    <a:pt x="366" y="154"/>
                  </a:lnTo>
                  <a:lnTo>
                    <a:pt x="386" y="178"/>
                  </a:lnTo>
                  <a:lnTo>
                    <a:pt x="404" y="200"/>
                  </a:lnTo>
                  <a:lnTo>
                    <a:pt x="420" y="226"/>
                  </a:lnTo>
                  <a:lnTo>
                    <a:pt x="420" y="226"/>
                  </a:lnTo>
                  <a:lnTo>
                    <a:pt x="420" y="226"/>
                  </a:lnTo>
                  <a:lnTo>
                    <a:pt x="430" y="240"/>
                  </a:lnTo>
                  <a:lnTo>
                    <a:pt x="430" y="240"/>
                  </a:lnTo>
                  <a:lnTo>
                    <a:pt x="438" y="254"/>
                  </a:lnTo>
                  <a:lnTo>
                    <a:pt x="438" y="254"/>
                  </a:lnTo>
                  <a:lnTo>
                    <a:pt x="446" y="268"/>
                  </a:lnTo>
                  <a:lnTo>
                    <a:pt x="446" y="268"/>
                  </a:lnTo>
                  <a:lnTo>
                    <a:pt x="452" y="280"/>
                  </a:lnTo>
                  <a:lnTo>
                    <a:pt x="452" y="280"/>
                  </a:lnTo>
                  <a:lnTo>
                    <a:pt x="454" y="284"/>
                  </a:lnTo>
                  <a:lnTo>
                    <a:pt x="454" y="284"/>
                  </a:lnTo>
                  <a:lnTo>
                    <a:pt x="460" y="294"/>
                  </a:lnTo>
                  <a:lnTo>
                    <a:pt x="460" y="298"/>
                  </a:lnTo>
                  <a:lnTo>
                    <a:pt x="460" y="298"/>
                  </a:lnTo>
                  <a:lnTo>
                    <a:pt x="476" y="334"/>
                  </a:lnTo>
                  <a:lnTo>
                    <a:pt x="490" y="370"/>
                  </a:lnTo>
                  <a:lnTo>
                    <a:pt x="500" y="406"/>
                  </a:lnTo>
                  <a:lnTo>
                    <a:pt x="506" y="442"/>
                  </a:lnTo>
                  <a:lnTo>
                    <a:pt x="506" y="442"/>
                  </a:lnTo>
                  <a:lnTo>
                    <a:pt x="506" y="442"/>
                  </a:lnTo>
                  <a:lnTo>
                    <a:pt x="508" y="454"/>
                  </a:lnTo>
                  <a:lnTo>
                    <a:pt x="508" y="454"/>
                  </a:lnTo>
                  <a:lnTo>
                    <a:pt x="508" y="460"/>
                  </a:lnTo>
                  <a:lnTo>
                    <a:pt x="508" y="46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82"/>
                  </a:lnTo>
                  <a:lnTo>
                    <a:pt x="510" y="482"/>
                  </a:lnTo>
                  <a:lnTo>
                    <a:pt x="510" y="484"/>
                  </a:lnTo>
                  <a:lnTo>
                    <a:pt x="510" y="486"/>
                  </a:lnTo>
                  <a:lnTo>
                    <a:pt x="510" y="486"/>
                  </a:lnTo>
                  <a:lnTo>
                    <a:pt x="510" y="498"/>
                  </a:lnTo>
                  <a:lnTo>
                    <a:pt x="510" y="498"/>
                  </a:lnTo>
                  <a:lnTo>
                    <a:pt x="510" y="510"/>
                  </a:lnTo>
                  <a:lnTo>
                    <a:pt x="510" y="51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97" name="Freeform 62"/>
            <p:cNvSpPr/>
            <p:nvPr/>
          </p:nvSpPr>
          <p:spPr>
            <a:xfrm>
              <a:off x="6273360" y="3466440"/>
              <a:ext cx="63720" cy="8280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82800"/>
                <a:gd name="textAreaBottom" fmla="*/ 83160 h 82800"/>
              </a:gdLst>
              <a:ahLst/>
              <a:rect l="textAreaLeft" t="textAreaTop" r="textAreaRight" b="textAreaBottom"/>
              <a:pathLst>
                <a:path w="434" h="565">
                  <a:moveTo>
                    <a:pt x="434" y="404"/>
                  </a:moveTo>
                  <a:lnTo>
                    <a:pt x="434" y="404"/>
                  </a:lnTo>
                  <a:lnTo>
                    <a:pt x="434" y="404"/>
                  </a:lnTo>
                  <a:lnTo>
                    <a:pt x="434" y="404"/>
                  </a:lnTo>
                  <a:lnTo>
                    <a:pt x="434" y="392"/>
                  </a:lnTo>
                  <a:lnTo>
                    <a:pt x="434" y="392"/>
                  </a:lnTo>
                  <a:lnTo>
                    <a:pt x="434" y="392"/>
                  </a:lnTo>
                  <a:lnTo>
                    <a:pt x="432" y="382"/>
                  </a:lnTo>
                  <a:lnTo>
                    <a:pt x="432" y="382"/>
                  </a:lnTo>
                  <a:lnTo>
                    <a:pt x="432" y="376"/>
                  </a:lnTo>
                  <a:lnTo>
                    <a:pt x="432" y="376"/>
                  </a:lnTo>
                  <a:lnTo>
                    <a:pt x="430" y="368"/>
                  </a:lnTo>
                  <a:lnTo>
                    <a:pt x="430" y="366"/>
                  </a:lnTo>
                  <a:lnTo>
                    <a:pt x="430" y="366"/>
                  </a:lnTo>
                  <a:lnTo>
                    <a:pt x="424" y="334"/>
                  </a:lnTo>
                  <a:lnTo>
                    <a:pt x="416" y="302"/>
                  </a:lnTo>
                  <a:lnTo>
                    <a:pt x="404" y="270"/>
                  </a:lnTo>
                  <a:lnTo>
                    <a:pt x="390" y="236"/>
                  </a:lnTo>
                  <a:lnTo>
                    <a:pt x="388" y="234"/>
                  </a:lnTo>
                  <a:lnTo>
                    <a:pt x="388" y="234"/>
                  </a:lnTo>
                  <a:lnTo>
                    <a:pt x="384" y="224"/>
                  </a:lnTo>
                  <a:lnTo>
                    <a:pt x="384" y="224"/>
                  </a:lnTo>
                  <a:lnTo>
                    <a:pt x="382" y="220"/>
                  </a:lnTo>
                  <a:lnTo>
                    <a:pt x="382" y="220"/>
                  </a:lnTo>
                  <a:lnTo>
                    <a:pt x="376" y="210"/>
                  </a:lnTo>
                  <a:lnTo>
                    <a:pt x="376" y="210"/>
                  </a:lnTo>
                  <a:lnTo>
                    <a:pt x="368" y="196"/>
                  </a:lnTo>
                  <a:lnTo>
                    <a:pt x="368" y="196"/>
                  </a:lnTo>
                  <a:lnTo>
                    <a:pt x="362" y="184"/>
                  </a:lnTo>
                  <a:lnTo>
                    <a:pt x="362" y="184"/>
                  </a:lnTo>
                  <a:lnTo>
                    <a:pt x="354" y="172"/>
                  </a:lnTo>
                  <a:lnTo>
                    <a:pt x="354" y="172"/>
                  </a:lnTo>
                  <a:lnTo>
                    <a:pt x="354" y="172"/>
                  </a:lnTo>
                  <a:lnTo>
                    <a:pt x="338" y="150"/>
                  </a:lnTo>
                  <a:lnTo>
                    <a:pt x="322" y="128"/>
                  </a:lnTo>
                  <a:lnTo>
                    <a:pt x="304" y="108"/>
                  </a:lnTo>
                  <a:lnTo>
                    <a:pt x="286" y="90"/>
                  </a:lnTo>
                  <a:lnTo>
                    <a:pt x="268" y="72"/>
                  </a:lnTo>
                  <a:lnTo>
                    <a:pt x="250" y="56"/>
                  </a:lnTo>
                  <a:lnTo>
                    <a:pt x="230" y="42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00" y="24"/>
                  </a:lnTo>
                  <a:lnTo>
                    <a:pt x="200" y="24"/>
                  </a:lnTo>
                  <a:lnTo>
                    <a:pt x="198" y="24"/>
                  </a:lnTo>
                  <a:lnTo>
                    <a:pt x="198" y="24"/>
                  </a:lnTo>
                  <a:lnTo>
                    <a:pt x="196" y="22"/>
                  </a:lnTo>
                  <a:lnTo>
                    <a:pt x="196" y="22"/>
                  </a:lnTo>
                  <a:lnTo>
                    <a:pt x="192" y="20"/>
                  </a:lnTo>
                  <a:lnTo>
                    <a:pt x="192" y="20"/>
                  </a:lnTo>
                  <a:lnTo>
                    <a:pt x="190" y="20"/>
                  </a:lnTo>
                  <a:lnTo>
                    <a:pt x="190" y="20"/>
                  </a:lnTo>
                  <a:lnTo>
                    <a:pt x="178" y="14"/>
                  </a:lnTo>
                  <a:lnTo>
                    <a:pt x="178" y="14"/>
                  </a:lnTo>
                  <a:lnTo>
                    <a:pt x="170" y="10"/>
                  </a:lnTo>
                  <a:lnTo>
                    <a:pt x="170" y="10"/>
                  </a:lnTo>
                  <a:lnTo>
                    <a:pt x="166" y="10"/>
                  </a:lnTo>
                  <a:lnTo>
                    <a:pt x="166" y="10"/>
                  </a:lnTo>
                  <a:lnTo>
                    <a:pt x="162" y="8"/>
                  </a:lnTo>
                  <a:lnTo>
                    <a:pt x="162" y="8"/>
                  </a:lnTo>
                  <a:lnTo>
                    <a:pt x="156" y="6"/>
                  </a:lnTo>
                  <a:lnTo>
                    <a:pt x="156" y="6"/>
                  </a:lnTo>
                  <a:lnTo>
                    <a:pt x="152" y="4"/>
                  </a:lnTo>
                  <a:lnTo>
                    <a:pt x="152" y="4"/>
                  </a:lnTo>
                  <a:lnTo>
                    <a:pt x="136" y="2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2" y="0"/>
                  </a:lnTo>
                  <a:lnTo>
                    <a:pt x="112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6"/>
                  </a:lnTo>
                  <a:lnTo>
                    <a:pt x="76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0" y="8"/>
                  </a:lnTo>
                  <a:lnTo>
                    <a:pt x="70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4" y="16"/>
                  </a:lnTo>
                  <a:lnTo>
                    <a:pt x="54" y="16"/>
                  </a:lnTo>
                  <a:lnTo>
                    <a:pt x="42" y="26"/>
                  </a:lnTo>
                  <a:lnTo>
                    <a:pt x="30" y="38"/>
                  </a:lnTo>
                  <a:lnTo>
                    <a:pt x="22" y="52"/>
                  </a:lnTo>
                  <a:lnTo>
                    <a:pt x="14" y="68"/>
                  </a:lnTo>
                  <a:lnTo>
                    <a:pt x="8" y="86"/>
                  </a:lnTo>
                  <a:lnTo>
                    <a:pt x="4" y="104"/>
                  </a:lnTo>
                  <a:lnTo>
                    <a:pt x="0" y="126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0" y="172"/>
                  </a:lnTo>
                  <a:lnTo>
                    <a:pt x="4" y="196"/>
                  </a:lnTo>
                  <a:lnTo>
                    <a:pt x="8" y="222"/>
                  </a:lnTo>
                  <a:lnTo>
                    <a:pt x="14" y="248"/>
                  </a:lnTo>
                  <a:lnTo>
                    <a:pt x="22" y="276"/>
                  </a:lnTo>
                  <a:lnTo>
                    <a:pt x="32" y="302"/>
                  </a:lnTo>
                  <a:lnTo>
                    <a:pt x="44" y="328"/>
                  </a:lnTo>
                  <a:lnTo>
                    <a:pt x="58" y="354"/>
                  </a:lnTo>
                  <a:lnTo>
                    <a:pt x="58" y="354"/>
                  </a:lnTo>
                  <a:lnTo>
                    <a:pt x="66" y="366"/>
                  </a:lnTo>
                  <a:lnTo>
                    <a:pt x="66" y="366"/>
                  </a:lnTo>
                  <a:lnTo>
                    <a:pt x="72" y="380"/>
                  </a:lnTo>
                  <a:lnTo>
                    <a:pt x="72" y="380"/>
                  </a:lnTo>
                  <a:lnTo>
                    <a:pt x="88" y="404"/>
                  </a:lnTo>
                  <a:lnTo>
                    <a:pt x="106" y="428"/>
                  </a:lnTo>
                  <a:lnTo>
                    <a:pt x="124" y="450"/>
                  </a:lnTo>
                  <a:lnTo>
                    <a:pt x="142" y="470"/>
                  </a:lnTo>
                  <a:lnTo>
                    <a:pt x="162" y="488"/>
                  </a:lnTo>
                  <a:lnTo>
                    <a:pt x="182" y="507"/>
                  </a:lnTo>
                  <a:lnTo>
                    <a:pt x="204" y="523"/>
                  </a:lnTo>
                  <a:lnTo>
                    <a:pt x="224" y="535"/>
                  </a:lnTo>
                  <a:lnTo>
                    <a:pt x="224" y="535"/>
                  </a:lnTo>
                  <a:lnTo>
                    <a:pt x="244" y="547"/>
                  </a:lnTo>
                  <a:lnTo>
                    <a:pt x="264" y="555"/>
                  </a:lnTo>
                  <a:lnTo>
                    <a:pt x="284" y="561"/>
                  </a:lnTo>
                  <a:lnTo>
                    <a:pt x="302" y="565"/>
                  </a:lnTo>
                  <a:lnTo>
                    <a:pt x="320" y="565"/>
                  </a:lnTo>
                  <a:lnTo>
                    <a:pt x="336" y="565"/>
                  </a:lnTo>
                  <a:lnTo>
                    <a:pt x="352" y="561"/>
                  </a:lnTo>
                  <a:lnTo>
                    <a:pt x="368" y="557"/>
                  </a:lnTo>
                  <a:lnTo>
                    <a:pt x="368" y="557"/>
                  </a:lnTo>
                  <a:lnTo>
                    <a:pt x="374" y="553"/>
                  </a:lnTo>
                  <a:lnTo>
                    <a:pt x="374" y="553"/>
                  </a:lnTo>
                  <a:lnTo>
                    <a:pt x="376" y="551"/>
                  </a:lnTo>
                  <a:lnTo>
                    <a:pt x="376" y="551"/>
                  </a:lnTo>
                  <a:lnTo>
                    <a:pt x="378" y="551"/>
                  </a:lnTo>
                  <a:lnTo>
                    <a:pt x="378" y="551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90" y="541"/>
                  </a:lnTo>
                  <a:lnTo>
                    <a:pt x="398" y="533"/>
                  </a:lnTo>
                  <a:lnTo>
                    <a:pt x="406" y="523"/>
                  </a:lnTo>
                  <a:lnTo>
                    <a:pt x="412" y="513"/>
                  </a:lnTo>
                  <a:lnTo>
                    <a:pt x="418" y="501"/>
                  </a:lnTo>
                  <a:lnTo>
                    <a:pt x="424" y="488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2" y="450"/>
                  </a:lnTo>
                  <a:lnTo>
                    <a:pt x="432" y="450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4" y="440"/>
                  </a:lnTo>
                  <a:lnTo>
                    <a:pt x="434" y="438"/>
                  </a:lnTo>
                  <a:lnTo>
                    <a:pt x="434" y="438"/>
                  </a:lnTo>
                  <a:lnTo>
                    <a:pt x="434" y="434"/>
                  </a:lnTo>
                  <a:lnTo>
                    <a:pt x="434" y="434"/>
                  </a:lnTo>
                  <a:lnTo>
                    <a:pt x="434" y="428"/>
                  </a:lnTo>
                  <a:lnTo>
                    <a:pt x="434" y="428"/>
                  </a:lnTo>
                  <a:lnTo>
                    <a:pt x="434" y="428"/>
                  </a:lnTo>
                  <a:lnTo>
                    <a:pt x="434" y="416"/>
                  </a:lnTo>
                  <a:lnTo>
                    <a:pt x="434" y="416"/>
                  </a:lnTo>
                  <a:lnTo>
                    <a:pt x="434" y="406"/>
                  </a:lnTo>
                  <a:lnTo>
                    <a:pt x="434" y="404"/>
                  </a:lnTo>
                  <a:close/>
                  <a:moveTo>
                    <a:pt x="412" y="412"/>
                  </a:moveTo>
                  <a:lnTo>
                    <a:pt x="412" y="414"/>
                  </a:lnTo>
                  <a:lnTo>
                    <a:pt x="412" y="414"/>
                  </a:lnTo>
                  <a:lnTo>
                    <a:pt x="412" y="418"/>
                  </a:lnTo>
                  <a:lnTo>
                    <a:pt x="412" y="418"/>
                  </a:lnTo>
                  <a:lnTo>
                    <a:pt x="412" y="424"/>
                  </a:lnTo>
                  <a:lnTo>
                    <a:pt x="412" y="424"/>
                  </a:lnTo>
                  <a:lnTo>
                    <a:pt x="412" y="424"/>
                  </a:lnTo>
                  <a:lnTo>
                    <a:pt x="412" y="430"/>
                  </a:lnTo>
                  <a:lnTo>
                    <a:pt x="412" y="430"/>
                  </a:lnTo>
                  <a:lnTo>
                    <a:pt x="412" y="432"/>
                  </a:lnTo>
                  <a:lnTo>
                    <a:pt x="410" y="432"/>
                  </a:lnTo>
                  <a:lnTo>
                    <a:pt x="410" y="432"/>
                  </a:lnTo>
                  <a:lnTo>
                    <a:pt x="410" y="434"/>
                  </a:lnTo>
                  <a:lnTo>
                    <a:pt x="410" y="434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02" y="468"/>
                  </a:lnTo>
                  <a:lnTo>
                    <a:pt x="394" y="490"/>
                  </a:lnTo>
                  <a:lnTo>
                    <a:pt x="386" y="499"/>
                  </a:lnTo>
                  <a:lnTo>
                    <a:pt x="380" y="509"/>
                  </a:lnTo>
                  <a:lnTo>
                    <a:pt x="372" y="515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2" y="523"/>
                  </a:lnTo>
                  <a:lnTo>
                    <a:pt x="362" y="523"/>
                  </a:lnTo>
                  <a:lnTo>
                    <a:pt x="360" y="525"/>
                  </a:lnTo>
                  <a:lnTo>
                    <a:pt x="360" y="525"/>
                  </a:lnTo>
                  <a:lnTo>
                    <a:pt x="358" y="525"/>
                  </a:lnTo>
                  <a:lnTo>
                    <a:pt x="358" y="525"/>
                  </a:lnTo>
                  <a:lnTo>
                    <a:pt x="352" y="529"/>
                  </a:lnTo>
                  <a:lnTo>
                    <a:pt x="352" y="529"/>
                  </a:lnTo>
                  <a:lnTo>
                    <a:pt x="338" y="533"/>
                  </a:lnTo>
                  <a:lnTo>
                    <a:pt x="324" y="537"/>
                  </a:lnTo>
                  <a:lnTo>
                    <a:pt x="310" y="537"/>
                  </a:lnTo>
                  <a:lnTo>
                    <a:pt x="294" y="535"/>
                  </a:lnTo>
                  <a:lnTo>
                    <a:pt x="276" y="533"/>
                  </a:lnTo>
                  <a:lnTo>
                    <a:pt x="260" y="527"/>
                  </a:lnTo>
                  <a:lnTo>
                    <a:pt x="242" y="519"/>
                  </a:lnTo>
                  <a:lnTo>
                    <a:pt x="224" y="511"/>
                  </a:lnTo>
                  <a:lnTo>
                    <a:pt x="224" y="511"/>
                  </a:lnTo>
                  <a:lnTo>
                    <a:pt x="204" y="499"/>
                  </a:lnTo>
                  <a:lnTo>
                    <a:pt x="186" y="484"/>
                  </a:lnTo>
                  <a:lnTo>
                    <a:pt x="168" y="468"/>
                  </a:lnTo>
                  <a:lnTo>
                    <a:pt x="150" y="452"/>
                  </a:lnTo>
                  <a:lnTo>
                    <a:pt x="134" y="432"/>
                  </a:lnTo>
                  <a:lnTo>
                    <a:pt x="116" y="412"/>
                  </a:lnTo>
                  <a:lnTo>
                    <a:pt x="102" y="392"/>
                  </a:lnTo>
                  <a:lnTo>
                    <a:pt x="86" y="370"/>
                  </a:lnTo>
                  <a:lnTo>
                    <a:pt x="86" y="370"/>
                  </a:lnTo>
                  <a:lnTo>
                    <a:pt x="80" y="358"/>
                  </a:lnTo>
                  <a:lnTo>
                    <a:pt x="80" y="358"/>
                  </a:lnTo>
                  <a:lnTo>
                    <a:pt x="74" y="348"/>
                  </a:lnTo>
                  <a:lnTo>
                    <a:pt x="74" y="348"/>
                  </a:lnTo>
                  <a:lnTo>
                    <a:pt x="62" y="324"/>
                  </a:lnTo>
                  <a:lnTo>
                    <a:pt x="52" y="300"/>
                  </a:lnTo>
                  <a:lnTo>
                    <a:pt x="42" y="276"/>
                  </a:lnTo>
                  <a:lnTo>
                    <a:pt x="34" y="252"/>
                  </a:lnTo>
                  <a:lnTo>
                    <a:pt x="28" y="228"/>
                  </a:lnTo>
                  <a:lnTo>
                    <a:pt x="24" y="206"/>
                  </a:lnTo>
                  <a:lnTo>
                    <a:pt x="22" y="182"/>
                  </a:lnTo>
                  <a:lnTo>
                    <a:pt x="22" y="160"/>
                  </a:lnTo>
                  <a:lnTo>
                    <a:pt x="22" y="160"/>
                  </a:lnTo>
                  <a:lnTo>
                    <a:pt x="22" y="140"/>
                  </a:lnTo>
                  <a:lnTo>
                    <a:pt x="24" y="122"/>
                  </a:lnTo>
                  <a:lnTo>
                    <a:pt x="28" y="104"/>
                  </a:lnTo>
                  <a:lnTo>
                    <a:pt x="34" y="88"/>
                  </a:lnTo>
                  <a:lnTo>
                    <a:pt x="42" y="74"/>
                  </a:lnTo>
                  <a:lnTo>
                    <a:pt x="50" y="62"/>
                  </a:lnTo>
                  <a:lnTo>
                    <a:pt x="60" y="52"/>
                  </a:lnTo>
                  <a:lnTo>
                    <a:pt x="70" y="42"/>
                  </a:lnTo>
                  <a:lnTo>
                    <a:pt x="70" y="42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6" y="34"/>
                  </a:lnTo>
                  <a:lnTo>
                    <a:pt x="86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90" y="34"/>
                  </a:lnTo>
                  <a:lnTo>
                    <a:pt x="90" y="34"/>
                  </a:lnTo>
                  <a:lnTo>
                    <a:pt x="94" y="32"/>
                  </a:lnTo>
                  <a:lnTo>
                    <a:pt x="94" y="32"/>
                  </a:lnTo>
                  <a:lnTo>
                    <a:pt x="96" y="32"/>
                  </a:lnTo>
                  <a:lnTo>
                    <a:pt x="96" y="32"/>
                  </a:lnTo>
                  <a:lnTo>
                    <a:pt x="96" y="30"/>
                  </a:lnTo>
                  <a:lnTo>
                    <a:pt x="96" y="30"/>
                  </a:lnTo>
                  <a:lnTo>
                    <a:pt x="104" y="30"/>
                  </a:lnTo>
                  <a:lnTo>
                    <a:pt x="104" y="30"/>
                  </a:lnTo>
                  <a:lnTo>
                    <a:pt x="108" y="28"/>
                  </a:lnTo>
                  <a:lnTo>
                    <a:pt x="108" y="28"/>
                  </a:lnTo>
                  <a:lnTo>
                    <a:pt x="122" y="28"/>
                  </a:lnTo>
                  <a:lnTo>
                    <a:pt x="122" y="28"/>
                  </a:lnTo>
                  <a:lnTo>
                    <a:pt x="126" y="28"/>
                  </a:lnTo>
                  <a:lnTo>
                    <a:pt x="126" y="28"/>
                  </a:lnTo>
                  <a:lnTo>
                    <a:pt x="128" y="28"/>
                  </a:lnTo>
                  <a:lnTo>
                    <a:pt x="128" y="28"/>
                  </a:lnTo>
                  <a:lnTo>
                    <a:pt x="144" y="30"/>
                  </a:lnTo>
                  <a:lnTo>
                    <a:pt x="158" y="32"/>
                  </a:lnTo>
                  <a:lnTo>
                    <a:pt x="158" y="32"/>
                  </a:lnTo>
                  <a:lnTo>
                    <a:pt x="162" y="34"/>
                  </a:lnTo>
                  <a:lnTo>
                    <a:pt x="162" y="34"/>
                  </a:lnTo>
                  <a:lnTo>
                    <a:pt x="168" y="36"/>
                  </a:lnTo>
                  <a:lnTo>
                    <a:pt x="168" y="36"/>
                  </a:lnTo>
                  <a:lnTo>
                    <a:pt x="172" y="36"/>
                  </a:lnTo>
                  <a:lnTo>
                    <a:pt x="172" y="36"/>
                  </a:lnTo>
                  <a:lnTo>
                    <a:pt x="176" y="38"/>
                  </a:lnTo>
                  <a:lnTo>
                    <a:pt x="176" y="38"/>
                  </a:lnTo>
                  <a:lnTo>
                    <a:pt x="182" y="40"/>
                  </a:lnTo>
                  <a:lnTo>
                    <a:pt x="182" y="40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194" y="46"/>
                  </a:lnTo>
                  <a:lnTo>
                    <a:pt x="194" y="46"/>
                  </a:lnTo>
                  <a:lnTo>
                    <a:pt x="198" y="48"/>
                  </a:lnTo>
                  <a:lnTo>
                    <a:pt x="198" y="48"/>
                  </a:lnTo>
                  <a:lnTo>
                    <a:pt x="200" y="48"/>
                  </a:lnTo>
                  <a:lnTo>
                    <a:pt x="200" y="48"/>
                  </a:lnTo>
                  <a:lnTo>
                    <a:pt x="202" y="50"/>
                  </a:lnTo>
                  <a:lnTo>
                    <a:pt x="202" y="50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28" y="66"/>
                  </a:lnTo>
                  <a:lnTo>
                    <a:pt x="246" y="78"/>
                  </a:lnTo>
                  <a:lnTo>
                    <a:pt x="262" y="92"/>
                  </a:lnTo>
                  <a:lnTo>
                    <a:pt x="280" y="108"/>
                  </a:lnTo>
                  <a:lnTo>
                    <a:pt x="296" y="126"/>
                  </a:lnTo>
                  <a:lnTo>
                    <a:pt x="312" y="144"/>
                  </a:lnTo>
                  <a:lnTo>
                    <a:pt x="326" y="162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48" y="194"/>
                  </a:lnTo>
                  <a:lnTo>
                    <a:pt x="348" y="194"/>
                  </a:lnTo>
                  <a:lnTo>
                    <a:pt x="354" y="206"/>
                  </a:lnTo>
                  <a:lnTo>
                    <a:pt x="354" y="206"/>
                  </a:lnTo>
                  <a:lnTo>
                    <a:pt x="360" y="216"/>
                  </a:lnTo>
                  <a:lnTo>
                    <a:pt x="360" y="216"/>
                  </a:lnTo>
                  <a:lnTo>
                    <a:pt x="366" y="226"/>
                  </a:lnTo>
                  <a:lnTo>
                    <a:pt x="366" y="226"/>
                  </a:lnTo>
                  <a:lnTo>
                    <a:pt x="368" y="230"/>
                  </a:lnTo>
                  <a:lnTo>
                    <a:pt x="368" y="230"/>
                  </a:lnTo>
                  <a:lnTo>
                    <a:pt x="372" y="238"/>
                  </a:lnTo>
                  <a:lnTo>
                    <a:pt x="372" y="240"/>
                  </a:lnTo>
                  <a:lnTo>
                    <a:pt x="372" y="240"/>
                  </a:lnTo>
                  <a:lnTo>
                    <a:pt x="386" y="270"/>
                  </a:lnTo>
                  <a:lnTo>
                    <a:pt x="396" y="300"/>
                  </a:lnTo>
                  <a:lnTo>
                    <a:pt x="404" y="330"/>
                  </a:lnTo>
                  <a:lnTo>
                    <a:pt x="410" y="358"/>
                  </a:lnTo>
                  <a:lnTo>
                    <a:pt x="410" y="358"/>
                  </a:lnTo>
                  <a:lnTo>
                    <a:pt x="410" y="358"/>
                  </a:lnTo>
                  <a:lnTo>
                    <a:pt x="410" y="368"/>
                  </a:lnTo>
                  <a:lnTo>
                    <a:pt x="410" y="368"/>
                  </a:lnTo>
                  <a:lnTo>
                    <a:pt x="412" y="372"/>
                  </a:lnTo>
                  <a:lnTo>
                    <a:pt x="412" y="372"/>
                  </a:lnTo>
                  <a:lnTo>
                    <a:pt x="412" y="380"/>
                  </a:lnTo>
                  <a:lnTo>
                    <a:pt x="412" y="382"/>
                  </a:lnTo>
                  <a:lnTo>
                    <a:pt x="412" y="38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2" y="394"/>
                  </a:lnTo>
                  <a:lnTo>
                    <a:pt x="412" y="394"/>
                  </a:lnTo>
                  <a:lnTo>
                    <a:pt x="412" y="404"/>
                  </a:lnTo>
                  <a:lnTo>
                    <a:pt x="412" y="404"/>
                  </a:lnTo>
                  <a:lnTo>
                    <a:pt x="412" y="412"/>
                  </a:lnTo>
                  <a:lnTo>
                    <a:pt x="412" y="41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400" bIns="414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98" name="Freeform 63"/>
            <p:cNvSpPr/>
            <p:nvPr/>
          </p:nvSpPr>
          <p:spPr>
            <a:xfrm>
              <a:off x="6279120" y="3474360"/>
              <a:ext cx="51840" cy="6696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66960"/>
                <a:gd name="textAreaBottom" fmla="*/ 67320 h 66960"/>
              </a:gdLst>
              <a:ahLst/>
              <a:rect l="textAreaLeft" t="textAreaTop" r="textAreaRight" b="textAreaBottom"/>
              <a:pathLst>
                <a:path w="354" h="457">
                  <a:moveTo>
                    <a:pt x="354" y="326"/>
                  </a:moveTo>
                  <a:lnTo>
                    <a:pt x="354" y="326"/>
                  </a:lnTo>
                  <a:lnTo>
                    <a:pt x="354" y="326"/>
                  </a:lnTo>
                  <a:lnTo>
                    <a:pt x="354" y="326"/>
                  </a:lnTo>
                  <a:lnTo>
                    <a:pt x="352" y="318"/>
                  </a:lnTo>
                  <a:lnTo>
                    <a:pt x="352" y="316"/>
                  </a:lnTo>
                  <a:lnTo>
                    <a:pt x="352" y="316"/>
                  </a:lnTo>
                  <a:lnTo>
                    <a:pt x="352" y="310"/>
                  </a:lnTo>
                  <a:lnTo>
                    <a:pt x="352" y="310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50" y="298"/>
                  </a:lnTo>
                  <a:lnTo>
                    <a:pt x="350" y="296"/>
                  </a:lnTo>
                  <a:lnTo>
                    <a:pt x="350" y="296"/>
                  </a:lnTo>
                  <a:lnTo>
                    <a:pt x="346" y="270"/>
                  </a:lnTo>
                  <a:lnTo>
                    <a:pt x="338" y="244"/>
                  </a:lnTo>
                  <a:lnTo>
                    <a:pt x="328" y="218"/>
                  </a:lnTo>
                  <a:lnTo>
                    <a:pt x="316" y="192"/>
                  </a:lnTo>
                  <a:lnTo>
                    <a:pt x="316" y="188"/>
                  </a:lnTo>
                  <a:lnTo>
                    <a:pt x="316" y="188"/>
                  </a:lnTo>
                  <a:lnTo>
                    <a:pt x="312" y="182"/>
                  </a:lnTo>
                  <a:lnTo>
                    <a:pt x="312" y="182"/>
                  </a:lnTo>
                  <a:lnTo>
                    <a:pt x="310" y="178"/>
                  </a:lnTo>
                  <a:lnTo>
                    <a:pt x="310" y="178"/>
                  </a:lnTo>
                  <a:lnTo>
                    <a:pt x="306" y="170"/>
                  </a:lnTo>
                  <a:lnTo>
                    <a:pt x="306" y="170"/>
                  </a:lnTo>
                  <a:lnTo>
                    <a:pt x="300" y="160"/>
                  </a:lnTo>
                  <a:lnTo>
                    <a:pt x="300" y="160"/>
                  </a:lnTo>
                  <a:lnTo>
                    <a:pt x="294" y="150"/>
                  </a:lnTo>
                  <a:lnTo>
                    <a:pt x="294" y="150"/>
                  </a:lnTo>
                  <a:lnTo>
                    <a:pt x="288" y="140"/>
                  </a:lnTo>
                  <a:lnTo>
                    <a:pt x="288" y="140"/>
                  </a:lnTo>
                  <a:lnTo>
                    <a:pt x="288" y="140"/>
                  </a:lnTo>
                  <a:lnTo>
                    <a:pt x="262" y="104"/>
                  </a:lnTo>
                  <a:lnTo>
                    <a:pt x="234" y="72"/>
                  </a:lnTo>
                  <a:lnTo>
                    <a:pt x="218" y="58"/>
                  </a:lnTo>
                  <a:lnTo>
                    <a:pt x="202" y="44"/>
                  </a:lnTo>
                  <a:lnTo>
                    <a:pt x="188" y="3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64" y="20"/>
                  </a:lnTo>
                  <a:lnTo>
                    <a:pt x="164" y="20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60" y="18"/>
                  </a:lnTo>
                  <a:lnTo>
                    <a:pt x="160" y="18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46" y="10"/>
                  </a:lnTo>
                  <a:lnTo>
                    <a:pt x="146" y="10"/>
                  </a:lnTo>
                  <a:lnTo>
                    <a:pt x="140" y="8"/>
                  </a:lnTo>
                  <a:lnTo>
                    <a:pt x="140" y="8"/>
                  </a:lnTo>
                  <a:lnTo>
                    <a:pt x="136" y="8"/>
                  </a:lnTo>
                  <a:lnTo>
                    <a:pt x="136" y="8"/>
                  </a:lnTo>
                  <a:lnTo>
                    <a:pt x="132" y="6"/>
                  </a:lnTo>
                  <a:lnTo>
                    <a:pt x="132" y="6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4" y="4"/>
                  </a:lnTo>
                  <a:lnTo>
                    <a:pt x="124" y="4"/>
                  </a:lnTo>
                  <a:lnTo>
                    <a:pt x="110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46" y="12"/>
                  </a:lnTo>
                  <a:lnTo>
                    <a:pt x="46" y="12"/>
                  </a:lnTo>
                  <a:lnTo>
                    <a:pt x="36" y="20"/>
                  </a:lnTo>
                  <a:lnTo>
                    <a:pt x="26" y="30"/>
                  </a:lnTo>
                  <a:lnTo>
                    <a:pt x="18" y="42"/>
                  </a:lnTo>
                  <a:lnTo>
                    <a:pt x="12" y="54"/>
                  </a:lnTo>
                  <a:lnTo>
                    <a:pt x="8" y="68"/>
                  </a:lnTo>
                  <a:lnTo>
                    <a:pt x="4" y="84"/>
                  </a:lnTo>
                  <a:lnTo>
                    <a:pt x="2" y="100"/>
                  </a:lnTo>
                  <a:lnTo>
                    <a:pt x="0" y="118"/>
                  </a:lnTo>
                  <a:lnTo>
                    <a:pt x="0" y="118"/>
                  </a:lnTo>
                  <a:lnTo>
                    <a:pt x="2" y="138"/>
                  </a:lnTo>
                  <a:lnTo>
                    <a:pt x="4" y="160"/>
                  </a:lnTo>
                  <a:lnTo>
                    <a:pt x="8" y="180"/>
                  </a:lnTo>
                  <a:lnTo>
                    <a:pt x="14" y="202"/>
                  </a:lnTo>
                  <a:lnTo>
                    <a:pt x="20" y="222"/>
                  </a:lnTo>
                  <a:lnTo>
                    <a:pt x="28" y="244"/>
                  </a:lnTo>
                  <a:lnTo>
                    <a:pt x="38" y="266"/>
                  </a:lnTo>
                  <a:lnTo>
                    <a:pt x="48" y="286"/>
                  </a:lnTo>
                  <a:lnTo>
                    <a:pt x="48" y="286"/>
                  </a:lnTo>
                  <a:lnTo>
                    <a:pt x="54" y="296"/>
                  </a:lnTo>
                  <a:lnTo>
                    <a:pt x="54" y="296"/>
                  </a:lnTo>
                  <a:lnTo>
                    <a:pt x="60" y="306"/>
                  </a:lnTo>
                  <a:lnTo>
                    <a:pt x="60" y="306"/>
                  </a:lnTo>
                  <a:lnTo>
                    <a:pt x="74" y="326"/>
                  </a:lnTo>
                  <a:lnTo>
                    <a:pt x="86" y="346"/>
                  </a:lnTo>
                  <a:lnTo>
                    <a:pt x="102" y="364"/>
                  </a:lnTo>
                  <a:lnTo>
                    <a:pt x="116" y="380"/>
                  </a:lnTo>
                  <a:lnTo>
                    <a:pt x="132" y="396"/>
                  </a:lnTo>
                  <a:lnTo>
                    <a:pt x="150" y="410"/>
                  </a:lnTo>
                  <a:lnTo>
                    <a:pt x="166" y="422"/>
                  </a:lnTo>
                  <a:lnTo>
                    <a:pt x="182" y="432"/>
                  </a:lnTo>
                  <a:lnTo>
                    <a:pt x="182" y="432"/>
                  </a:lnTo>
                  <a:lnTo>
                    <a:pt x="200" y="443"/>
                  </a:lnTo>
                  <a:lnTo>
                    <a:pt x="216" y="449"/>
                  </a:lnTo>
                  <a:lnTo>
                    <a:pt x="230" y="453"/>
                  </a:lnTo>
                  <a:lnTo>
                    <a:pt x="246" y="457"/>
                  </a:lnTo>
                  <a:lnTo>
                    <a:pt x="260" y="457"/>
                  </a:lnTo>
                  <a:lnTo>
                    <a:pt x="274" y="457"/>
                  </a:lnTo>
                  <a:lnTo>
                    <a:pt x="286" y="455"/>
                  </a:lnTo>
                  <a:lnTo>
                    <a:pt x="298" y="451"/>
                  </a:lnTo>
                  <a:lnTo>
                    <a:pt x="298" y="451"/>
                  </a:lnTo>
                  <a:lnTo>
                    <a:pt x="304" y="447"/>
                  </a:lnTo>
                  <a:lnTo>
                    <a:pt x="304" y="447"/>
                  </a:lnTo>
                  <a:lnTo>
                    <a:pt x="306" y="447"/>
                  </a:lnTo>
                  <a:lnTo>
                    <a:pt x="306" y="447"/>
                  </a:lnTo>
                  <a:lnTo>
                    <a:pt x="306" y="445"/>
                  </a:lnTo>
                  <a:lnTo>
                    <a:pt x="306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24" y="430"/>
                  </a:lnTo>
                  <a:lnTo>
                    <a:pt x="336" y="414"/>
                  </a:lnTo>
                  <a:lnTo>
                    <a:pt x="344" y="394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2" y="364"/>
                  </a:lnTo>
                  <a:lnTo>
                    <a:pt x="352" y="364"/>
                  </a:lnTo>
                  <a:lnTo>
                    <a:pt x="352" y="364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56"/>
                  </a:lnTo>
                  <a:lnTo>
                    <a:pt x="352" y="356"/>
                  </a:lnTo>
                  <a:lnTo>
                    <a:pt x="352" y="356"/>
                  </a:lnTo>
                  <a:lnTo>
                    <a:pt x="352" y="352"/>
                  </a:lnTo>
                  <a:lnTo>
                    <a:pt x="352" y="352"/>
                  </a:lnTo>
                  <a:lnTo>
                    <a:pt x="352" y="346"/>
                  </a:lnTo>
                  <a:lnTo>
                    <a:pt x="354" y="346"/>
                  </a:lnTo>
                  <a:lnTo>
                    <a:pt x="354" y="346"/>
                  </a:lnTo>
                  <a:lnTo>
                    <a:pt x="354" y="338"/>
                  </a:lnTo>
                  <a:lnTo>
                    <a:pt x="354" y="338"/>
                  </a:lnTo>
                  <a:lnTo>
                    <a:pt x="354" y="328"/>
                  </a:lnTo>
                  <a:lnTo>
                    <a:pt x="354" y="326"/>
                  </a:lnTo>
                  <a:close/>
                  <a:moveTo>
                    <a:pt x="336" y="334"/>
                  </a:moveTo>
                  <a:lnTo>
                    <a:pt x="336" y="336"/>
                  </a:lnTo>
                  <a:lnTo>
                    <a:pt x="336" y="336"/>
                  </a:lnTo>
                  <a:lnTo>
                    <a:pt x="336" y="338"/>
                  </a:lnTo>
                  <a:lnTo>
                    <a:pt x="336" y="338"/>
                  </a:lnTo>
                  <a:lnTo>
                    <a:pt x="334" y="342"/>
                  </a:lnTo>
                  <a:lnTo>
                    <a:pt x="334" y="342"/>
                  </a:lnTo>
                  <a:lnTo>
                    <a:pt x="334" y="342"/>
                  </a:lnTo>
                  <a:lnTo>
                    <a:pt x="334" y="348"/>
                  </a:lnTo>
                  <a:lnTo>
                    <a:pt x="334" y="348"/>
                  </a:lnTo>
                  <a:lnTo>
                    <a:pt x="334" y="348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28" y="378"/>
                  </a:lnTo>
                  <a:lnTo>
                    <a:pt x="320" y="396"/>
                  </a:lnTo>
                  <a:lnTo>
                    <a:pt x="308" y="410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2" y="424"/>
                  </a:lnTo>
                  <a:lnTo>
                    <a:pt x="292" y="424"/>
                  </a:lnTo>
                  <a:lnTo>
                    <a:pt x="286" y="428"/>
                  </a:lnTo>
                  <a:lnTo>
                    <a:pt x="286" y="428"/>
                  </a:lnTo>
                  <a:lnTo>
                    <a:pt x="276" y="432"/>
                  </a:lnTo>
                  <a:lnTo>
                    <a:pt x="264" y="434"/>
                  </a:lnTo>
                  <a:lnTo>
                    <a:pt x="252" y="434"/>
                  </a:lnTo>
                  <a:lnTo>
                    <a:pt x="238" y="432"/>
                  </a:lnTo>
                  <a:lnTo>
                    <a:pt x="226" y="430"/>
                  </a:lnTo>
                  <a:lnTo>
                    <a:pt x="212" y="426"/>
                  </a:lnTo>
                  <a:lnTo>
                    <a:pt x="196" y="420"/>
                  </a:lnTo>
                  <a:lnTo>
                    <a:pt x="182" y="412"/>
                  </a:lnTo>
                  <a:lnTo>
                    <a:pt x="182" y="412"/>
                  </a:lnTo>
                  <a:lnTo>
                    <a:pt x="166" y="402"/>
                  </a:lnTo>
                  <a:lnTo>
                    <a:pt x="152" y="392"/>
                  </a:lnTo>
                  <a:lnTo>
                    <a:pt x="138" y="378"/>
                  </a:lnTo>
                  <a:lnTo>
                    <a:pt x="122" y="366"/>
                  </a:lnTo>
                  <a:lnTo>
                    <a:pt x="96" y="334"/>
                  </a:lnTo>
                  <a:lnTo>
                    <a:pt x="72" y="298"/>
                  </a:lnTo>
                  <a:lnTo>
                    <a:pt x="72" y="298"/>
                  </a:lnTo>
                  <a:lnTo>
                    <a:pt x="66" y="290"/>
                  </a:lnTo>
                  <a:lnTo>
                    <a:pt x="66" y="290"/>
                  </a:lnTo>
                  <a:lnTo>
                    <a:pt x="62" y="280"/>
                  </a:lnTo>
                  <a:lnTo>
                    <a:pt x="62" y="280"/>
                  </a:lnTo>
                  <a:lnTo>
                    <a:pt x="42" y="242"/>
                  </a:lnTo>
                  <a:lnTo>
                    <a:pt x="30" y="204"/>
                  </a:lnTo>
                  <a:lnTo>
                    <a:pt x="24" y="184"/>
                  </a:lnTo>
                  <a:lnTo>
                    <a:pt x="22" y="166"/>
                  </a:lnTo>
                  <a:lnTo>
                    <a:pt x="20" y="148"/>
                  </a:lnTo>
                  <a:lnTo>
                    <a:pt x="18" y="130"/>
                  </a:lnTo>
                  <a:lnTo>
                    <a:pt x="18" y="130"/>
                  </a:lnTo>
                  <a:lnTo>
                    <a:pt x="20" y="114"/>
                  </a:lnTo>
                  <a:lnTo>
                    <a:pt x="22" y="98"/>
                  </a:lnTo>
                  <a:lnTo>
                    <a:pt x="24" y="84"/>
                  </a:lnTo>
                  <a:lnTo>
                    <a:pt x="28" y="72"/>
                  </a:lnTo>
                  <a:lnTo>
                    <a:pt x="34" y="60"/>
                  </a:lnTo>
                  <a:lnTo>
                    <a:pt x="42" y="50"/>
                  </a:lnTo>
                  <a:lnTo>
                    <a:pt x="50" y="42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62" y="32"/>
                  </a:lnTo>
                  <a:lnTo>
                    <a:pt x="62" y="32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70" y="28"/>
                  </a:lnTo>
                  <a:lnTo>
                    <a:pt x="70" y="28"/>
                  </a:lnTo>
                  <a:lnTo>
                    <a:pt x="72" y="28"/>
                  </a:lnTo>
                  <a:lnTo>
                    <a:pt x="72" y="28"/>
                  </a:lnTo>
                  <a:lnTo>
                    <a:pt x="72" y="26"/>
                  </a:lnTo>
                  <a:lnTo>
                    <a:pt x="72" y="26"/>
                  </a:lnTo>
                  <a:lnTo>
                    <a:pt x="74" y="26"/>
                  </a:lnTo>
                  <a:lnTo>
                    <a:pt x="74" y="26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8" y="22"/>
                  </a:lnTo>
                  <a:lnTo>
                    <a:pt x="88" y="22"/>
                  </a:lnTo>
                  <a:lnTo>
                    <a:pt x="100" y="22"/>
                  </a:lnTo>
                  <a:lnTo>
                    <a:pt x="100" y="22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8" y="24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2" y="26"/>
                  </a:lnTo>
                  <a:lnTo>
                    <a:pt x="132" y="26"/>
                  </a:lnTo>
                  <a:lnTo>
                    <a:pt x="138" y="28"/>
                  </a:lnTo>
                  <a:lnTo>
                    <a:pt x="138" y="28"/>
                  </a:lnTo>
                  <a:lnTo>
                    <a:pt x="140" y="30"/>
                  </a:lnTo>
                  <a:lnTo>
                    <a:pt x="140" y="30"/>
                  </a:lnTo>
                  <a:lnTo>
                    <a:pt x="144" y="30"/>
                  </a:lnTo>
                  <a:lnTo>
                    <a:pt x="144" y="30"/>
                  </a:lnTo>
                  <a:lnTo>
                    <a:pt x="148" y="32"/>
                  </a:lnTo>
                  <a:lnTo>
                    <a:pt x="148" y="32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62" y="38"/>
                  </a:lnTo>
                  <a:lnTo>
                    <a:pt x="162" y="38"/>
                  </a:lnTo>
                  <a:lnTo>
                    <a:pt x="164" y="40"/>
                  </a:lnTo>
                  <a:lnTo>
                    <a:pt x="164" y="40"/>
                  </a:lnTo>
                  <a:lnTo>
                    <a:pt x="166" y="40"/>
                  </a:lnTo>
                  <a:lnTo>
                    <a:pt x="166" y="40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200" y="64"/>
                  </a:lnTo>
                  <a:lnTo>
                    <a:pt x="228" y="88"/>
                  </a:lnTo>
                  <a:lnTo>
                    <a:pt x="254" y="116"/>
                  </a:lnTo>
                  <a:lnTo>
                    <a:pt x="276" y="148"/>
                  </a:lnTo>
                  <a:lnTo>
                    <a:pt x="276" y="148"/>
                  </a:lnTo>
                  <a:lnTo>
                    <a:pt x="276" y="148"/>
                  </a:lnTo>
                  <a:lnTo>
                    <a:pt x="282" y="158"/>
                  </a:lnTo>
                  <a:lnTo>
                    <a:pt x="282" y="158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92" y="176"/>
                  </a:lnTo>
                  <a:lnTo>
                    <a:pt x="292" y="176"/>
                  </a:lnTo>
                  <a:lnTo>
                    <a:pt x="296" y="182"/>
                  </a:lnTo>
                  <a:lnTo>
                    <a:pt x="296" y="182"/>
                  </a:lnTo>
                  <a:lnTo>
                    <a:pt x="298" y="186"/>
                  </a:lnTo>
                  <a:lnTo>
                    <a:pt x="298" y="186"/>
                  </a:lnTo>
                  <a:lnTo>
                    <a:pt x="302" y="192"/>
                  </a:lnTo>
                  <a:lnTo>
                    <a:pt x="302" y="194"/>
                  </a:lnTo>
                  <a:lnTo>
                    <a:pt x="302" y="194"/>
                  </a:lnTo>
                  <a:lnTo>
                    <a:pt x="314" y="218"/>
                  </a:lnTo>
                  <a:lnTo>
                    <a:pt x="322" y="242"/>
                  </a:lnTo>
                  <a:lnTo>
                    <a:pt x="328" y="266"/>
                  </a:lnTo>
                  <a:lnTo>
                    <a:pt x="332" y="290"/>
                  </a:lnTo>
                  <a:lnTo>
                    <a:pt x="332" y="290"/>
                  </a:lnTo>
                  <a:lnTo>
                    <a:pt x="332" y="290"/>
                  </a:lnTo>
                  <a:lnTo>
                    <a:pt x="334" y="296"/>
                  </a:lnTo>
                  <a:lnTo>
                    <a:pt x="334" y="296"/>
                  </a:lnTo>
                  <a:lnTo>
                    <a:pt x="334" y="302"/>
                  </a:lnTo>
                  <a:lnTo>
                    <a:pt x="334" y="302"/>
                  </a:lnTo>
                  <a:lnTo>
                    <a:pt x="334" y="308"/>
                  </a:lnTo>
                  <a:lnTo>
                    <a:pt x="334" y="308"/>
                  </a:lnTo>
                  <a:lnTo>
                    <a:pt x="334" y="308"/>
                  </a:lnTo>
                  <a:lnTo>
                    <a:pt x="336" y="316"/>
                  </a:lnTo>
                  <a:lnTo>
                    <a:pt x="336" y="316"/>
                  </a:lnTo>
                  <a:lnTo>
                    <a:pt x="336" y="316"/>
                  </a:lnTo>
                  <a:lnTo>
                    <a:pt x="336" y="318"/>
                  </a:lnTo>
                  <a:lnTo>
                    <a:pt x="336" y="318"/>
                  </a:lnTo>
                  <a:lnTo>
                    <a:pt x="336" y="326"/>
                  </a:lnTo>
                  <a:lnTo>
                    <a:pt x="336" y="326"/>
                  </a:lnTo>
                  <a:lnTo>
                    <a:pt x="336" y="334"/>
                  </a:lnTo>
                  <a:lnTo>
                    <a:pt x="336" y="334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480" bIns="334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99" name="Freeform 64"/>
            <p:cNvSpPr/>
            <p:nvPr/>
          </p:nvSpPr>
          <p:spPr>
            <a:xfrm>
              <a:off x="6284160" y="3480480"/>
              <a:ext cx="41760" cy="5436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54360"/>
                <a:gd name="textAreaBottom" fmla="*/ 54720 h 54360"/>
              </a:gdLst>
              <a:ahLst/>
              <a:rect l="textAreaLeft" t="textAreaTop" r="textAreaRight" b="textAreaBottom"/>
              <a:pathLst>
                <a:path w="286" h="372">
                  <a:moveTo>
                    <a:pt x="286" y="266"/>
                  </a:moveTo>
                  <a:lnTo>
                    <a:pt x="286" y="266"/>
                  </a:lnTo>
                  <a:lnTo>
                    <a:pt x="286" y="266"/>
                  </a:lnTo>
                  <a:lnTo>
                    <a:pt x="286" y="266"/>
                  </a:lnTo>
                  <a:lnTo>
                    <a:pt x="286" y="258"/>
                  </a:lnTo>
                  <a:lnTo>
                    <a:pt x="286" y="258"/>
                  </a:lnTo>
                  <a:lnTo>
                    <a:pt x="286" y="258"/>
                  </a:lnTo>
                  <a:lnTo>
                    <a:pt x="284" y="252"/>
                  </a:lnTo>
                  <a:lnTo>
                    <a:pt x="284" y="252"/>
                  </a:lnTo>
                  <a:lnTo>
                    <a:pt x="284" y="248"/>
                  </a:lnTo>
                  <a:lnTo>
                    <a:pt x="284" y="248"/>
                  </a:lnTo>
                  <a:lnTo>
                    <a:pt x="284" y="242"/>
                  </a:lnTo>
                  <a:lnTo>
                    <a:pt x="284" y="242"/>
                  </a:lnTo>
                  <a:lnTo>
                    <a:pt x="284" y="242"/>
                  </a:lnTo>
                  <a:lnTo>
                    <a:pt x="280" y="220"/>
                  </a:lnTo>
                  <a:lnTo>
                    <a:pt x="274" y="200"/>
                  </a:lnTo>
                  <a:lnTo>
                    <a:pt x="266" y="178"/>
                  </a:lnTo>
                  <a:lnTo>
                    <a:pt x="256" y="156"/>
                  </a:lnTo>
                  <a:lnTo>
                    <a:pt x="256" y="154"/>
                  </a:lnTo>
                  <a:lnTo>
                    <a:pt x="256" y="154"/>
                  </a:lnTo>
                  <a:lnTo>
                    <a:pt x="252" y="148"/>
                  </a:lnTo>
                  <a:lnTo>
                    <a:pt x="252" y="148"/>
                  </a:lnTo>
                  <a:lnTo>
                    <a:pt x="250" y="146"/>
                  </a:lnTo>
                  <a:lnTo>
                    <a:pt x="250" y="146"/>
                  </a:lnTo>
                  <a:lnTo>
                    <a:pt x="248" y="138"/>
                  </a:lnTo>
                  <a:lnTo>
                    <a:pt x="248" y="138"/>
                  </a:lnTo>
                  <a:lnTo>
                    <a:pt x="242" y="130"/>
                  </a:lnTo>
                  <a:lnTo>
                    <a:pt x="242" y="130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2" y="114"/>
                  </a:lnTo>
                  <a:lnTo>
                    <a:pt x="232" y="114"/>
                  </a:lnTo>
                  <a:lnTo>
                    <a:pt x="232" y="114"/>
                  </a:lnTo>
                  <a:lnTo>
                    <a:pt x="212" y="86"/>
                  </a:lnTo>
                  <a:lnTo>
                    <a:pt x="188" y="60"/>
                  </a:lnTo>
                  <a:lnTo>
                    <a:pt x="164" y="38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18" y="10"/>
                  </a:lnTo>
                  <a:lnTo>
                    <a:pt x="118" y="10"/>
                  </a:lnTo>
                  <a:lnTo>
                    <a:pt x="112" y="8"/>
                  </a:lnTo>
                  <a:lnTo>
                    <a:pt x="112" y="8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08" y="6"/>
                  </a:lnTo>
                  <a:lnTo>
                    <a:pt x="108" y="6"/>
                  </a:lnTo>
                  <a:lnTo>
                    <a:pt x="102" y="4"/>
                  </a:lnTo>
                  <a:lnTo>
                    <a:pt x="102" y="4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50" y="4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0" y="10"/>
                  </a:lnTo>
                  <a:lnTo>
                    <a:pt x="40" y="10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28" y="18"/>
                  </a:lnTo>
                  <a:lnTo>
                    <a:pt x="20" y="26"/>
                  </a:lnTo>
                  <a:lnTo>
                    <a:pt x="14" y="34"/>
                  </a:lnTo>
                  <a:lnTo>
                    <a:pt x="10" y="46"/>
                  </a:lnTo>
                  <a:lnTo>
                    <a:pt x="6" y="56"/>
                  </a:lnTo>
                  <a:lnTo>
                    <a:pt x="2" y="70"/>
                  </a:lnTo>
                  <a:lnTo>
                    <a:pt x="0" y="84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4"/>
                  </a:lnTo>
                  <a:lnTo>
                    <a:pt x="2" y="130"/>
                  </a:lnTo>
                  <a:lnTo>
                    <a:pt x="10" y="164"/>
                  </a:lnTo>
                  <a:lnTo>
                    <a:pt x="22" y="200"/>
                  </a:lnTo>
                  <a:lnTo>
                    <a:pt x="38" y="234"/>
                  </a:lnTo>
                  <a:lnTo>
                    <a:pt x="38" y="234"/>
                  </a:lnTo>
                  <a:lnTo>
                    <a:pt x="44" y="242"/>
                  </a:lnTo>
                  <a:lnTo>
                    <a:pt x="44" y="242"/>
                  </a:lnTo>
                  <a:lnTo>
                    <a:pt x="48" y="250"/>
                  </a:lnTo>
                  <a:lnTo>
                    <a:pt x="48" y="250"/>
                  </a:lnTo>
                  <a:lnTo>
                    <a:pt x="70" y="282"/>
                  </a:lnTo>
                  <a:lnTo>
                    <a:pt x="94" y="310"/>
                  </a:lnTo>
                  <a:lnTo>
                    <a:pt x="120" y="332"/>
                  </a:lnTo>
                  <a:lnTo>
                    <a:pt x="134" y="342"/>
                  </a:lnTo>
                  <a:lnTo>
                    <a:pt x="148" y="352"/>
                  </a:lnTo>
                  <a:lnTo>
                    <a:pt x="148" y="352"/>
                  </a:lnTo>
                  <a:lnTo>
                    <a:pt x="160" y="358"/>
                  </a:lnTo>
                  <a:lnTo>
                    <a:pt x="174" y="364"/>
                  </a:lnTo>
                  <a:lnTo>
                    <a:pt x="186" y="368"/>
                  </a:lnTo>
                  <a:lnTo>
                    <a:pt x="198" y="370"/>
                  </a:lnTo>
                  <a:lnTo>
                    <a:pt x="210" y="372"/>
                  </a:lnTo>
                  <a:lnTo>
                    <a:pt x="222" y="370"/>
                  </a:lnTo>
                  <a:lnTo>
                    <a:pt x="232" y="368"/>
                  </a:lnTo>
                  <a:lnTo>
                    <a:pt x="242" y="366"/>
                  </a:lnTo>
                  <a:lnTo>
                    <a:pt x="242" y="366"/>
                  </a:lnTo>
                  <a:lnTo>
                    <a:pt x="246" y="362"/>
                  </a:lnTo>
                  <a:lnTo>
                    <a:pt x="246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62" y="350"/>
                  </a:lnTo>
                  <a:lnTo>
                    <a:pt x="272" y="338"/>
                  </a:lnTo>
                  <a:lnTo>
                    <a:pt x="278" y="32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6" y="290"/>
                  </a:lnTo>
                  <a:lnTo>
                    <a:pt x="286" y="290"/>
                  </a:lnTo>
                  <a:lnTo>
                    <a:pt x="286" y="290"/>
                  </a:lnTo>
                  <a:lnTo>
                    <a:pt x="286" y="286"/>
                  </a:lnTo>
                  <a:lnTo>
                    <a:pt x="286" y="286"/>
                  </a:lnTo>
                  <a:lnTo>
                    <a:pt x="286" y="282"/>
                  </a:lnTo>
                  <a:lnTo>
                    <a:pt x="286" y="282"/>
                  </a:lnTo>
                  <a:lnTo>
                    <a:pt x="286" y="282"/>
                  </a:lnTo>
                  <a:lnTo>
                    <a:pt x="286" y="274"/>
                  </a:lnTo>
                  <a:lnTo>
                    <a:pt x="286" y="274"/>
                  </a:lnTo>
                  <a:lnTo>
                    <a:pt x="286" y="268"/>
                  </a:lnTo>
                  <a:lnTo>
                    <a:pt x="286" y="266"/>
                  </a:lnTo>
                  <a:close/>
                  <a:moveTo>
                    <a:pt x="272" y="272"/>
                  </a:moveTo>
                  <a:lnTo>
                    <a:pt x="272" y="272"/>
                  </a:lnTo>
                  <a:lnTo>
                    <a:pt x="272" y="272"/>
                  </a:lnTo>
                  <a:lnTo>
                    <a:pt x="272" y="276"/>
                  </a:lnTo>
                  <a:lnTo>
                    <a:pt x="272" y="276"/>
                  </a:lnTo>
                  <a:lnTo>
                    <a:pt x="270" y="278"/>
                  </a:lnTo>
                  <a:lnTo>
                    <a:pt x="270" y="280"/>
                  </a:lnTo>
                  <a:lnTo>
                    <a:pt x="270" y="280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6"/>
                  </a:lnTo>
                  <a:lnTo>
                    <a:pt x="270" y="286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0" y="292"/>
                  </a:lnTo>
                  <a:lnTo>
                    <a:pt x="270" y="292"/>
                  </a:lnTo>
                  <a:lnTo>
                    <a:pt x="264" y="308"/>
                  </a:lnTo>
                  <a:lnTo>
                    <a:pt x="258" y="322"/>
                  </a:lnTo>
                  <a:lnTo>
                    <a:pt x="250" y="33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6" y="346"/>
                  </a:lnTo>
                  <a:lnTo>
                    <a:pt x="236" y="346"/>
                  </a:lnTo>
                  <a:lnTo>
                    <a:pt x="232" y="348"/>
                  </a:lnTo>
                  <a:lnTo>
                    <a:pt x="232" y="348"/>
                  </a:lnTo>
                  <a:lnTo>
                    <a:pt x="222" y="350"/>
                  </a:lnTo>
                  <a:lnTo>
                    <a:pt x="214" y="352"/>
                  </a:lnTo>
                  <a:lnTo>
                    <a:pt x="204" y="352"/>
                  </a:lnTo>
                  <a:lnTo>
                    <a:pt x="192" y="352"/>
                  </a:lnTo>
                  <a:lnTo>
                    <a:pt x="182" y="350"/>
                  </a:lnTo>
                  <a:lnTo>
                    <a:pt x="170" y="346"/>
                  </a:lnTo>
                  <a:lnTo>
                    <a:pt x="148" y="336"/>
                  </a:lnTo>
                  <a:lnTo>
                    <a:pt x="148" y="336"/>
                  </a:lnTo>
                  <a:lnTo>
                    <a:pt x="122" y="318"/>
                  </a:lnTo>
                  <a:lnTo>
                    <a:pt x="100" y="298"/>
                  </a:lnTo>
                  <a:lnTo>
                    <a:pt x="78" y="272"/>
                  </a:lnTo>
                  <a:lnTo>
                    <a:pt x="58" y="244"/>
                  </a:lnTo>
                  <a:lnTo>
                    <a:pt x="58" y="244"/>
                  </a:lnTo>
                  <a:lnTo>
                    <a:pt x="54" y="236"/>
                  </a:lnTo>
                  <a:lnTo>
                    <a:pt x="54" y="236"/>
                  </a:lnTo>
                  <a:lnTo>
                    <a:pt x="50" y="228"/>
                  </a:lnTo>
                  <a:lnTo>
                    <a:pt x="50" y="228"/>
                  </a:lnTo>
                  <a:lnTo>
                    <a:pt x="34" y="198"/>
                  </a:lnTo>
                  <a:lnTo>
                    <a:pt x="24" y="166"/>
                  </a:lnTo>
                  <a:lnTo>
                    <a:pt x="16" y="136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6" y="82"/>
                  </a:lnTo>
                  <a:lnTo>
                    <a:pt x="20" y="70"/>
                  </a:lnTo>
                  <a:lnTo>
                    <a:pt x="22" y="60"/>
                  </a:lnTo>
                  <a:lnTo>
                    <a:pt x="28" y="50"/>
                  </a:lnTo>
                  <a:lnTo>
                    <a:pt x="34" y="42"/>
                  </a:lnTo>
                  <a:lnTo>
                    <a:pt x="40" y="34"/>
                  </a:lnTo>
                  <a:lnTo>
                    <a:pt x="46" y="30"/>
                  </a:lnTo>
                  <a:lnTo>
                    <a:pt x="46" y="30"/>
                  </a:lnTo>
                  <a:lnTo>
                    <a:pt x="50" y="26"/>
                  </a:lnTo>
                  <a:lnTo>
                    <a:pt x="50" y="26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60" y="22"/>
                  </a:lnTo>
                  <a:lnTo>
                    <a:pt x="60" y="22"/>
                  </a:lnTo>
                  <a:lnTo>
                    <a:pt x="62" y="22"/>
                  </a:lnTo>
                  <a:lnTo>
                    <a:pt x="62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72" y="20"/>
                  </a:lnTo>
                  <a:lnTo>
                    <a:pt x="72" y="20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6" y="20"/>
                  </a:lnTo>
                  <a:lnTo>
                    <a:pt x="86" y="20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14" y="26"/>
                  </a:lnTo>
                  <a:lnTo>
                    <a:pt x="114" y="26"/>
                  </a:lnTo>
                  <a:lnTo>
                    <a:pt x="116" y="26"/>
                  </a:lnTo>
                  <a:lnTo>
                    <a:pt x="116" y="26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28" y="30"/>
                  </a:lnTo>
                  <a:lnTo>
                    <a:pt x="128" y="30"/>
                  </a:lnTo>
                  <a:lnTo>
                    <a:pt x="128" y="32"/>
                  </a:lnTo>
                  <a:lnTo>
                    <a:pt x="128" y="32"/>
                  </a:lnTo>
                  <a:lnTo>
                    <a:pt x="130" y="32"/>
                  </a:lnTo>
                  <a:lnTo>
                    <a:pt x="130" y="32"/>
                  </a:lnTo>
                  <a:lnTo>
                    <a:pt x="132" y="34"/>
                  </a:lnTo>
                  <a:lnTo>
                    <a:pt x="132" y="34"/>
                  </a:lnTo>
                  <a:lnTo>
                    <a:pt x="134" y="34"/>
                  </a:lnTo>
                  <a:lnTo>
                    <a:pt x="134" y="34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62" y="52"/>
                  </a:lnTo>
                  <a:lnTo>
                    <a:pt x="184" y="72"/>
                  </a:lnTo>
                  <a:lnTo>
                    <a:pt x="204" y="96"/>
                  </a:lnTo>
                  <a:lnTo>
                    <a:pt x="224" y="122"/>
                  </a:lnTo>
                  <a:lnTo>
                    <a:pt x="224" y="122"/>
                  </a:lnTo>
                  <a:lnTo>
                    <a:pt x="224" y="122"/>
                  </a:lnTo>
                  <a:lnTo>
                    <a:pt x="228" y="128"/>
                  </a:lnTo>
                  <a:lnTo>
                    <a:pt x="228" y="128"/>
                  </a:lnTo>
                  <a:lnTo>
                    <a:pt x="232" y="136"/>
                  </a:lnTo>
                  <a:lnTo>
                    <a:pt x="232" y="136"/>
                  </a:lnTo>
                  <a:lnTo>
                    <a:pt x="236" y="144"/>
                  </a:lnTo>
                  <a:lnTo>
                    <a:pt x="236" y="144"/>
                  </a:lnTo>
                  <a:lnTo>
                    <a:pt x="240" y="150"/>
                  </a:lnTo>
                  <a:lnTo>
                    <a:pt x="240" y="150"/>
                  </a:lnTo>
                  <a:lnTo>
                    <a:pt x="242" y="152"/>
                  </a:lnTo>
                  <a:lnTo>
                    <a:pt x="242" y="152"/>
                  </a:lnTo>
                  <a:lnTo>
                    <a:pt x="244" y="158"/>
                  </a:lnTo>
                  <a:lnTo>
                    <a:pt x="244" y="160"/>
                  </a:lnTo>
                  <a:lnTo>
                    <a:pt x="244" y="160"/>
                  </a:lnTo>
                  <a:lnTo>
                    <a:pt x="254" y="178"/>
                  </a:lnTo>
                  <a:lnTo>
                    <a:pt x="260" y="198"/>
                  </a:lnTo>
                  <a:lnTo>
                    <a:pt x="266" y="218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0" y="242"/>
                  </a:lnTo>
                  <a:lnTo>
                    <a:pt x="270" y="242"/>
                  </a:lnTo>
                  <a:lnTo>
                    <a:pt x="270" y="246"/>
                  </a:lnTo>
                  <a:lnTo>
                    <a:pt x="270" y="246"/>
                  </a:lnTo>
                  <a:lnTo>
                    <a:pt x="270" y="250"/>
                  </a:lnTo>
                  <a:lnTo>
                    <a:pt x="270" y="252"/>
                  </a:lnTo>
                  <a:lnTo>
                    <a:pt x="270" y="252"/>
                  </a:lnTo>
                  <a:lnTo>
                    <a:pt x="272" y="258"/>
                  </a:lnTo>
                  <a:lnTo>
                    <a:pt x="272" y="258"/>
                  </a:lnTo>
                  <a:lnTo>
                    <a:pt x="272" y="258"/>
                  </a:lnTo>
                  <a:lnTo>
                    <a:pt x="272" y="260"/>
                  </a:lnTo>
                  <a:lnTo>
                    <a:pt x="272" y="260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272" y="272"/>
                  </a:lnTo>
                  <a:lnTo>
                    <a:pt x="272" y="27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7360" bIns="273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00" name="Freeform 65"/>
            <p:cNvSpPr/>
            <p:nvPr/>
          </p:nvSpPr>
          <p:spPr>
            <a:xfrm>
              <a:off x="6212880" y="3279240"/>
              <a:ext cx="379440" cy="345960"/>
            </a:xfrm>
            <a:custGeom>
              <a:avLst/>
              <a:gdLst>
                <a:gd name="textAreaLeft" fmla="*/ 0 w 379440"/>
                <a:gd name="textAreaRight" fmla="*/ 379800 w 379440"/>
                <a:gd name="textAreaTop" fmla="*/ 0 h 345960"/>
                <a:gd name="textAreaBottom" fmla="*/ 346320 h 345960"/>
              </a:gdLst>
              <a:ahLst/>
              <a:rect l="textAreaLeft" t="textAreaTop" r="textAreaRight" b="textAreaBottom"/>
              <a:pathLst>
                <a:path w="2576" h="2350">
                  <a:moveTo>
                    <a:pt x="2574" y="1105"/>
                  </a:moveTo>
                  <a:lnTo>
                    <a:pt x="2574" y="1099"/>
                  </a:lnTo>
                  <a:lnTo>
                    <a:pt x="2574" y="1099"/>
                  </a:lnTo>
                  <a:lnTo>
                    <a:pt x="2572" y="1069"/>
                  </a:lnTo>
                  <a:lnTo>
                    <a:pt x="2572" y="1061"/>
                  </a:lnTo>
                  <a:lnTo>
                    <a:pt x="2572" y="1061"/>
                  </a:lnTo>
                  <a:lnTo>
                    <a:pt x="2572" y="1049"/>
                  </a:lnTo>
                  <a:lnTo>
                    <a:pt x="2572" y="1049"/>
                  </a:lnTo>
                  <a:lnTo>
                    <a:pt x="2570" y="1045"/>
                  </a:lnTo>
                  <a:lnTo>
                    <a:pt x="2570" y="1041"/>
                  </a:lnTo>
                  <a:lnTo>
                    <a:pt x="2570" y="1041"/>
                  </a:lnTo>
                  <a:lnTo>
                    <a:pt x="2568" y="1023"/>
                  </a:lnTo>
                  <a:lnTo>
                    <a:pt x="2568" y="1019"/>
                  </a:lnTo>
                  <a:lnTo>
                    <a:pt x="2568" y="1019"/>
                  </a:lnTo>
                  <a:lnTo>
                    <a:pt x="2566" y="1013"/>
                  </a:lnTo>
                  <a:lnTo>
                    <a:pt x="2566" y="1013"/>
                  </a:lnTo>
                  <a:lnTo>
                    <a:pt x="2566" y="1007"/>
                  </a:lnTo>
                  <a:lnTo>
                    <a:pt x="2566" y="1003"/>
                  </a:lnTo>
                  <a:lnTo>
                    <a:pt x="2566" y="1003"/>
                  </a:lnTo>
                  <a:lnTo>
                    <a:pt x="2564" y="995"/>
                  </a:lnTo>
                  <a:lnTo>
                    <a:pt x="2564" y="989"/>
                  </a:lnTo>
                  <a:lnTo>
                    <a:pt x="2564" y="989"/>
                  </a:lnTo>
                  <a:lnTo>
                    <a:pt x="2560" y="969"/>
                  </a:lnTo>
                  <a:lnTo>
                    <a:pt x="2558" y="955"/>
                  </a:lnTo>
                  <a:lnTo>
                    <a:pt x="2558" y="955"/>
                  </a:lnTo>
                  <a:lnTo>
                    <a:pt x="2554" y="941"/>
                  </a:lnTo>
                  <a:lnTo>
                    <a:pt x="2554" y="941"/>
                  </a:lnTo>
                  <a:lnTo>
                    <a:pt x="2552" y="929"/>
                  </a:lnTo>
                  <a:lnTo>
                    <a:pt x="2550" y="919"/>
                  </a:lnTo>
                  <a:lnTo>
                    <a:pt x="2550" y="919"/>
                  </a:lnTo>
                  <a:lnTo>
                    <a:pt x="2548" y="909"/>
                  </a:lnTo>
                  <a:lnTo>
                    <a:pt x="2544" y="893"/>
                  </a:lnTo>
                  <a:lnTo>
                    <a:pt x="2544" y="891"/>
                  </a:lnTo>
                  <a:lnTo>
                    <a:pt x="2544" y="891"/>
                  </a:lnTo>
                  <a:lnTo>
                    <a:pt x="2542" y="887"/>
                  </a:lnTo>
                  <a:lnTo>
                    <a:pt x="2540" y="877"/>
                  </a:lnTo>
                  <a:lnTo>
                    <a:pt x="2536" y="879"/>
                  </a:lnTo>
                  <a:lnTo>
                    <a:pt x="2540" y="877"/>
                  </a:lnTo>
                  <a:lnTo>
                    <a:pt x="2538" y="869"/>
                  </a:lnTo>
                  <a:lnTo>
                    <a:pt x="2536" y="871"/>
                  </a:lnTo>
                  <a:lnTo>
                    <a:pt x="2538" y="869"/>
                  </a:lnTo>
                  <a:lnTo>
                    <a:pt x="2536" y="863"/>
                  </a:lnTo>
                  <a:lnTo>
                    <a:pt x="2522" y="867"/>
                  </a:lnTo>
                  <a:lnTo>
                    <a:pt x="2522" y="867"/>
                  </a:lnTo>
                  <a:lnTo>
                    <a:pt x="2536" y="863"/>
                  </a:lnTo>
                  <a:lnTo>
                    <a:pt x="2534" y="855"/>
                  </a:lnTo>
                  <a:lnTo>
                    <a:pt x="2518" y="861"/>
                  </a:lnTo>
                  <a:lnTo>
                    <a:pt x="2534" y="855"/>
                  </a:lnTo>
                  <a:lnTo>
                    <a:pt x="2534" y="853"/>
                  </a:lnTo>
                  <a:lnTo>
                    <a:pt x="2534" y="853"/>
                  </a:lnTo>
                  <a:lnTo>
                    <a:pt x="2524" y="821"/>
                  </a:lnTo>
                  <a:lnTo>
                    <a:pt x="2520" y="809"/>
                  </a:lnTo>
                  <a:lnTo>
                    <a:pt x="2484" y="821"/>
                  </a:lnTo>
                  <a:lnTo>
                    <a:pt x="2520" y="809"/>
                  </a:lnTo>
                  <a:lnTo>
                    <a:pt x="2520" y="809"/>
                  </a:lnTo>
                  <a:lnTo>
                    <a:pt x="2500" y="751"/>
                  </a:lnTo>
                  <a:lnTo>
                    <a:pt x="2492" y="733"/>
                  </a:lnTo>
                  <a:lnTo>
                    <a:pt x="2470" y="679"/>
                  </a:lnTo>
                  <a:lnTo>
                    <a:pt x="2434" y="695"/>
                  </a:lnTo>
                  <a:lnTo>
                    <a:pt x="2470" y="679"/>
                  </a:lnTo>
                  <a:lnTo>
                    <a:pt x="2462" y="663"/>
                  </a:lnTo>
                  <a:lnTo>
                    <a:pt x="2462" y="663"/>
                  </a:lnTo>
                  <a:lnTo>
                    <a:pt x="2456" y="649"/>
                  </a:lnTo>
                  <a:lnTo>
                    <a:pt x="2454" y="647"/>
                  </a:lnTo>
                  <a:lnTo>
                    <a:pt x="2454" y="647"/>
                  </a:lnTo>
                  <a:lnTo>
                    <a:pt x="2452" y="639"/>
                  </a:lnTo>
                  <a:lnTo>
                    <a:pt x="2450" y="637"/>
                  </a:lnTo>
                  <a:lnTo>
                    <a:pt x="2450" y="637"/>
                  </a:lnTo>
                  <a:lnTo>
                    <a:pt x="2438" y="613"/>
                  </a:lnTo>
                  <a:lnTo>
                    <a:pt x="2438" y="613"/>
                  </a:lnTo>
                  <a:lnTo>
                    <a:pt x="2432" y="601"/>
                  </a:lnTo>
                  <a:lnTo>
                    <a:pt x="2430" y="597"/>
                  </a:lnTo>
                  <a:lnTo>
                    <a:pt x="2430" y="597"/>
                  </a:lnTo>
                  <a:lnTo>
                    <a:pt x="2426" y="591"/>
                  </a:lnTo>
                  <a:lnTo>
                    <a:pt x="2426" y="591"/>
                  </a:lnTo>
                  <a:lnTo>
                    <a:pt x="2418" y="574"/>
                  </a:lnTo>
                  <a:lnTo>
                    <a:pt x="2386" y="520"/>
                  </a:lnTo>
                  <a:lnTo>
                    <a:pt x="2336" y="440"/>
                  </a:lnTo>
                  <a:lnTo>
                    <a:pt x="2336" y="440"/>
                  </a:lnTo>
                  <a:lnTo>
                    <a:pt x="2334" y="436"/>
                  </a:lnTo>
                  <a:lnTo>
                    <a:pt x="2332" y="434"/>
                  </a:lnTo>
                  <a:lnTo>
                    <a:pt x="2328" y="430"/>
                  </a:lnTo>
                  <a:lnTo>
                    <a:pt x="2298" y="452"/>
                  </a:lnTo>
                  <a:lnTo>
                    <a:pt x="2298" y="452"/>
                  </a:lnTo>
                  <a:lnTo>
                    <a:pt x="2328" y="430"/>
                  </a:lnTo>
                  <a:lnTo>
                    <a:pt x="2328" y="430"/>
                  </a:lnTo>
                  <a:lnTo>
                    <a:pt x="2298" y="388"/>
                  </a:lnTo>
                  <a:lnTo>
                    <a:pt x="2266" y="348"/>
                  </a:lnTo>
                  <a:lnTo>
                    <a:pt x="2234" y="310"/>
                  </a:lnTo>
                  <a:lnTo>
                    <a:pt x="2200" y="274"/>
                  </a:lnTo>
                  <a:lnTo>
                    <a:pt x="2166" y="240"/>
                  </a:lnTo>
                  <a:lnTo>
                    <a:pt x="2130" y="206"/>
                  </a:lnTo>
                  <a:lnTo>
                    <a:pt x="2096" y="176"/>
                  </a:lnTo>
                  <a:lnTo>
                    <a:pt x="2058" y="148"/>
                  </a:lnTo>
                  <a:lnTo>
                    <a:pt x="2028" y="126"/>
                  </a:lnTo>
                  <a:lnTo>
                    <a:pt x="1974" y="90"/>
                  </a:lnTo>
                  <a:lnTo>
                    <a:pt x="1924" y="64"/>
                  </a:lnTo>
                  <a:lnTo>
                    <a:pt x="1924" y="64"/>
                  </a:lnTo>
                  <a:lnTo>
                    <a:pt x="1918" y="60"/>
                  </a:lnTo>
                  <a:lnTo>
                    <a:pt x="1918" y="60"/>
                  </a:lnTo>
                  <a:lnTo>
                    <a:pt x="1910" y="56"/>
                  </a:lnTo>
                  <a:lnTo>
                    <a:pt x="1894" y="92"/>
                  </a:lnTo>
                  <a:lnTo>
                    <a:pt x="1910" y="56"/>
                  </a:lnTo>
                  <a:lnTo>
                    <a:pt x="1904" y="54"/>
                  </a:lnTo>
                  <a:lnTo>
                    <a:pt x="1904" y="54"/>
                  </a:lnTo>
                  <a:lnTo>
                    <a:pt x="1896" y="50"/>
                  </a:lnTo>
                  <a:lnTo>
                    <a:pt x="1896" y="50"/>
                  </a:lnTo>
                  <a:lnTo>
                    <a:pt x="1890" y="48"/>
                  </a:lnTo>
                  <a:lnTo>
                    <a:pt x="1890" y="48"/>
                  </a:lnTo>
                  <a:lnTo>
                    <a:pt x="1882" y="44"/>
                  </a:lnTo>
                  <a:lnTo>
                    <a:pt x="1880" y="44"/>
                  </a:lnTo>
                  <a:lnTo>
                    <a:pt x="1880" y="44"/>
                  </a:lnTo>
                  <a:lnTo>
                    <a:pt x="1874" y="40"/>
                  </a:lnTo>
                  <a:lnTo>
                    <a:pt x="1874" y="40"/>
                  </a:lnTo>
                  <a:lnTo>
                    <a:pt x="1866" y="38"/>
                  </a:lnTo>
                  <a:lnTo>
                    <a:pt x="1866" y="38"/>
                  </a:lnTo>
                  <a:lnTo>
                    <a:pt x="1856" y="34"/>
                  </a:lnTo>
                  <a:lnTo>
                    <a:pt x="1848" y="30"/>
                  </a:lnTo>
                  <a:lnTo>
                    <a:pt x="1848" y="30"/>
                  </a:lnTo>
                  <a:lnTo>
                    <a:pt x="1838" y="28"/>
                  </a:lnTo>
                  <a:lnTo>
                    <a:pt x="1838" y="28"/>
                  </a:lnTo>
                  <a:lnTo>
                    <a:pt x="1830" y="24"/>
                  </a:lnTo>
                  <a:lnTo>
                    <a:pt x="1820" y="22"/>
                  </a:lnTo>
                  <a:lnTo>
                    <a:pt x="1820" y="22"/>
                  </a:lnTo>
                  <a:lnTo>
                    <a:pt x="1810" y="18"/>
                  </a:lnTo>
                  <a:lnTo>
                    <a:pt x="1810" y="18"/>
                  </a:lnTo>
                  <a:lnTo>
                    <a:pt x="1798" y="16"/>
                  </a:lnTo>
                  <a:lnTo>
                    <a:pt x="1792" y="14"/>
                  </a:lnTo>
                  <a:lnTo>
                    <a:pt x="1792" y="14"/>
                  </a:lnTo>
                  <a:lnTo>
                    <a:pt x="1788" y="12"/>
                  </a:lnTo>
                  <a:lnTo>
                    <a:pt x="1788" y="12"/>
                  </a:lnTo>
                  <a:lnTo>
                    <a:pt x="1776" y="10"/>
                  </a:lnTo>
                  <a:lnTo>
                    <a:pt x="1776" y="10"/>
                  </a:lnTo>
                  <a:lnTo>
                    <a:pt x="1770" y="10"/>
                  </a:lnTo>
                  <a:lnTo>
                    <a:pt x="1764" y="8"/>
                  </a:lnTo>
                  <a:lnTo>
                    <a:pt x="1764" y="8"/>
                  </a:lnTo>
                  <a:lnTo>
                    <a:pt x="1750" y="6"/>
                  </a:lnTo>
                  <a:lnTo>
                    <a:pt x="1750" y="6"/>
                  </a:lnTo>
                  <a:lnTo>
                    <a:pt x="1744" y="4"/>
                  </a:lnTo>
                  <a:lnTo>
                    <a:pt x="1736" y="4"/>
                  </a:lnTo>
                  <a:lnTo>
                    <a:pt x="1736" y="4"/>
                  </a:lnTo>
                  <a:lnTo>
                    <a:pt x="1720" y="2"/>
                  </a:lnTo>
                  <a:lnTo>
                    <a:pt x="1720" y="2"/>
                  </a:lnTo>
                  <a:lnTo>
                    <a:pt x="1716" y="2"/>
                  </a:lnTo>
                  <a:lnTo>
                    <a:pt x="1714" y="2"/>
                  </a:lnTo>
                  <a:lnTo>
                    <a:pt x="1714" y="2"/>
                  </a:lnTo>
                  <a:lnTo>
                    <a:pt x="1710" y="2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700" y="0"/>
                  </a:lnTo>
                  <a:lnTo>
                    <a:pt x="1700" y="0"/>
                  </a:lnTo>
                  <a:lnTo>
                    <a:pt x="1694" y="0"/>
                  </a:lnTo>
                  <a:lnTo>
                    <a:pt x="1692" y="0"/>
                  </a:lnTo>
                  <a:lnTo>
                    <a:pt x="1692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76" y="0"/>
                  </a:lnTo>
                  <a:lnTo>
                    <a:pt x="1676" y="0"/>
                  </a:lnTo>
                  <a:lnTo>
                    <a:pt x="1660" y="0"/>
                  </a:lnTo>
                  <a:lnTo>
                    <a:pt x="1658" y="0"/>
                  </a:lnTo>
                  <a:lnTo>
                    <a:pt x="1658" y="0"/>
                  </a:lnTo>
                  <a:lnTo>
                    <a:pt x="1634" y="4"/>
                  </a:lnTo>
                  <a:lnTo>
                    <a:pt x="1634" y="4"/>
                  </a:lnTo>
                  <a:lnTo>
                    <a:pt x="1630" y="4"/>
                  </a:lnTo>
                  <a:lnTo>
                    <a:pt x="1628" y="4"/>
                  </a:lnTo>
                  <a:lnTo>
                    <a:pt x="1628" y="4"/>
                  </a:lnTo>
                  <a:lnTo>
                    <a:pt x="1610" y="8"/>
                  </a:lnTo>
                  <a:lnTo>
                    <a:pt x="1608" y="8"/>
                  </a:lnTo>
                  <a:lnTo>
                    <a:pt x="1608" y="8"/>
                  </a:lnTo>
                  <a:lnTo>
                    <a:pt x="1604" y="8"/>
                  </a:lnTo>
                  <a:lnTo>
                    <a:pt x="1604" y="8"/>
                  </a:lnTo>
                  <a:lnTo>
                    <a:pt x="1582" y="14"/>
                  </a:lnTo>
                  <a:lnTo>
                    <a:pt x="1582" y="14"/>
                  </a:lnTo>
                  <a:lnTo>
                    <a:pt x="1580" y="14"/>
                  </a:lnTo>
                  <a:lnTo>
                    <a:pt x="1578" y="14"/>
                  </a:lnTo>
                  <a:lnTo>
                    <a:pt x="1578" y="14"/>
                  </a:lnTo>
                  <a:lnTo>
                    <a:pt x="1560" y="20"/>
                  </a:lnTo>
                  <a:lnTo>
                    <a:pt x="1560" y="20"/>
                  </a:lnTo>
                  <a:lnTo>
                    <a:pt x="1554" y="24"/>
                  </a:lnTo>
                  <a:lnTo>
                    <a:pt x="1554" y="24"/>
                  </a:lnTo>
                  <a:lnTo>
                    <a:pt x="1534" y="32"/>
                  </a:lnTo>
                  <a:lnTo>
                    <a:pt x="1534" y="32"/>
                  </a:lnTo>
                  <a:lnTo>
                    <a:pt x="1512" y="44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72" y="817"/>
                  </a:lnTo>
                  <a:lnTo>
                    <a:pt x="172" y="817"/>
                  </a:lnTo>
                  <a:lnTo>
                    <a:pt x="152" y="831"/>
                  </a:lnTo>
                  <a:lnTo>
                    <a:pt x="134" y="847"/>
                  </a:lnTo>
                  <a:lnTo>
                    <a:pt x="116" y="865"/>
                  </a:lnTo>
                  <a:lnTo>
                    <a:pt x="98" y="885"/>
                  </a:lnTo>
                  <a:lnTo>
                    <a:pt x="84" y="905"/>
                  </a:lnTo>
                  <a:lnTo>
                    <a:pt x="68" y="927"/>
                  </a:lnTo>
                  <a:lnTo>
                    <a:pt x="56" y="951"/>
                  </a:lnTo>
                  <a:lnTo>
                    <a:pt x="44" y="975"/>
                  </a:lnTo>
                  <a:lnTo>
                    <a:pt x="34" y="1001"/>
                  </a:lnTo>
                  <a:lnTo>
                    <a:pt x="24" y="1029"/>
                  </a:lnTo>
                  <a:lnTo>
                    <a:pt x="18" y="1057"/>
                  </a:lnTo>
                  <a:lnTo>
                    <a:pt x="10" y="1085"/>
                  </a:lnTo>
                  <a:lnTo>
                    <a:pt x="6" y="1117"/>
                  </a:lnTo>
                  <a:lnTo>
                    <a:pt x="2" y="1149"/>
                  </a:lnTo>
                  <a:lnTo>
                    <a:pt x="0" y="1181"/>
                  </a:lnTo>
                  <a:lnTo>
                    <a:pt x="0" y="1215"/>
                  </a:lnTo>
                  <a:lnTo>
                    <a:pt x="0" y="1215"/>
                  </a:lnTo>
                  <a:lnTo>
                    <a:pt x="0" y="1247"/>
                  </a:lnTo>
                  <a:lnTo>
                    <a:pt x="2" y="1281"/>
                  </a:lnTo>
                  <a:lnTo>
                    <a:pt x="4" y="1315"/>
                  </a:lnTo>
                  <a:lnTo>
                    <a:pt x="10" y="1349"/>
                  </a:lnTo>
                  <a:lnTo>
                    <a:pt x="22" y="1419"/>
                  </a:lnTo>
                  <a:lnTo>
                    <a:pt x="40" y="1491"/>
                  </a:lnTo>
                  <a:lnTo>
                    <a:pt x="62" y="1563"/>
                  </a:lnTo>
                  <a:lnTo>
                    <a:pt x="90" y="1635"/>
                  </a:lnTo>
                  <a:lnTo>
                    <a:pt x="120" y="1705"/>
                  </a:lnTo>
                  <a:lnTo>
                    <a:pt x="158" y="1778"/>
                  </a:lnTo>
                  <a:lnTo>
                    <a:pt x="158" y="1778"/>
                  </a:lnTo>
                  <a:lnTo>
                    <a:pt x="176" y="1810"/>
                  </a:lnTo>
                  <a:lnTo>
                    <a:pt x="176" y="1810"/>
                  </a:lnTo>
                  <a:lnTo>
                    <a:pt x="196" y="1844"/>
                  </a:lnTo>
                  <a:lnTo>
                    <a:pt x="196" y="1844"/>
                  </a:lnTo>
                  <a:lnTo>
                    <a:pt x="238" y="1910"/>
                  </a:lnTo>
                  <a:lnTo>
                    <a:pt x="286" y="1972"/>
                  </a:lnTo>
                  <a:lnTo>
                    <a:pt x="334" y="2032"/>
                  </a:lnTo>
                  <a:lnTo>
                    <a:pt x="386" y="2088"/>
                  </a:lnTo>
                  <a:lnTo>
                    <a:pt x="438" y="2138"/>
                  </a:lnTo>
                  <a:lnTo>
                    <a:pt x="494" y="2184"/>
                  </a:lnTo>
                  <a:lnTo>
                    <a:pt x="522" y="2206"/>
                  </a:lnTo>
                  <a:lnTo>
                    <a:pt x="550" y="2226"/>
                  </a:lnTo>
                  <a:lnTo>
                    <a:pt x="578" y="2244"/>
                  </a:lnTo>
                  <a:lnTo>
                    <a:pt x="606" y="2262"/>
                  </a:lnTo>
                  <a:lnTo>
                    <a:pt x="606" y="2262"/>
                  </a:lnTo>
                  <a:lnTo>
                    <a:pt x="644" y="2282"/>
                  </a:lnTo>
                  <a:lnTo>
                    <a:pt x="680" y="2300"/>
                  </a:lnTo>
                  <a:lnTo>
                    <a:pt x="718" y="2316"/>
                  </a:lnTo>
                  <a:lnTo>
                    <a:pt x="754" y="2328"/>
                  </a:lnTo>
                  <a:lnTo>
                    <a:pt x="790" y="2336"/>
                  </a:lnTo>
                  <a:lnTo>
                    <a:pt x="824" y="2344"/>
                  </a:lnTo>
                  <a:lnTo>
                    <a:pt x="858" y="2348"/>
                  </a:lnTo>
                  <a:lnTo>
                    <a:pt x="892" y="2350"/>
                  </a:lnTo>
                  <a:lnTo>
                    <a:pt x="892" y="2350"/>
                  </a:lnTo>
                  <a:lnTo>
                    <a:pt x="932" y="2348"/>
                  </a:lnTo>
                  <a:lnTo>
                    <a:pt x="970" y="2342"/>
                  </a:lnTo>
                  <a:lnTo>
                    <a:pt x="1006" y="2332"/>
                  </a:lnTo>
                  <a:lnTo>
                    <a:pt x="1042" y="2318"/>
                  </a:lnTo>
                  <a:lnTo>
                    <a:pt x="1042" y="2318"/>
                  </a:lnTo>
                  <a:lnTo>
                    <a:pt x="1064" y="2306"/>
                  </a:lnTo>
                  <a:lnTo>
                    <a:pt x="1064" y="2306"/>
                  </a:lnTo>
                  <a:lnTo>
                    <a:pt x="1068" y="2304"/>
                  </a:lnTo>
                  <a:lnTo>
                    <a:pt x="1068" y="2304"/>
                  </a:lnTo>
                  <a:lnTo>
                    <a:pt x="2384" y="1543"/>
                  </a:lnTo>
                  <a:lnTo>
                    <a:pt x="2388" y="1541"/>
                  </a:lnTo>
                  <a:lnTo>
                    <a:pt x="2388" y="1541"/>
                  </a:lnTo>
                  <a:lnTo>
                    <a:pt x="2392" y="1539"/>
                  </a:lnTo>
                  <a:lnTo>
                    <a:pt x="2392" y="1539"/>
                  </a:lnTo>
                  <a:lnTo>
                    <a:pt x="2396" y="1535"/>
                  </a:lnTo>
                  <a:lnTo>
                    <a:pt x="2396" y="1535"/>
                  </a:lnTo>
                  <a:lnTo>
                    <a:pt x="2400" y="1533"/>
                  </a:lnTo>
                  <a:lnTo>
                    <a:pt x="2378" y="1499"/>
                  </a:lnTo>
                  <a:lnTo>
                    <a:pt x="2402" y="1533"/>
                  </a:lnTo>
                  <a:lnTo>
                    <a:pt x="2406" y="1529"/>
                  </a:lnTo>
                  <a:lnTo>
                    <a:pt x="2406" y="1529"/>
                  </a:lnTo>
                  <a:lnTo>
                    <a:pt x="2412" y="1525"/>
                  </a:lnTo>
                  <a:lnTo>
                    <a:pt x="2412" y="1525"/>
                  </a:lnTo>
                  <a:lnTo>
                    <a:pt x="2416" y="1521"/>
                  </a:lnTo>
                  <a:lnTo>
                    <a:pt x="2416" y="1521"/>
                  </a:lnTo>
                  <a:lnTo>
                    <a:pt x="2420" y="1519"/>
                  </a:lnTo>
                  <a:lnTo>
                    <a:pt x="2422" y="1517"/>
                  </a:lnTo>
                  <a:lnTo>
                    <a:pt x="2422" y="1517"/>
                  </a:lnTo>
                  <a:lnTo>
                    <a:pt x="2422" y="1517"/>
                  </a:lnTo>
                  <a:lnTo>
                    <a:pt x="2424" y="1515"/>
                  </a:lnTo>
                  <a:lnTo>
                    <a:pt x="2424" y="1515"/>
                  </a:lnTo>
                  <a:lnTo>
                    <a:pt x="2430" y="1511"/>
                  </a:lnTo>
                  <a:lnTo>
                    <a:pt x="2430" y="1511"/>
                  </a:lnTo>
                  <a:lnTo>
                    <a:pt x="2434" y="1509"/>
                  </a:lnTo>
                  <a:lnTo>
                    <a:pt x="2434" y="1509"/>
                  </a:lnTo>
                  <a:lnTo>
                    <a:pt x="2436" y="1505"/>
                  </a:lnTo>
                  <a:lnTo>
                    <a:pt x="2452" y="1491"/>
                  </a:lnTo>
                  <a:lnTo>
                    <a:pt x="2452" y="1491"/>
                  </a:lnTo>
                  <a:lnTo>
                    <a:pt x="2454" y="1489"/>
                  </a:lnTo>
                  <a:lnTo>
                    <a:pt x="2474" y="1467"/>
                  </a:lnTo>
                  <a:lnTo>
                    <a:pt x="2492" y="1441"/>
                  </a:lnTo>
                  <a:lnTo>
                    <a:pt x="2492" y="1441"/>
                  </a:lnTo>
                  <a:lnTo>
                    <a:pt x="2492" y="1441"/>
                  </a:lnTo>
                  <a:lnTo>
                    <a:pt x="2510" y="1413"/>
                  </a:lnTo>
                  <a:lnTo>
                    <a:pt x="2530" y="1375"/>
                  </a:lnTo>
                  <a:lnTo>
                    <a:pt x="2542" y="1345"/>
                  </a:lnTo>
                  <a:lnTo>
                    <a:pt x="2504" y="1331"/>
                  </a:lnTo>
                  <a:lnTo>
                    <a:pt x="2542" y="1345"/>
                  </a:lnTo>
                  <a:lnTo>
                    <a:pt x="2542" y="1345"/>
                  </a:lnTo>
                  <a:lnTo>
                    <a:pt x="2544" y="1339"/>
                  </a:lnTo>
                  <a:lnTo>
                    <a:pt x="2558" y="1291"/>
                  </a:lnTo>
                  <a:lnTo>
                    <a:pt x="2568" y="1239"/>
                  </a:lnTo>
                  <a:lnTo>
                    <a:pt x="2568" y="1239"/>
                  </a:lnTo>
                  <a:lnTo>
                    <a:pt x="2568" y="1235"/>
                  </a:lnTo>
                  <a:lnTo>
                    <a:pt x="2568" y="1235"/>
                  </a:lnTo>
                  <a:lnTo>
                    <a:pt x="2568" y="1235"/>
                  </a:lnTo>
                  <a:lnTo>
                    <a:pt x="2570" y="1225"/>
                  </a:lnTo>
                  <a:lnTo>
                    <a:pt x="2570" y="1219"/>
                  </a:lnTo>
                  <a:lnTo>
                    <a:pt x="2570" y="1219"/>
                  </a:lnTo>
                  <a:lnTo>
                    <a:pt x="2570" y="1213"/>
                  </a:lnTo>
                  <a:lnTo>
                    <a:pt x="2570" y="1213"/>
                  </a:lnTo>
                  <a:lnTo>
                    <a:pt x="2570" y="1213"/>
                  </a:lnTo>
                  <a:lnTo>
                    <a:pt x="2572" y="1205"/>
                  </a:lnTo>
                  <a:lnTo>
                    <a:pt x="2572" y="1197"/>
                  </a:lnTo>
                  <a:lnTo>
                    <a:pt x="2572" y="1197"/>
                  </a:lnTo>
                  <a:lnTo>
                    <a:pt x="2574" y="1169"/>
                  </a:lnTo>
                  <a:lnTo>
                    <a:pt x="2574" y="1165"/>
                  </a:lnTo>
                  <a:lnTo>
                    <a:pt x="2574" y="1165"/>
                  </a:lnTo>
                  <a:lnTo>
                    <a:pt x="2576" y="1135"/>
                  </a:lnTo>
                  <a:lnTo>
                    <a:pt x="2576" y="1135"/>
                  </a:lnTo>
                  <a:lnTo>
                    <a:pt x="2574" y="1105"/>
                  </a:lnTo>
                  <a:lnTo>
                    <a:pt x="2574" y="1105"/>
                  </a:lnTo>
                  <a:close/>
                  <a:moveTo>
                    <a:pt x="1008" y="2244"/>
                  </a:moveTo>
                  <a:lnTo>
                    <a:pt x="1008" y="2244"/>
                  </a:lnTo>
                  <a:lnTo>
                    <a:pt x="988" y="2252"/>
                  </a:lnTo>
                  <a:lnTo>
                    <a:pt x="970" y="2258"/>
                  </a:lnTo>
                  <a:lnTo>
                    <a:pt x="950" y="2264"/>
                  </a:lnTo>
                  <a:lnTo>
                    <a:pt x="930" y="2266"/>
                  </a:lnTo>
                  <a:lnTo>
                    <a:pt x="908" y="2268"/>
                  </a:lnTo>
                  <a:lnTo>
                    <a:pt x="886" y="2268"/>
                  </a:lnTo>
                  <a:lnTo>
                    <a:pt x="864" y="2268"/>
                  </a:lnTo>
                  <a:lnTo>
                    <a:pt x="842" y="2266"/>
                  </a:lnTo>
                  <a:lnTo>
                    <a:pt x="818" y="2262"/>
                  </a:lnTo>
                  <a:lnTo>
                    <a:pt x="794" y="2256"/>
                  </a:lnTo>
                  <a:lnTo>
                    <a:pt x="770" y="2248"/>
                  </a:lnTo>
                  <a:lnTo>
                    <a:pt x="746" y="2240"/>
                  </a:lnTo>
                  <a:lnTo>
                    <a:pt x="722" y="2230"/>
                  </a:lnTo>
                  <a:lnTo>
                    <a:pt x="698" y="2220"/>
                  </a:lnTo>
                  <a:lnTo>
                    <a:pt x="646" y="2192"/>
                  </a:lnTo>
                  <a:lnTo>
                    <a:pt x="646" y="2192"/>
                  </a:lnTo>
                  <a:lnTo>
                    <a:pt x="620" y="2176"/>
                  </a:lnTo>
                  <a:lnTo>
                    <a:pt x="594" y="2160"/>
                  </a:lnTo>
                  <a:lnTo>
                    <a:pt x="542" y="2122"/>
                  </a:lnTo>
                  <a:lnTo>
                    <a:pt x="490" y="2078"/>
                  </a:lnTo>
                  <a:lnTo>
                    <a:pt x="440" y="2030"/>
                  </a:lnTo>
                  <a:lnTo>
                    <a:pt x="394" y="1978"/>
                  </a:lnTo>
                  <a:lnTo>
                    <a:pt x="348" y="1922"/>
                  </a:lnTo>
                  <a:lnTo>
                    <a:pt x="304" y="1864"/>
                  </a:lnTo>
                  <a:lnTo>
                    <a:pt x="264" y="1802"/>
                  </a:lnTo>
                  <a:lnTo>
                    <a:pt x="264" y="1802"/>
                  </a:lnTo>
                  <a:lnTo>
                    <a:pt x="244" y="1770"/>
                  </a:lnTo>
                  <a:lnTo>
                    <a:pt x="244" y="1770"/>
                  </a:lnTo>
                  <a:lnTo>
                    <a:pt x="228" y="1737"/>
                  </a:lnTo>
                  <a:lnTo>
                    <a:pt x="228" y="1737"/>
                  </a:lnTo>
                  <a:lnTo>
                    <a:pt x="194" y="1671"/>
                  </a:lnTo>
                  <a:lnTo>
                    <a:pt x="164" y="1605"/>
                  </a:lnTo>
                  <a:lnTo>
                    <a:pt x="138" y="1537"/>
                  </a:lnTo>
                  <a:lnTo>
                    <a:pt x="118" y="1471"/>
                  </a:lnTo>
                  <a:lnTo>
                    <a:pt x="100" y="1405"/>
                  </a:lnTo>
                  <a:lnTo>
                    <a:pt x="88" y="1341"/>
                  </a:lnTo>
                  <a:lnTo>
                    <a:pt x="82" y="1277"/>
                  </a:lnTo>
                  <a:lnTo>
                    <a:pt x="80" y="1245"/>
                  </a:lnTo>
                  <a:lnTo>
                    <a:pt x="80" y="1215"/>
                  </a:lnTo>
                  <a:lnTo>
                    <a:pt x="80" y="1215"/>
                  </a:lnTo>
                  <a:lnTo>
                    <a:pt x="82" y="1159"/>
                  </a:lnTo>
                  <a:lnTo>
                    <a:pt x="84" y="1131"/>
                  </a:lnTo>
                  <a:lnTo>
                    <a:pt x="88" y="1105"/>
                  </a:lnTo>
                  <a:lnTo>
                    <a:pt x="94" y="1081"/>
                  </a:lnTo>
                  <a:lnTo>
                    <a:pt x="100" y="1057"/>
                  </a:lnTo>
                  <a:lnTo>
                    <a:pt x="106" y="1035"/>
                  </a:lnTo>
                  <a:lnTo>
                    <a:pt x="116" y="1013"/>
                  </a:lnTo>
                  <a:lnTo>
                    <a:pt x="124" y="993"/>
                  </a:lnTo>
                  <a:lnTo>
                    <a:pt x="134" y="973"/>
                  </a:lnTo>
                  <a:lnTo>
                    <a:pt x="146" y="955"/>
                  </a:lnTo>
                  <a:lnTo>
                    <a:pt x="158" y="939"/>
                  </a:lnTo>
                  <a:lnTo>
                    <a:pt x="172" y="923"/>
                  </a:lnTo>
                  <a:lnTo>
                    <a:pt x="186" y="909"/>
                  </a:lnTo>
                  <a:lnTo>
                    <a:pt x="200" y="895"/>
                  </a:lnTo>
                  <a:lnTo>
                    <a:pt x="216" y="883"/>
                  </a:lnTo>
                  <a:lnTo>
                    <a:pt x="216" y="883"/>
                  </a:lnTo>
                  <a:lnTo>
                    <a:pt x="232" y="873"/>
                  </a:lnTo>
                  <a:lnTo>
                    <a:pt x="232" y="873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8" y="861"/>
                  </a:lnTo>
                  <a:lnTo>
                    <a:pt x="258" y="861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70" y="857"/>
                  </a:lnTo>
                  <a:lnTo>
                    <a:pt x="270" y="857"/>
                  </a:lnTo>
                  <a:lnTo>
                    <a:pt x="282" y="853"/>
                  </a:lnTo>
                  <a:lnTo>
                    <a:pt x="282" y="853"/>
                  </a:lnTo>
                  <a:lnTo>
                    <a:pt x="288" y="851"/>
                  </a:lnTo>
                  <a:lnTo>
                    <a:pt x="288" y="851"/>
                  </a:lnTo>
                  <a:lnTo>
                    <a:pt x="290" y="851"/>
                  </a:lnTo>
                  <a:lnTo>
                    <a:pt x="290" y="851"/>
                  </a:lnTo>
                  <a:lnTo>
                    <a:pt x="312" y="845"/>
                  </a:lnTo>
                  <a:lnTo>
                    <a:pt x="312" y="845"/>
                  </a:lnTo>
                  <a:lnTo>
                    <a:pt x="320" y="845"/>
                  </a:lnTo>
                  <a:lnTo>
                    <a:pt x="320" y="845"/>
                  </a:lnTo>
                  <a:lnTo>
                    <a:pt x="342" y="843"/>
                  </a:lnTo>
                  <a:lnTo>
                    <a:pt x="364" y="841"/>
                  </a:lnTo>
                  <a:lnTo>
                    <a:pt x="364" y="841"/>
                  </a:lnTo>
                  <a:lnTo>
                    <a:pt x="376" y="841"/>
                  </a:lnTo>
                  <a:lnTo>
                    <a:pt x="376" y="841"/>
                  </a:lnTo>
                  <a:lnTo>
                    <a:pt x="380" y="841"/>
                  </a:lnTo>
                  <a:lnTo>
                    <a:pt x="380" y="841"/>
                  </a:lnTo>
                  <a:lnTo>
                    <a:pt x="422" y="847"/>
                  </a:lnTo>
                  <a:lnTo>
                    <a:pt x="464" y="855"/>
                  </a:lnTo>
                  <a:lnTo>
                    <a:pt x="464" y="855"/>
                  </a:lnTo>
                  <a:lnTo>
                    <a:pt x="472" y="857"/>
                  </a:lnTo>
                  <a:lnTo>
                    <a:pt x="472" y="857"/>
                  </a:lnTo>
                  <a:lnTo>
                    <a:pt x="490" y="863"/>
                  </a:lnTo>
                  <a:lnTo>
                    <a:pt x="490" y="863"/>
                  </a:lnTo>
                  <a:lnTo>
                    <a:pt x="502" y="867"/>
                  </a:lnTo>
                  <a:lnTo>
                    <a:pt x="502" y="867"/>
                  </a:lnTo>
                  <a:lnTo>
                    <a:pt x="512" y="871"/>
                  </a:lnTo>
                  <a:lnTo>
                    <a:pt x="512" y="871"/>
                  </a:lnTo>
                  <a:lnTo>
                    <a:pt x="530" y="877"/>
                  </a:lnTo>
                  <a:lnTo>
                    <a:pt x="530" y="877"/>
                  </a:lnTo>
                  <a:lnTo>
                    <a:pt x="560" y="891"/>
                  </a:lnTo>
                  <a:lnTo>
                    <a:pt x="560" y="891"/>
                  </a:lnTo>
                  <a:lnTo>
                    <a:pt x="564" y="893"/>
                  </a:lnTo>
                  <a:lnTo>
                    <a:pt x="564" y="893"/>
                  </a:lnTo>
                  <a:lnTo>
                    <a:pt x="576" y="899"/>
                  </a:lnTo>
                  <a:lnTo>
                    <a:pt x="576" y="899"/>
                  </a:lnTo>
                  <a:lnTo>
                    <a:pt x="580" y="901"/>
                  </a:lnTo>
                  <a:lnTo>
                    <a:pt x="580" y="901"/>
                  </a:lnTo>
                  <a:lnTo>
                    <a:pt x="586" y="905"/>
                  </a:lnTo>
                  <a:lnTo>
                    <a:pt x="586" y="905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60" y="949"/>
                  </a:lnTo>
                  <a:lnTo>
                    <a:pt x="708" y="985"/>
                  </a:lnTo>
                  <a:lnTo>
                    <a:pt x="756" y="1025"/>
                  </a:lnTo>
                  <a:lnTo>
                    <a:pt x="804" y="1067"/>
                  </a:lnTo>
                  <a:lnTo>
                    <a:pt x="848" y="1115"/>
                  </a:lnTo>
                  <a:lnTo>
                    <a:pt x="892" y="1167"/>
                  </a:lnTo>
                  <a:lnTo>
                    <a:pt x="934" y="1221"/>
                  </a:lnTo>
                  <a:lnTo>
                    <a:pt x="974" y="1277"/>
                  </a:lnTo>
                  <a:lnTo>
                    <a:pt x="974" y="1277"/>
                  </a:lnTo>
                  <a:lnTo>
                    <a:pt x="974" y="1277"/>
                  </a:lnTo>
                  <a:lnTo>
                    <a:pt x="994" y="1309"/>
                  </a:lnTo>
                  <a:lnTo>
                    <a:pt x="994" y="1309"/>
                  </a:lnTo>
                  <a:lnTo>
                    <a:pt x="1012" y="1341"/>
                  </a:lnTo>
                  <a:lnTo>
                    <a:pt x="1012" y="1341"/>
                  </a:lnTo>
                  <a:lnTo>
                    <a:pt x="1030" y="1371"/>
                  </a:lnTo>
                  <a:lnTo>
                    <a:pt x="1030" y="1371"/>
                  </a:lnTo>
                  <a:lnTo>
                    <a:pt x="1044" y="1399"/>
                  </a:lnTo>
                  <a:lnTo>
                    <a:pt x="1044" y="1399"/>
                  </a:lnTo>
                  <a:lnTo>
                    <a:pt x="1050" y="1409"/>
                  </a:lnTo>
                  <a:lnTo>
                    <a:pt x="1050" y="1409"/>
                  </a:lnTo>
                  <a:lnTo>
                    <a:pt x="1060" y="1433"/>
                  </a:lnTo>
                  <a:lnTo>
                    <a:pt x="1064" y="1439"/>
                  </a:lnTo>
                  <a:lnTo>
                    <a:pt x="1064" y="1439"/>
                  </a:lnTo>
                  <a:lnTo>
                    <a:pt x="1082" y="1481"/>
                  </a:lnTo>
                  <a:lnTo>
                    <a:pt x="1100" y="1523"/>
                  </a:lnTo>
                  <a:lnTo>
                    <a:pt x="1116" y="1565"/>
                  </a:lnTo>
                  <a:lnTo>
                    <a:pt x="1130" y="1605"/>
                  </a:lnTo>
                  <a:lnTo>
                    <a:pt x="1142" y="1647"/>
                  </a:lnTo>
                  <a:lnTo>
                    <a:pt x="1152" y="1687"/>
                  </a:lnTo>
                  <a:lnTo>
                    <a:pt x="1160" y="1729"/>
                  </a:lnTo>
                  <a:lnTo>
                    <a:pt x="1168" y="1770"/>
                  </a:lnTo>
                  <a:lnTo>
                    <a:pt x="1168" y="1772"/>
                  </a:lnTo>
                  <a:lnTo>
                    <a:pt x="1168" y="1772"/>
                  </a:lnTo>
                  <a:lnTo>
                    <a:pt x="1172" y="1794"/>
                  </a:lnTo>
                  <a:lnTo>
                    <a:pt x="1172" y="1794"/>
                  </a:lnTo>
                  <a:lnTo>
                    <a:pt x="1172" y="1810"/>
                  </a:lnTo>
                  <a:lnTo>
                    <a:pt x="1172" y="1810"/>
                  </a:lnTo>
                  <a:lnTo>
                    <a:pt x="1174" y="1832"/>
                  </a:lnTo>
                  <a:lnTo>
                    <a:pt x="1176" y="1834"/>
                  </a:lnTo>
                  <a:lnTo>
                    <a:pt x="1176" y="1834"/>
                  </a:lnTo>
                  <a:lnTo>
                    <a:pt x="1176" y="1862"/>
                  </a:lnTo>
                  <a:lnTo>
                    <a:pt x="1176" y="1862"/>
                  </a:lnTo>
                  <a:lnTo>
                    <a:pt x="1176" y="1862"/>
                  </a:lnTo>
                  <a:lnTo>
                    <a:pt x="1176" y="1868"/>
                  </a:lnTo>
                  <a:lnTo>
                    <a:pt x="1176" y="1868"/>
                  </a:lnTo>
                  <a:lnTo>
                    <a:pt x="1178" y="1896"/>
                  </a:lnTo>
                  <a:lnTo>
                    <a:pt x="1178" y="1896"/>
                  </a:lnTo>
                  <a:lnTo>
                    <a:pt x="1176" y="1922"/>
                  </a:lnTo>
                  <a:lnTo>
                    <a:pt x="1176" y="1926"/>
                  </a:lnTo>
                  <a:lnTo>
                    <a:pt x="1176" y="1926"/>
                  </a:lnTo>
                  <a:lnTo>
                    <a:pt x="1176" y="1940"/>
                  </a:lnTo>
                  <a:lnTo>
                    <a:pt x="1176" y="1940"/>
                  </a:lnTo>
                  <a:lnTo>
                    <a:pt x="1174" y="1952"/>
                  </a:lnTo>
                  <a:lnTo>
                    <a:pt x="1174" y="1954"/>
                  </a:lnTo>
                  <a:lnTo>
                    <a:pt x="1174" y="1954"/>
                  </a:lnTo>
                  <a:lnTo>
                    <a:pt x="1172" y="1974"/>
                  </a:lnTo>
                  <a:lnTo>
                    <a:pt x="1172" y="1974"/>
                  </a:lnTo>
                  <a:lnTo>
                    <a:pt x="1172" y="1974"/>
                  </a:lnTo>
                  <a:lnTo>
                    <a:pt x="1172" y="1976"/>
                  </a:lnTo>
                  <a:lnTo>
                    <a:pt x="1172" y="1976"/>
                  </a:lnTo>
                  <a:lnTo>
                    <a:pt x="1172" y="1982"/>
                  </a:lnTo>
                  <a:lnTo>
                    <a:pt x="1172" y="1982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0" y="2042"/>
                  </a:lnTo>
                  <a:lnTo>
                    <a:pt x="1150" y="2076"/>
                  </a:lnTo>
                  <a:lnTo>
                    <a:pt x="1136" y="2108"/>
                  </a:lnTo>
                  <a:lnTo>
                    <a:pt x="1122" y="2138"/>
                  </a:lnTo>
                  <a:lnTo>
                    <a:pt x="1104" y="2164"/>
                  </a:lnTo>
                  <a:lnTo>
                    <a:pt x="1084" y="2188"/>
                  </a:lnTo>
                  <a:lnTo>
                    <a:pt x="1064" y="2208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32" y="2232"/>
                  </a:lnTo>
                  <a:lnTo>
                    <a:pt x="1032" y="2232"/>
                  </a:lnTo>
                  <a:lnTo>
                    <a:pt x="1030" y="2232"/>
                  </a:lnTo>
                  <a:lnTo>
                    <a:pt x="1030" y="2232"/>
                  </a:lnTo>
                  <a:lnTo>
                    <a:pt x="1024" y="2236"/>
                  </a:lnTo>
                  <a:lnTo>
                    <a:pt x="1024" y="2236"/>
                  </a:lnTo>
                  <a:lnTo>
                    <a:pt x="1008" y="2244"/>
                  </a:lnTo>
                  <a:lnTo>
                    <a:pt x="1008" y="2244"/>
                  </a:lnTo>
                  <a:close/>
                  <a:moveTo>
                    <a:pt x="2494" y="1161"/>
                  </a:moveTo>
                  <a:lnTo>
                    <a:pt x="2494" y="1167"/>
                  </a:lnTo>
                  <a:lnTo>
                    <a:pt x="2494" y="1167"/>
                  </a:lnTo>
                  <a:lnTo>
                    <a:pt x="2492" y="1191"/>
                  </a:lnTo>
                  <a:lnTo>
                    <a:pt x="2492" y="1199"/>
                  </a:lnTo>
                  <a:lnTo>
                    <a:pt x="2492" y="1199"/>
                  </a:lnTo>
                  <a:lnTo>
                    <a:pt x="2492" y="1203"/>
                  </a:lnTo>
                  <a:lnTo>
                    <a:pt x="2492" y="1203"/>
                  </a:lnTo>
                  <a:lnTo>
                    <a:pt x="2490" y="1209"/>
                  </a:lnTo>
                  <a:lnTo>
                    <a:pt x="2490" y="1215"/>
                  </a:lnTo>
                  <a:lnTo>
                    <a:pt x="2490" y="1215"/>
                  </a:lnTo>
                  <a:lnTo>
                    <a:pt x="2488" y="1223"/>
                  </a:lnTo>
                  <a:lnTo>
                    <a:pt x="2486" y="1245"/>
                  </a:lnTo>
                  <a:lnTo>
                    <a:pt x="2474" y="1291"/>
                  </a:lnTo>
                  <a:lnTo>
                    <a:pt x="2460" y="1337"/>
                  </a:lnTo>
                  <a:lnTo>
                    <a:pt x="2440" y="1377"/>
                  </a:lnTo>
                  <a:lnTo>
                    <a:pt x="2418" y="1409"/>
                  </a:lnTo>
                  <a:lnTo>
                    <a:pt x="2398" y="1433"/>
                  </a:lnTo>
                  <a:lnTo>
                    <a:pt x="2374" y="1453"/>
                  </a:lnTo>
                  <a:lnTo>
                    <a:pt x="2350" y="1471"/>
                  </a:lnTo>
                  <a:lnTo>
                    <a:pt x="2350" y="1471"/>
                  </a:lnTo>
                  <a:lnTo>
                    <a:pt x="2346" y="1473"/>
                  </a:lnTo>
                  <a:lnTo>
                    <a:pt x="1216" y="2126"/>
                  </a:lnTo>
                  <a:lnTo>
                    <a:pt x="1216" y="2126"/>
                  </a:lnTo>
                  <a:lnTo>
                    <a:pt x="1224" y="2106"/>
                  </a:lnTo>
                  <a:lnTo>
                    <a:pt x="1224" y="2106"/>
                  </a:lnTo>
                  <a:lnTo>
                    <a:pt x="1232" y="2082"/>
                  </a:lnTo>
                  <a:lnTo>
                    <a:pt x="1234" y="2078"/>
                  </a:lnTo>
                  <a:lnTo>
                    <a:pt x="1234" y="2074"/>
                  </a:lnTo>
                  <a:lnTo>
                    <a:pt x="1234" y="2074"/>
                  </a:lnTo>
                  <a:lnTo>
                    <a:pt x="1240" y="2052"/>
                  </a:lnTo>
                  <a:lnTo>
                    <a:pt x="1240" y="2052"/>
                  </a:lnTo>
                  <a:lnTo>
                    <a:pt x="1246" y="2022"/>
                  </a:lnTo>
                  <a:lnTo>
                    <a:pt x="1246" y="2022"/>
                  </a:lnTo>
                  <a:lnTo>
                    <a:pt x="1246" y="2022"/>
                  </a:lnTo>
                  <a:lnTo>
                    <a:pt x="1250" y="1996"/>
                  </a:lnTo>
                  <a:lnTo>
                    <a:pt x="1250" y="1996"/>
                  </a:lnTo>
                  <a:lnTo>
                    <a:pt x="1250" y="1994"/>
                  </a:lnTo>
                  <a:lnTo>
                    <a:pt x="1250" y="1994"/>
                  </a:lnTo>
                  <a:lnTo>
                    <a:pt x="1250" y="1992"/>
                  </a:lnTo>
                  <a:lnTo>
                    <a:pt x="1250" y="1992"/>
                  </a:lnTo>
                  <a:lnTo>
                    <a:pt x="1252" y="1986"/>
                  </a:lnTo>
                  <a:lnTo>
                    <a:pt x="1252" y="1984"/>
                  </a:lnTo>
                  <a:lnTo>
                    <a:pt x="1252" y="1984"/>
                  </a:lnTo>
                  <a:lnTo>
                    <a:pt x="1254" y="1964"/>
                  </a:lnTo>
                  <a:lnTo>
                    <a:pt x="1254" y="1964"/>
                  </a:lnTo>
                  <a:lnTo>
                    <a:pt x="1254" y="1964"/>
                  </a:lnTo>
                  <a:lnTo>
                    <a:pt x="1254" y="1962"/>
                  </a:lnTo>
                  <a:lnTo>
                    <a:pt x="1254" y="1958"/>
                  </a:lnTo>
                  <a:lnTo>
                    <a:pt x="1254" y="1958"/>
                  </a:lnTo>
                  <a:lnTo>
                    <a:pt x="1256" y="1932"/>
                  </a:lnTo>
                  <a:lnTo>
                    <a:pt x="1256" y="1932"/>
                  </a:lnTo>
                  <a:lnTo>
                    <a:pt x="1256" y="1928"/>
                  </a:lnTo>
                  <a:lnTo>
                    <a:pt x="1256" y="1926"/>
                  </a:lnTo>
                  <a:lnTo>
                    <a:pt x="1256" y="1926"/>
                  </a:lnTo>
                  <a:lnTo>
                    <a:pt x="1258" y="1896"/>
                  </a:lnTo>
                  <a:lnTo>
                    <a:pt x="1258" y="1896"/>
                  </a:lnTo>
                  <a:lnTo>
                    <a:pt x="1256" y="1866"/>
                  </a:lnTo>
                  <a:lnTo>
                    <a:pt x="1256" y="1866"/>
                  </a:lnTo>
                  <a:lnTo>
                    <a:pt x="1256" y="1866"/>
                  </a:lnTo>
                  <a:lnTo>
                    <a:pt x="1256" y="1860"/>
                  </a:lnTo>
                  <a:lnTo>
                    <a:pt x="1256" y="1860"/>
                  </a:lnTo>
                  <a:lnTo>
                    <a:pt x="1256" y="1860"/>
                  </a:lnTo>
                  <a:lnTo>
                    <a:pt x="1254" y="1830"/>
                  </a:lnTo>
                  <a:lnTo>
                    <a:pt x="1254" y="1824"/>
                  </a:lnTo>
                  <a:lnTo>
                    <a:pt x="1254" y="1824"/>
                  </a:lnTo>
                  <a:lnTo>
                    <a:pt x="1252" y="1802"/>
                  </a:lnTo>
                  <a:lnTo>
                    <a:pt x="1252" y="1802"/>
                  </a:lnTo>
                  <a:lnTo>
                    <a:pt x="1252" y="1800"/>
                  </a:lnTo>
                  <a:lnTo>
                    <a:pt x="1252" y="1800"/>
                  </a:lnTo>
                  <a:lnTo>
                    <a:pt x="1250" y="1788"/>
                  </a:lnTo>
                  <a:lnTo>
                    <a:pt x="1250" y="1788"/>
                  </a:lnTo>
                  <a:lnTo>
                    <a:pt x="1250" y="1784"/>
                  </a:lnTo>
                  <a:lnTo>
                    <a:pt x="1250" y="1784"/>
                  </a:lnTo>
                  <a:lnTo>
                    <a:pt x="1248" y="1764"/>
                  </a:lnTo>
                  <a:lnTo>
                    <a:pt x="1246" y="1755"/>
                  </a:lnTo>
                  <a:lnTo>
                    <a:pt x="1246" y="1755"/>
                  </a:lnTo>
                  <a:lnTo>
                    <a:pt x="1242" y="1725"/>
                  </a:lnTo>
                  <a:lnTo>
                    <a:pt x="1242" y="1721"/>
                  </a:lnTo>
                  <a:lnTo>
                    <a:pt x="1242" y="1721"/>
                  </a:lnTo>
                  <a:lnTo>
                    <a:pt x="1234" y="1689"/>
                  </a:lnTo>
                  <a:lnTo>
                    <a:pt x="1234" y="1687"/>
                  </a:lnTo>
                  <a:lnTo>
                    <a:pt x="1234" y="1687"/>
                  </a:lnTo>
                  <a:lnTo>
                    <a:pt x="1226" y="1653"/>
                  </a:lnTo>
                  <a:lnTo>
                    <a:pt x="1226" y="1653"/>
                  </a:lnTo>
                  <a:lnTo>
                    <a:pt x="1226" y="1653"/>
                  </a:lnTo>
                  <a:lnTo>
                    <a:pt x="1212" y="1599"/>
                  </a:lnTo>
                  <a:lnTo>
                    <a:pt x="1194" y="1547"/>
                  </a:lnTo>
                  <a:lnTo>
                    <a:pt x="1194" y="1545"/>
                  </a:lnTo>
                  <a:lnTo>
                    <a:pt x="1194" y="1545"/>
                  </a:lnTo>
                  <a:lnTo>
                    <a:pt x="1182" y="1511"/>
                  </a:lnTo>
                  <a:lnTo>
                    <a:pt x="1182" y="1509"/>
                  </a:lnTo>
                  <a:lnTo>
                    <a:pt x="1182" y="1509"/>
                  </a:lnTo>
                  <a:lnTo>
                    <a:pt x="1168" y="1475"/>
                  </a:lnTo>
                  <a:lnTo>
                    <a:pt x="1166" y="1473"/>
                  </a:lnTo>
                  <a:lnTo>
                    <a:pt x="1166" y="1473"/>
                  </a:lnTo>
                  <a:lnTo>
                    <a:pt x="1152" y="1439"/>
                  </a:lnTo>
                  <a:lnTo>
                    <a:pt x="1152" y="1439"/>
                  </a:lnTo>
                  <a:lnTo>
                    <a:pt x="1152" y="1439"/>
                  </a:lnTo>
                  <a:lnTo>
                    <a:pt x="1136" y="1407"/>
                  </a:lnTo>
                  <a:lnTo>
                    <a:pt x="1136" y="1407"/>
                  </a:lnTo>
                  <a:lnTo>
                    <a:pt x="1136" y="1405"/>
                  </a:lnTo>
                  <a:lnTo>
                    <a:pt x="1136" y="1405"/>
                  </a:lnTo>
                  <a:lnTo>
                    <a:pt x="1134" y="1401"/>
                  </a:lnTo>
                  <a:lnTo>
                    <a:pt x="1134" y="1401"/>
                  </a:lnTo>
                  <a:lnTo>
                    <a:pt x="1134" y="1399"/>
                  </a:lnTo>
                  <a:lnTo>
                    <a:pt x="1132" y="1397"/>
                  </a:lnTo>
                  <a:lnTo>
                    <a:pt x="1132" y="1397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14" y="1363"/>
                  </a:lnTo>
                  <a:lnTo>
                    <a:pt x="1114" y="1363"/>
                  </a:lnTo>
                  <a:lnTo>
                    <a:pt x="1114" y="1361"/>
                  </a:lnTo>
                  <a:lnTo>
                    <a:pt x="1114" y="1361"/>
                  </a:lnTo>
                  <a:lnTo>
                    <a:pt x="1102" y="1337"/>
                  </a:lnTo>
                  <a:lnTo>
                    <a:pt x="1102" y="1337"/>
                  </a:lnTo>
                  <a:lnTo>
                    <a:pt x="1100" y="1333"/>
                  </a:lnTo>
                  <a:lnTo>
                    <a:pt x="1100" y="1333"/>
                  </a:lnTo>
                  <a:lnTo>
                    <a:pt x="1080" y="1299"/>
                  </a:lnTo>
                  <a:lnTo>
                    <a:pt x="1080" y="1299"/>
                  </a:lnTo>
                  <a:lnTo>
                    <a:pt x="1062" y="1267"/>
                  </a:lnTo>
                  <a:lnTo>
                    <a:pt x="1062" y="1267"/>
                  </a:lnTo>
                  <a:lnTo>
                    <a:pt x="1060" y="1265"/>
                  </a:lnTo>
                  <a:lnTo>
                    <a:pt x="1060" y="1265"/>
                  </a:lnTo>
                  <a:lnTo>
                    <a:pt x="1040" y="1235"/>
                  </a:lnTo>
                  <a:lnTo>
                    <a:pt x="1040" y="1233"/>
                  </a:lnTo>
                  <a:lnTo>
                    <a:pt x="1040" y="1233"/>
                  </a:lnTo>
                  <a:lnTo>
                    <a:pt x="1018" y="1201"/>
                  </a:lnTo>
                  <a:lnTo>
                    <a:pt x="1018" y="1201"/>
                  </a:lnTo>
                  <a:lnTo>
                    <a:pt x="996" y="1169"/>
                  </a:lnTo>
                  <a:lnTo>
                    <a:pt x="996" y="1169"/>
                  </a:lnTo>
                  <a:lnTo>
                    <a:pt x="996" y="1169"/>
                  </a:lnTo>
                  <a:lnTo>
                    <a:pt x="972" y="1137"/>
                  </a:lnTo>
                  <a:lnTo>
                    <a:pt x="972" y="1137"/>
                  </a:lnTo>
                  <a:lnTo>
                    <a:pt x="948" y="1109"/>
                  </a:lnTo>
                  <a:lnTo>
                    <a:pt x="948" y="1107"/>
                  </a:lnTo>
                  <a:lnTo>
                    <a:pt x="948" y="1107"/>
                  </a:lnTo>
                  <a:lnTo>
                    <a:pt x="924" y="1079"/>
                  </a:lnTo>
                  <a:lnTo>
                    <a:pt x="922" y="1077"/>
                  </a:lnTo>
                  <a:lnTo>
                    <a:pt x="922" y="1077"/>
                  </a:lnTo>
                  <a:lnTo>
                    <a:pt x="898" y="1051"/>
                  </a:lnTo>
                  <a:lnTo>
                    <a:pt x="898" y="1051"/>
                  </a:lnTo>
                  <a:lnTo>
                    <a:pt x="898" y="1051"/>
                  </a:lnTo>
                  <a:lnTo>
                    <a:pt x="872" y="1023"/>
                  </a:lnTo>
                  <a:lnTo>
                    <a:pt x="872" y="1023"/>
                  </a:lnTo>
                  <a:lnTo>
                    <a:pt x="872" y="1023"/>
                  </a:lnTo>
                  <a:lnTo>
                    <a:pt x="846" y="997"/>
                  </a:lnTo>
                  <a:lnTo>
                    <a:pt x="846" y="997"/>
                  </a:lnTo>
                  <a:lnTo>
                    <a:pt x="820" y="973"/>
                  </a:lnTo>
                  <a:lnTo>
                    <a:pt x="820" y="973"/>
                  </a:lnTo>
                  <a:lnTo>
                    <a:pt x="792" y="949"/>
                  </a:lnTo>
                  <a:lnTo>
                    <a:pt x="792" y="949"/>
                  </a:lnTo>
                  <a:lnTo>
                    <a:pt x="792" y="949"/>
                  </a:lnTo>
                  <a:lnTo>
                    <a:pt x="764" y="927"/>
                  </a:lnTo>
                  <a:lnTo>
                    <a:pt x="764" y="927"/>
                  </a:lnTo>
                  <a:lnTo>
                    <a:pt x="736" y="905"/>
                  </a:lnTo>
                  <a:lnTo>
                    <a:pt x="736" y="905"/>
                  </a:lnTo>
                  <a:lnTo>
                    <a:pt x="736" y="905"/>
                  </a:lnTo>
                  <a:lnTo>
                    <a:pt x="708" y="885"/>
                  </a:lnTo>
                  <a:lnTo>
                    <a:pt x="708" y="885"/>
                  </a:lnTo>
                  <a:lnTo>
                    <a:pt x="680" y="865"/>
                  </a:lnTo>
                  <a:lnTo>
                    <a:pt x="680" y="865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7"/>
                  </a:lnTo>
                  <a:lnTo>
                    <a:pt x="650" y="847"/>
                  </a:lnTo>
                  <a:lnTo>
                    <a:pt x="620" y="831"/>
                  </a:lnTo>
                  <a:lnTo>
                    <a:pt x="620" y="831"/>
                  </a:lnTo>
                  <a:lnTo>
                    <a:pt x="592" y="817"/>
                  </a:lnTo>
                  <a:lnTo>
                    <a:pt x="592" y="817"/>
                  </a:lnTo>
                  <a:lnTo>
                    <a:pt x="592" y="817"/>
                  </a:lnTo>
                  <a:lnTo>
                    <a:pt x="562" y="805"/>
                  </a:lnTo>
                  <a:lnTo>
                    <a:pt x="562" y="805"/>
                  </a:lnTo>
                  <a:lnTo>
                    <a:pt x="536" y="793"/>
                  </a:lnTo>
                  <a:lnTo>
                    <a:pt x="536" y="793"/>
                  </a:lnTo>
                  <a:lnTo>
                    <a:pt x="536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06" y="785"/>
                  </a:lnTo>
                  <a:lnTo>
                    <a:pt x="506" y="783"/>
                  </a:lnTo>
                  <a:lnTo>
                    <a:pt x="506" y="783"/>
                  </a:lnTo>
                  <a:lnTo>
                    <a:pt x="478" y="777"/>
                  </a:lnTo>
                  <a:lnTo>
                    <a:pt x="476" y="775"/>
                  </a:lnTo>
                  <a:lnTo>
                    <a:pt x="476" y="775"/>
                  </a:lnTo>
                  <a:lnTo>
                    <a:pt x="450" y="769"/>
                  </a:lnTo>
                  <a:lnTo>
                    <a:pt x="448" y="769"/>
                  </a:lnTo>
                  <a:lnTo>
                    <a:pt x="448" y="769"/>
                  </a:lnTo>
                  <a:lnTo>
                    <a:pt x="424" y="765"/>
                  </a:lnTo>
                  <a:lnTo>
                    <a:pt x="422" y="765"/>
                  </a:lnTo>
                  <a:lnTo>
                    <a:pt x="1546" y="114"/>
                  </a:lnTo>
                  <a:lnTo>
                    <a:pt x="1550" y="112"/>
                  </a:lnTo>
                  <a:lnTo>
                    <a:pt x="1550" y="112"/>
                  </a:lnTo>
                  <a:lnTo>
                    <a:pt x="1566" y="104"/>
                  </a:lnTo>
                  <a:lnTo>
                    <a:pt x="1566" y="104"/>
                  </a:lnTo>
                  <a:lnTo>
                    <a:pt x="1582" y="98"/>
                  </a:lnTo>
                  <a:lnTo>
                    <a:pt x="1582" y="98"/>
                  </a:lnTo>
                  <a:lnTo>
                    <a:pt x="1588" y="96"/>
                  </a:lnTo>
                  <a:lnTo>
                    <a:pt x="1588" y="96"/>
                  </a:lnTo>
                  <a:lnTo>
                    <a:pt x="1600" y="92"/>
                  </a:lnTo>
                  <a:lnTo>
                    <a:pt x="1604" y="90"/>
                  </a:lnTo>
                  <a:lnTo>
                    <a:pt x="1604" y="90"/>
                  </a:lnTo>
                  <a:lnTo>
                    <a:pt x="1622" y="86"/>
                  </a:lnTo>
                  <a:lnTo>
                    <a:pt x="1626" y="86"/>
                  </a:lnTo>
                  <a:lnTo>
                    <a:pt x="1626" y="86"/>
                  </a:lnTo>
                  <a:lnTo>
                    <a:pt x="1640" y="84"/>
                  </a:lnTo>
                  <a:lnTo>
                    <a:pt x="1644" y="82"/>
                  </a:lnTo>
                  <a:lnTo>
                    <a:pt x="1644" y="82"/>
                  </a:lnTo>
                  <a:lnTo>
                    <a:pt x="1662" y="80"/>
                  </a:lnTo>
                  <a:lnTo>
                    <a:pt x="1666" y="80"/>
                  </a:lnTo>
                  <a:lnTo>
                    <a:pt x="1666" y="80"/>
                  </a:lnTo>
                  <a:lnTo>
                    <a:pt x="1676" y="80"/>
                  </a:lnTo>
                  <a:lnTo>
                    <a:pt x="1678" y="80"/>
                  </a:lnTo>
                  <a:lnTo>
                    <a:pt x="1678" y="80"/>
                  </a:lnTo>
                  <a:lnTo>
                    <a:pt x="1680" y="80"/>
                  </a:lnTo>
                  <a:lnTo>
                    <a:pt x="1680" y="80"/>
                  </a:lnTo>
                  <a:lnTo>
                    <a:pt x="1690" y="80"/>
                  </a:lnTo>
                  <a:lnTo>
                    <a:pt x="1690" y="80"/>
                  </a:lnTo>
                  <a:lnTo>
                    <a:pt x="1696" y="80"/>
                  </a:lnTo>
                  <a:lnTo>
                    <a:pt x="1696" y="80"/>
                  </a:lnTo>
                  <a:lnTo>
                    <a:pt x="1700" y="80"/>
                  </a:lnTo>
                  <a:lnTo>
                    <a:pt x="1712" y="82"/>
                  </a:lnTo>
                  <a:lnTo>
                    <a:pt x="1712" y="82"/>
                  </a:lnTo>
                  <a:lnTo>
                    <a:pt x="1726" y="82"/>
                  </a:lnTo>
                  <a:lnTo>
                    <a:pt x="1732" y="84"/>
                  </a:lnTo>
                  <a:lnTo>
                    <a:pt x="1732" y="84"/>
                  </a:lnTo>
                  <a:lnTo>
                    <a:pt x="1738" y="84"/>
                  </a:lnTo>
                  <a:lnTo>
                    <a:pt x="1738" y="84"/>
                  </a:lnTo>
                  <a:lnTo>
                    <a:pt x="1750" y="86"/>
                  </a:lnTo>
                  <a:lnTo>
                    <a:pt x="1760" y="88"/>
                  </a:lnTo>
                  <a:lnTo>
                    <a:pt x="1760" y="88"/>
                  </a:lnTo>
                  <a:lnTo>
                    <a:pt x="1770" y="90"/>
                  </a:lnTo>
                  <a:lnTo>
                    <a:pt x="1778" y="94"/>
                  </a:lnTo>
                  <a:lnTo>
                    <a:pt x="1778" y="94"/>
                  </a:lnTo>
                  <a:lnTo>
                    <a:pt x="1788" y="96"/>
                  </a:lnTo>
                  <a:lnTo>
                    <a:pt x="1788" y="96"/>
                  </a:lnTo>
                  <a:lnTo>
                    <a:pt x="1796" y="98"/>
                  </a:lnTo>
                  <a:lnTo>
                    <a:pt x="1806" y="100"/>
                  </a:lnTo>
                  <a:lnTo>
                    <a:pt x="1806" y="100"/>
                  </a:lnTo>
                  <a:lnTo>
                    <a:pt x="1814" y="104"/>
                  </a:lnTo>
                  <a:lnTo>
                    <a:pt x="1814" y="104"/>
                  </a:lnTo>
                  <a:lnTo>
                    <a:pt x="1822" y="106"/>
                  </a:lnTo>
                  <a:lnTo>
                    <a:pt x="1828" y="110"/>
                  </a:lnTo>
                  <a:lnTo>
                    <a:pt x="1828" y="110"/>
                  </a:lnTo>
                  <a:lnTo>
                    <a:pt x="1836" y="112"/>
                  </a:lnTo>
                  <a:lnTo>
                    <a:pt x="1836" y="112"/>
                  </a:lnTo>
                  <a:lnTo>
                    <a:pt x="1844" y="114"/>
                  </a:lnTo>
                  <a:lnTo>
                    <a:pt x="1850" y="118"/>
                  </a:lnTo>
                  <a:lnTo>
                    <a:pt x="1850" y="118"/>
                  </a:lnTo>
                  <a:lnTo>
                    <a:pt x="1858" y="120"/>
                  </a:lnTo>
                  <a:lnTo>
                    <a:pt x="1858" y="120"/>
                  </a:lnTo>
                  <a:lnTo>
                    <a:pt x="1864" y="124"/>
                  </a:lnTo>
                  <a:lnTo>
                    <a:pt x="1900" y="142"/>
                  </a:lnTo>
                  <a:lnTo>
                    <a:pt x="1948" y="168"/>
                  </a:lnTo>
                  <a:lnTo>
                    <a:pt x="1948" y="170"/>
                  </a:lnTo>
                  <a:lnTo>
                    <a:pt x="1956" y="174"/>
                  </a:lnTo>
                  <a:lnTo>
                    <a:pt x="1996" y="202"/>
                  </a:lnTo>
                  <a:lnTo>
                    <a:pt x="1996" y="202"/>
                  </a:lnTo>
                  <a:lnTo>
                    <a:pt x="2032" y="228"/>
                  </a:lnTo>
                  <a:lnTo>
                    <a:pt x="2068" y="258"/>
                  </a:lnTo>
                  <a:lnTo>
                    <a:pt x="2102" y="290"/>
                  </a:lnTo>
                  <a:lnTo>
                    <a:pt x="2136" y="322"/>
                  </a:lnTo>
                  <a:lnTo>
                    <a:pt x="2170" y="358"/>
                  </a:lnTo>
                  <a:lnTo>
                    <a:pt x="2202" y="396"/>
                  </a:lnTo>
                  <a:lnTo>
                    <a:pt x="2234" y="436"/>
                  </a:lnTo>
                  <a:lnTo>
                    <a:pt x="2264" y="476"/>
                  </a:lnTo>
                  <a:lnTo>
                    <a:pt x="2274" y="492"/>
                  </a:lnTo>
                  <a:lnTo>
                    <a:pt x="2328" y="578"/>
                  </a:lnTo>
                  <a:lnTo>
                    <a:pt x="2364" y="558"/>
                  </a:lnTo>
                  <a:lnTo>
                    <a:pt x="2330" y="580"/>
                  </a:lnTo>
                  <a:lnTo>
                    <a:pt x="2348" y="615"/>
                  </a:lnTo>
                  <a:lnTo>
                    <a:pt x="2348" y="615"/>
                  </a:lnTo>
                  <a:lnTo>
                    <a:pt x="2356" y="629"/>
                  </a:lnTo>
                  <a:lnTo>
                    <a:pt x="2356" y="629"/>
                  </a:lnTo>
                  <a:lnTo>
                    <a:pt x="2360" y="635"/>
                  </a:lnTo>
                  <a:lnTo>
                    <a:pt x="2362" y="639"/>
                  </a:lnTo>
                  <a:lnTo>
                    <a:pt x="2362" y="639"/>
                  </a:lnTo>
                  <a:lnTo>
                    <a:pt x="2366" y="649"/>
                  </a:lnTo>
                  <a:lnTo>
                    <a:pt x="2366" y="649"/>
                  </a:lnTo>
                  <a:lnTo>
                    <a:pt x="2378" y="671"/>
                  </a:lnTo>
                  <a:lnTo>
                    <a:pt x="2384" y="683"/>
                  </a:lnTo>
                  <a:lnTo>
                    <a:pt x="2384" y="683"/>
                  </a:lnTo>
                  <a:lnTo>
                    <a:pt x="2390" y="697"/>
                  </a:lnTo>
                  <a:lnTo>
                    <a:pt x="2394" y="707"/>
                  </a:lnTo>
                  <a:lnTo>
                    <a:pt x="2422" y="773"/>
                  </a:lnTo>
                  <a:lnTo>
                    <a:pt x="2422" y="773"/>
                  </a:lnTo>
                  <a:lnTo>
                    <a:pt x="2444" y="833"/>
                  </a:lnTo>
                  <a:lnTo>
                    <a:pt x="2444" y="835"/>
                  </a:lnTo>
                  <a:lnTo>
                    <a:pt x="2444" y="835"/>
                  </a:lnTo>
                  <a:lnTo>
                    <a:pt x="2444" y="835"/>
                  </a:lnTo>
                  <a:lnTo>
                    <a:pt x="2456" y="875"/>
                  </a:lnTo>
                  <a:lnTo>
                    <a:pt x="2470" y="927"/>
                  </a:lnTo>
                  <a:lnTo>
                    <a:pt x="2470" y="927"/>
                  </a:lnTo>
                  <a:lnTo>
                    <a:pt x="2472" y="937"/>
                  </a:lnTo>
                  <a:lnTo>
                    <a:pt x="2474" y="947"/>
                  </a:lnTo>
                  <a:lnTo>
                    <a:pt x="2474" y="947"/>
                  </a:lnTo>
                  <a:lnTo>
                    <a:pt x="2476" y="957"/>
                  </a:lnTo>
                  <a:lnTo>
                    <a:pt x="2476" y="957"/>
                  </a:lnTo>
                  <a:lnTo>
                    <a:pt x="2478" y="969"/>
                  </a:lnTo>
                  <a:lnTo>
                    <a:pt x="2482" y="983"/>
                  </a:lnTo>
                  <a:lnTo>
                    <a:pt x="2482" y="983"/>
                  </a:lnTo>
                  <a:lnTo>
                    <a:pt x="2484" y="1001"/>
                  </a:lnTo>
                  <a:lnTo>
                    <a:pt x="2486" y="1007"/>
                  </a:lnTo>
                  <a:lnTo>
                    <a:pt x="2486" y="1007"/>
                  </a:lnTo>
                  <a:lnTo>
                    <a:pt x="2486" y="1015"/>
                  </a:lnTo>
                  <a:lnTo>
                    <a:pt x="2486" y="1019"/>
                  </a:lnTo>
                  <a:lnTo>
                    <a:pt x="2486" y="1019"/>
                  </a:lnTo>
                  <a:lnTo>
                    <a:pt x="2488" y="1023"/>
                  </a:lnTo>
                  <a:lnTo>
                    <a:pt x="2488" y="1023"/>
                  </a:lnTo>
                  <a:lnTo>
                    <a:pt x="2488" y="1027"/>
                  </a:lnTo>
                  <a:lnTo>
                    <a:pt x="2488" y="1031"/>
                  </a:lnTo>
                  <a:lnTo>
                    <a:pt x="2488" y="1031"/>
                  </a:lnTo>
                  <a:lnTo>
                    <a:pt x="2490" y="1049"/>
                  </a:lnTo>
                  <a:lnTo>
                    <a:pt x="2490" y="1049"/>
                  </a:lnTo>
                  <a:lnTo>
                    <a:pt x="2492" y="1055"/>
                  </a:lnTo>
                  <a:lnTo>
                    <a:pt x="2492" y="1055"/>
                  </a:lnTo>
                  <a:lnTo>
                    <a:pt x="2492" y="1057"/>
                  </a:lnTo>
                  <a:lnTo>
                    <a:pt x="2492" y="1057"/>
                  </a:lnTo>
                  <a:lnTo>
                    <a:pt x="2492" y="1067"/>
                  </a:lnTo>
                  <a:lnTo>
                    <a:pt x="2492" y="1075"/>
                  </a:lnTo>
                  <a:lnTo>
                    <a:pt x="2492" y="1075"/>
                  </a:lnTo>
                  <a:lnTo>
                    <a:pt x="2494" y="1101"/>
                  </a:lnTo>
                  <a:lnTo>
                    <a:pt x="2494" y="1107"/>
                  </a:lnTo>
                  <a:lnTo>
                    <a:pt x="2494" y="1107"/>
                  </a:lnTo>
                  <a:lnTo>
                    <a:pt x="2496" y="1135"/>
                  </a:lnTo>
                  <a:lnTo>
                    <a:pt x="2496" y="1135"/>
                  </a:lnTo>
                  <a:lnTo>
                    <a:pt x="2494" y="1161"/>
                  </a:lnTo>
                  <a:lnTo>
                    <a:pt x="2494" y="1161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01" name="Rectangle 66"/>
            <p:cNvSpPr/>
            <p:nvPr/>
          </p:nvSpPr>
          <p:spPr>
            <a:xfrm>
              <a:off x="6587640" y="3477240"/>
              <a:ext cx="360" cy="36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" bIns="3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602" name="그룹 2"/>
          <p:cNvGrpSpPr/>
          <p:nvPr/>
        </p:nvGrpSpPr>
        <p:grpSpPr>
          <a:xfrm>
            <a:off x="4737960" y="3294360"/>
            <a:ext cx="464400" cy="297000"/>
            <a:chOff x="4737960" y="3294360"/>
            <a:chExt cx="464400" cy="297000"/>
          </a:xfrm>
        </p:grpSpPr>
        <p:sp>
          <p:nvSpPr>
            <p:cNvPr id="603" name="AutoShape 68"/>
            <p:cNvSpPr/>
            <p:nvPr/>
          </p:nvSpPr>
          <p:spPr>
            <a:xfrm>
              <a:off x="4737960" y="3294360"/>
              <a:ext cx="464400" cy="29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04" name="Freeform 70"/>
            <p:cNvSpPr/>
            <p:nvPr/>
          </p:nvSpPr>
          <p:spPr>
            <a:xfrm>
              <a:off x="4791960" y="3294360"/>
              <a:ext cx="316440" cy="157680"/>
            </a:xfrm>
            <a:custGeom>
              <a:avLst/>
              <a:gdLst>
                <a:gd name="textAreaLeft" fmla="*/ 0 w 316440"/>
                <a:gd name="textAreaRight" fmla="*/ 316800 w 316440"/>
                <a:gd name="textAreaTop" fmla="*/ 0 h 157680"/>
                <a:gd name="textAreaBottom" fmla="*/ 158040 h 157680"/>
              </a:gdLst>
              <a:ahLst/>
              <a:rect l="textAreaLeft" t="textAreaTop" r="textAreaRight" b="textAreaBottom"/>
              <a:pathLst>
                <a:path w="2243" h="1120">
                  <a:moveTo>
                    <a:pt x="1327" y="0"/>
                  </a:moveTo>
                  <a:lnTo>
                    <a:pt x="13" y="641"/>
                  </a:lnTo>
                  <a:lnTo>
                    <a:pt x="5" y="645"/>
                  </a:lnTo>
                  <a:lnTo>
                    <a:pt x="0" y="723"/>
                  </a:lnTo>
                  <a:lnTo>
                    <a:pt x="1029" y="1118"/>
                  </a:lnTo>
                  <a:lnTo>
                    <a:pt x="1036" y="1120"/>
                  </a:lnTo>
                  <a:lnTo>
                    <a:pt x="2216" y="347"/>
                  </a:lnTo>
                  <a:lnTo>
                    <a:pt x="2221" y="343"/>
                  </a:lnTo>
                  <a:lnTo>
                    <a:pt x="2243" y="241"/>
                  </a:lnTo>
                  <a:lnTo>
                    <a:pt x="1327" y="0"/>
                  </a:lnTo>
                  <a:lnTo>
                    <a:pt x="1327" y="0"/>
                  </a:lnTo>
                  <a:close/>
                  <a:moveTo>
                    <a:pt x="1328" y="31"/>
                  </a:moveTo>
                  <a:lnTo>
                    <a:pt x="2190" y="258"/>
                  </a:lnTo>
                  <a:lnTo>
                    <a:pt x="1038" y="1009"/>
                  </a:lnTo>
                  <a:lnTo>
                    <a:pt x="56" y="652"/>
                  </a:lnTo>
                  <a:lnTo>
                    <a:pt x="1328" y="31"/>
                  </a:lnTo>
                  <a:lnTo>
                    <a:pt x="1328" y="31"/>
                  </a:lnTo>
                  <a:close/>
                  <a:moveTo>
                    <a:pt x="1033" y="1087"/>
                  </a:moveTo>
                  <a:lnTo>
                    <a:pt x="31" y="703"/>
                  </a:lnTo>
                  <a:lnTo>
                    <a:pt x="33" y="675"/>
                  </a:lnTo>
                  <a:lnTo>
                    <a:pt x="1034" y="1038"/>
                  </a:lnTo>
                  <a:lnTo>
                    <a:pt x="1042" y="1042"/>
                  </a:lnTo>
                  <a:lnTo>
                    <a:pt x="2203" y="285"/>
                  </a:lnTo>
                  <a:lnTo>
                    <a:pt x="2194" y="325"/>
                  </a:lnTo>
                  <a:lnTo>
                    <a:pt x="1033" y="1087"/>
                  </a:lnTo>
                  <a:lnTo>
                    <a:pt x="1033" y="10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05" name="Freeform 71"/>
            <p:cNvSpPr/>
            <p:nvPr/>
          </p:nvSpPr>
          <p:spPr>
            <a:xfrm>
              <a:off x="4737960" y="3355560"/>
              <a:ext cx="464400" cy="235440"/>
            </a:xfrm>
            <a:custGeom>
              <a:avLst/>
              <a:gdLst>
                <a:gd name="textAreaLeft" fmla="*/ 0 w 464400"/>
                <a:gd name="textAreaRight" fmla="*/ 464760 w 464400"/>
                <a:gd name="textAreaTop" fmla="*/ 0 h 235440"/>
                <a:gd name="textAreaBottom" fmla="*/ 235800 h 235440"/>
              </a:gdLst>
              <a:ahLst/>
              <a:rect l="textAreaLeft" t="textAreaTop" r="textAreaRight" b="textAreaBottom"/>
              <a:pathLst>
                <a:path w="3294" h="1672">
                  <a:moveTo>
                    <a:pt x="1926" y="0"/>
                  </a:moveTo>
                  <a:lnTo>
                    <a:pt x="15" y="1015"/>
                  </a:lnTo>
                  <a:lnTo>
                    <a:pt x="4" y="1020"/>
                  </a:lnTo>
                  <a:lnTo>
                    <a:pt x="0" y="1135"/>
                  </a:lnTo>
                  <a:lnTo>
                    <a:pt x="1543" y="1668"/>
                  </a:lnTo>
                  <a:lnTo>
                    <a:pt x="1554" y="1672"/>
                  </a:lnTo>
                  <a:lnTo>
                    <a:pt x="3260" y="466"/>
                  </a:lnTo>
                  <a:lnTo>
                    <a:pt x="3267" y="461"/>
                  </a:lnTo>
                  <a:lnTo>
                    <a:pt x="3294" y="310"/>
                  </a:lnTo>
                  <a:lnTo>
                    <a:pt x="1926" y="0"/>
                  </a:lnTo>
                  <a:lnTo>
                    <a:pt x="1926" y="0"/>
                  </a:lnTo>
                  <a:close/>
                  <a:moveTo>
                    <a:pt x="45" y="1064"/>
                  </a:moveTo>
                  <a:lnTo>
                    <a:pt x="1532" y="1547"/>
                  </a:lnTo>
                  <a:lnTo>
                    <a:pt x="1530" y="1618"/>
                  </a:lnTo>
                  <a:lnTo>
                    <a:pt x="45" y="1104"/>
                  </a:lnTo>
                  <a:lnTo>
                    <a:pt x="45" y="1064"/>
                  </a:lnTo>
                  <a:lnTo>
                    <a:pt x="45" y="1064"/>
                  </a:lnTo>
                  <a:close/>
                  <a:moveTo>
                    <a:pt x="3227" y="436"/>
                  </a:moveTo>
                  <a:lnTo>
                    <a:pt x="1573" y="1603"/>
                  </a:lnTo>
                  <a:lnTo>
                    <a:pt x="1575" y="1543"/>
                  </a:lnTo>
                  <a:lnTo>
                    <a:pt x="3238" y="376"/>
                  </a:lnTo>
                  <a:lnTo>
                    <a:pt x="3227" y="436"/>
                  </a:lnTo>
                  <a:lnTo>
                    <a:pt x="3227" y="43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60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60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609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610" name="PlaceHolder 5"/>
          <p:cNvSpPr>
            <a:spLocks noGrp="1"/>
          </p:cNvSpPr>
          <p:nvPr>
            <p:ph type="sldNum" idx="54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9DCA797-AB1E-498C-8C80-FED820F73D2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611" name="PlaceHolder 6"/>
          <p:cNvSpPr>
            <a:spLocks noGrp="1"/>
          </p:cNvSpPr>
          <p:nvPr>
            <p:ph type="ftr" idx="55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612" name="타원 44"/>
          <p:cNvSpPr/>
          <p:nvPr/>
        </p:nvSpPr>
        <p:spPr>
          <a:xfrm>
            <a:off x="1233000" y="2111400"/>
            <a:ext cx="1511640" cy="1511640"/>
          </a:xfrm>
          <a:prstGeom prst="ellipse">
            <a:avLst/>
          </a:prstGeom>
          <a:noFill/>
          <a:ln w="57150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613" name="타원 45"/>
          <p:cNvSpPr/>
          <p:nvPr/>
        </p:nvSpPr>
        <p:spPr>
          <a:xfrm>
            <a:off x="3201480" y="2111400"/>
            <a:ext cx="1511640" cy="1511640"/>
          </a:xfrm>
          <a:prstGeom prst="ellipse">
            <a:avLst/>
          </a:prstGeom>
          <a:noFill/>
          <a:ln w="57150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614" name="타원 46"/>
          <p:cNvSpPr/>
          <p:nvPr/>
        </p:nvSpPr>
        <p:spPr>
          <a:xfrm>
            <a:off x="5169600" y="2111400"/>
            <a:ext cx="1511640" cy="1511640"/>
          </a:xfrm>
          <a:prstGeom prst="ellipse">
            <a:avLst/>
          </a:prstGeom>
          <a:noFill/>
          <a:ln w="57150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615" name="타원 47"/>
          <p:cNvSpPr/>
          <p:nvPr/>
        </p:nvSpPr>
        <p:spPr>
          <a:xfrm>
            <a:off x="7137720" y="2111400"/>
            <a:ext cx="1511640" cy="1511640"/>
          </a:xfrm>
          <a:prstGeom prst="ellipse">
            <a:avLst/>
          </a:prstGeom>
          <a:noFill/>
          <a:ln w="57150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616" name="직사각형 52"/>
          <p:cNvSpPr/>
          <p:nvPr/>
        </p:nvSpPr>
        <p:spPr>
          <a:xfrm>
            <a:off x="3440160" y="2753640"/>
            <a:ext cx="1034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M/16pt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17" name="직사각형 61"/>
          <p:cNvSpPr/>
          <p:nvPr/>
        </p:nvSpPr>
        <p:spPr>
          <a:xfrm>
            <a:off x="1071000" y="3839760"/>
            <a:ext cx="1836000" cy="223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M/14pt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M/14pt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18" name="직사각형 66"/>
          <p:cNvSpPr/>
          <p:nvPr/>
        </p:nvSpPr>
        <p:spPr>
          <a:xfrm>
            <a:off x="3039480" y="3839760"/>
            <a:ext cx="1836000" cy="223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M/14pt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M/14pt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19" name="직사각형 71"/>
          <p:cNvSpPr/>
          <p:nvPr/>
        </p:nvSpPr>
        <p:spPr>
          <a:xfrm>
            <a:off x="5007600" y="3839760"/>
            <a:ext cx="1836000" cy="223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M/14pt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M/14pt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20" name="직사각형 76"/>
          <p:cNvSpPr/>
          <p:nvPr/>
        </p:nvSpPr>
        <p:spPr>
          <a:xfrm>
            <a:off x="6975720" y="3839760"/>
            <a:ext cx="1836000" cy="223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M/14pt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M/14pt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21" name="직사각형 80"/>
          <p:cNvSpPr/>
          <p:nvPr/>
        </p:nvSpPr>
        <p:spPr>
          <a:xfrm>
            <a:off x="1471680" y="2753640"/>
            <a:ext cx="1034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M/16pt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22" name="직사각형 81"/>
          <p:cNvSpPr/>
          <p:nvPr/>
        </p:nvSpPr>
        <p:spPr>
          <a:xfrm>
            <a:off x="5418720" y="2753640"/>
            <a:ext cx="1034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M/16pt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23" name="직사각형 82"/>
          <p:cNvSpPr/>
          <p:nvPr/>
        </p:nvSpPr>
        <p:spPr>
          <a:xfrm>
            <a:off x="7376400" y="2753640"/>
            <a:ext cx="1034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M/16pt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62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627" name="PlaceHolder 4"/>
          <p:cNvSpPr>
            <a:spLocks noGrp="1"/>
          </p:cNvSpPr>
          <p:nvPr>
            <p:ph type="sldNum" idx="56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3282838-A7C2-48B8-BF4A-B79F71F6D462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628" name="PlaceHolder 5"/>
          <p:cNvSpPr>
            <a:spLocks noGrp="1"/>
          </p:cNvSpPr>
          <p:nvPr>
            <p:ph type="ftr" idx="57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629" name="모서리가 둥근 직사각형 29"/>
          <p:cNvSpPr/>
          <p:nvPr/>
        </p:nvSpPr>
        <p:spPr>
          <a:xfrm>
            <a:off x="646920" y="3448800"/>
            <a:ext cx="8639640" cy="1079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630" name="타원 30"/>
          <p:cNvSpPr/>
          <p:nvPr/>
        </p:nvSpPr>
        <p:spPr>
          <a:xfrm>
            <a:off x="733320" y="3538800"/>
            <a:ext cx="899640" cy="8996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631" name="직선 연결선 34"/>
          <p:cNvCxnSpPr/>
          <p:nvPr/>
        </p:nvCxnSpPr>
        <p:spPr>
          <a:xfrm>
            <a:off x="3866760" y="3609720"/>
            <a:ext cx="360" cy="757800"/>
          </a:xfrm>
          <a:prstGeom prst="straightConnector1">
            <a:avLst/>
          </a:prstGeom>
          <a:ln>
            <a:solidFill>
              <a:srgbClr val="ffffff"/>
            </a:solidFill>
          </a:ln>
        </p:spPr>
      </p:cxnSp>
      <p:sp>
        <p:nvSpPr>
          <p:cNvPr id="632" name="모서리가 둥근 직사각형 35"/>
          <p:cNvSpPr/>
          <p:nvPr/>
        </p:nvSpPr>
        <p:spPr>
          <a:xfrm>
            <a:off x="646920" y="4957200"/>
            <a:ext cx="8639640" cy="1079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633" name="타원 36"/>
          <p:cNvSpPr/>
          <p:nvPr/>
        </p:nvSpPr>
        <p:spPr>
          <a:xfrm>
            <a:off x="733320" y="5047200"/>
            <a:ext cx="899640" cy="8996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634" name="직선 연결선 40"/>
          <p:cNvCxnSpPr/>
          <p:nvPr/>
        </p:nvCxnSpPr>
        <p:spPr>
          <a:xfrm>
            <a:off x="3866760" y="5118120"/>
            <a:ext cx="360" cy="757800"/>
          </a:xfrm>
          <a:prstGeom prst="straightConnector1">
            <a:avLst/>
          </a:prstGeom>
          <a:ln>
            <a:solidFill>
              <a:srgbClr val="ffffff"/>
            </a:solidFill>
          </a:ln>
        </p:spPr>
      </p:cxnSp>
      <p:sp>
        <p:nvSpPr>
          <p:cNvPr id="635" name="직사각형 41"/>
          <p:cNvSpPr/>
          <p:nvPr/>
        </p:nvSpPr>
        <p:spPr>
          <a:xfrm>
            <a:off x="646920" y="1596960"/>
            <a:ext cx="359100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36" name="모서리가 둥근 직사각형 42"/>
          <p:cNvSpPr/>
          <p:nvPr/>
        </p:nvSpPr>
        <p:spPr>
          <a:xfrm>
            <a:off x="646920" y="1949760"/>
            <a:ext cx="8639640" cy="1079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637" name="타원 43"/>
          <p:cNvSpPr/>
          <p:nvPr/>
        </p:nvSpPr>
        <p:spPr>
          <a:xfrm>
            <a:off x="733320" y="2039760"/>
            <a:ext cx="899640" cy="8996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638" name="직선 연결선 45"/>
          <p:cNvCxnSpPr/>
          <p:nvPr/>
        </p:nvCxnSpPr>
        <p:spPr>
          <a:xfrm>
            <a:off x="3866760" y="2111040"/>
            <a:ext cx="360" cy="757440"/>
          </a:xfrm>
          <a:prstGeom prst="straightConnector1">
            <a:avLst/>
          </a:prstGeom>
          <a:ln>
            <a:solidFill>
              <a:srgbClr val="ffffff"/>
            </a:solidFill>
          </a:ln>
        </p:spPr>
      </p:cxnSp>
      <p:sp>
        <p:nvSpPr>
          <p:cNvPr id="639" name="직사각형 53"/>
          <p:cNvSpPr/>
          <p:nvPr/>
        </p:nvSpPr>
        <p:spPr>
          <a:xfrm>
            <a:off x="3965760" y="2111400"/>
            <a:ext cx="42253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40" name="직사각형 54"/>
          <p:cNvSpPr/>
          <p:nvPr/>
        </p:nvSpPr>
        <p:spPr>
          <a:xfrm>
            <a:off x="2512080" y="2323440"/>
            <a:ext cx="10062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41" name="직사각형 55"/>
          <p:cNvSpPr/>
          <p:nvPr/>
        </p:nvSpPr>
        <p:spPr>
          <a:xfrm>
            <a:off x="3965760" y="3610080"/>
            <a:ext cx="42253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42" name="직사각형 56"/>
          <p:cNvSpPr/>
          <p:nvPr/>
        </p:nvSpPr>
        <p:spPr>
          <a:xfrm>
            <a:off x="2512080" y="3822120"/>
            <a:ext cx="10062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43" name="직사각형 57"/>
          <p:cNvSpPr/>
          <p:nvPr/>
        </p:nvSpPr>
        <p:spPr>
          <a:xfrm>
            <a:off x="3965760" y="5126400"/>
            <a:ext cx="42253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44" name="직사각형 58"/>
          <p:cNvSpPr/>
          <p:nvPr/>
        </p:nvSpPr>
        <p:spPr>
          <a:xfrm>
            <a:off x="2512080" y="5330520"/>
            <a:ext cx="10062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45" name="직사각형 59"/>
          <p:cNvSpPr/>
          <p:nvPr/>
        </p:nvSpPr>
        <p:spPr>
          <a:xfrm>
            <a:off x="646920" y="3072240"/>
            <a:ext cx="359100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46" name="직사각형 60"/>
          <p:cNvSpPr/>
          <p:nvPr/>
        </p:nvSpPr>
        <p:spPr>
          <a:xfrm>
            <a:off x="646920" y="4580280"/>
            <a:ext cx="359100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64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650" name="PlaceHolder 4"/>
          <p:cNvSpPr>
            <a:spLocks noGrp="1"/>
          </p:cNvSpPr>
          <p:nvPr>
            <p:ph type="sldNum" idx="58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1B6DDC3-1DE6-44D4-A19A-2F0DD918B7DA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651" name="PlaceHolder 5"/>
          <p:cNvSpPr>
            <a:spLocks noGrp="1"/>
          </p:cNvSpPr>
          <p:nvPr>
            <p:ph type="ftr" idx="59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652" name="Content Placeholder 3"/>
          <p:cNvSpPr/>
          <p:nvPr/>
        </p:nvSpPr>
        <p:spPr>
          <a:xfrm>
            <a:off x="2033280" y="3560400"/>
            <a:ext cx="97164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2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53" name="TextBox 8"/>
          <p:cNvSpPr/>
          <p:nvPr/>
        </p:nvSpPr>
        <p:spPr>
          <a:xfrm>
            <a:off x="2033280" y="3885840"/>
            <a:ext cx="9716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80%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54" name="Content Placeholder 3"/>
          <p:cNvSpPr/>
          <p:nvPr/>
        </p:nvSpPr>
        <p:spPr>
          <a:xfrm>
            <a:off x="2033280" y="2049480"/>
            <a:ext cx="97164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2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55" name="TextBox 11"/>
          <p:cNvSpPr/>
          <p:nvPr/>
        </p:nvSpPr>
        <p:spPr>
          <a:xfrm>
            <a:off x="2033280" y="2374920"/>
            <a:ext cx="9716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60%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56" name="Content Placeholder 3"/>
          <p:cNvSpPr/>
          <p:nvPr/>
        </p:nvSpPr>
        <p:spPr>
          <a:xfrm>
            <a:off x="2033280" y="5058000"/>
            <a:ext cx="97164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2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57" name="TextBox 14"/>
          <p:cNvSpPr/>
          <p:nvPr/>
        </p:nvSpPr>
        <p:spPr>
          <a:xfrm>
            <a:off x="2033280" y="5383800"/>
            <a:ext cx="9716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50%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58" name="TextBox 15"/>
          <p:cNvSpPr/>
          <p:nvPr/>
        </p:nvSpPr>
        <p:spPr>
          <a:xfrm>
            <a:off x="3238920" y="2048760"/>
            <a:ext cx="451404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You can simply impress your audience and add a unique zing and appeal to your Reports and Presentations with our Templates.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59" name="TextBox 16"/>
          <p:cNvSpPr/>
          <p:nvPr/>
        </p:nvSpPr>
        <p:spPr>
          <a:xfrm>
            <a:off x="3238920" y="3559680"/>
            <a:ext cx="451404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You can simply impress your audience and add a unique zing and appeal to your Reports and Presentations with our Templates.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60" name="TextBox 17"/>
          <p:cNvSpPr/>
          <p:nvPr/>
        </p:nvSpPr>
        <p:spPr>
          <a:xfrm>
            <a:off x="3238920" y="5057280"/>
            <a:ext cx="451404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You can simply impress your audience and add a unique zing and appeal to your Reports and Presentations with our Templates.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61" name="Rounded Rectangle 2"/>
          <p:cNvSpPr/>
          <p:nvPr/>
        </p:nvSpPr>
        <p:spPr>
          <a:xfrm>
            <a:off x="741600" y="1805400"/>
            <a:ext cx="8431920" cy="1238040"/>
          </a:xfrm>
          <a:prstGeom prst="roundRect">
            <a:avLst>
              <a:gd name="adj" fmla="val 50000"/>
            </a:avLst>
          </a:prstGeom>
          <a:noFill/>
          <a:ln w="50800">
            <a:solidFill>
              <a:srgbClr val="b7d0d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662" name="Oval 3"/>
          <p:cNvSpPr/>
          <p:nvPr/>
        </p:nvSpPr>
        <p:spPr>
          <a:xfrm>
            <a:off x="869400" y="1887840"/>
            <a:ext cx="1073160" cy="1073160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663" name="Rounded Rectangle 5"/>
          <p:cNvSpPr/>
          <p:nvPr/>
        </p:nvSpPr>
        <p:spPr>
          <a:xfrm>
            <a:off x="752400" y="3316320"/>
            <a:ext cx="8421840" cy="1238040"/>
          </a:xfrm>
          <a:prstGeom prst="roundRect">
            <a:avLst>
              <a:gd name="adj" fmla="val 50000"/>
            </a:avLst>
          </a:prstGeom>
          <a:noFill/>
          <a:ln w="50800">
            <a:solidFill>
              <a:srgbClr val="0024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664" name="Oval 6"/>
          <p:cNvSpPr/>
          <p:nvPr/>
        </p:nvSpPr>
        <p:spPr>
          <a:xfrm>
            <a:off x="869400" y="3398760"/>
            <a:ext cx="1073160" cy="1073160"/>
          </a:xfrm>
          <a:prstGeom prst="ellipse">
            <a:avLst/>
          </a:prstGeom>
          <a:solidFill>
            <a:schemeClr val="tx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665" name="Rounded Rectangle 7"/>
          <p:cNvSpPr/>
          <p:nvPr/>
        </p:nvSpPr>
        <p:spPr>
          <a:xfrm>
            <a:off x="752400" y="4813920"/>
            <a:ext cx="8421840" cy="1238040"/>
          </a:xfrm>
          <a:prstGeom prst="roundRect">
            <a:avLst>
              <a:gd name="adj" fmla="val 50000"/>
            </a:avLst>
          </a:prstGeom>
          <a:noFill/>
          <a:ln w="50800">
            <a:solidFill>
              <a:srgbClr val="b7d0d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666" name="Oval 8"/>
          <p:cNvSpPr/>
          <p:nvPr/>
        </p:nvSpPr>
        <p:spPr>
          <a:xfrm>
            <a:off x="869400" y="4896360"/>
            <a:ext cx="1073160" cy="1073160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667" name="TextBox 27"/>
          <p:cNvSpPr/>
          <p:nvPr/>
        </p:nvSpPr>
        <p:spPr>
          <a:xfrm>
            <a:off x="8257680" y="2197080"/>
            <a:ext cx="649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20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60</a:t>
            </a:r>
            <a:r>
              <a:rPr b="0" lang="en-US" sz="14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%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68" name="TextBox 28"/>
          <p:cNvSpPr/>
          <p:nvPr/>
        </p:nvSpPr>
        <p:spPr>
          <a:xfrm>
            <a:off x="8257680" y="3707640"/>
            <a:ext cx="649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20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80</a:t>
            </a:r>
            <a:r>
              <a:rPr b="0" lang="en-US" sz="14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%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69" name="TextBox 29"/>
          <p:cNvSpPr/>
          <p:nvPr/>
        </p:nvSpPr>
        <p:spPr>
          <a:xfrm>
            <a:off x="8257680" y="5205600"/>
            <a:ext cx="649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20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50</a:t>
            </a:r>
            <a:r>
              <a:rPr b="0" lang="en-US" sz="14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%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670" name="그룹 30"/>
          <p:cNvGrpSpPr/>
          <p:nvPr/>
        </p:nvGrpSpPr>
        <p:grpSpPr>
          <a:xfrm>
            <a:off x="1032480" y="2173680"/>
            <a:ext cx="746640" cy="501840"/>
            <a:chOff x="1032480" y="2173680"/>
            <a:chExt cx="746640" cy="501840"/>
          </a:xfrm>
        </p:grpSpPr>
        <p:sp>
          <p:nvSpPr>
            <p:cNvPr id="671" name="Rectangle 332"/>
            <p:cNvSpPr/>
            <p:nvPr/>
          </p:nvSpPr>
          <p:spPr>
            <a:xfrm>
              <a:off x="1032480" y="2173680"/>
              <a:ext cx="746640" cy="5018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2" name="Oval 333"/>
            <p:cNvSpPr/>
            <p:nvPr/>
          </p:nvSpPr>
          <p:spPr>
            <a:xfrm>
              <a:off x="1253160" y="2271600"/>
              <a:ext cx="305640" cy="303480"/>
            </a:xfrm>
            <a:prstGeom prst="ellipse">
              <a:avLst/>
            </a:prstGeom>
            <a:solidFill>
              <a:srgbClr val="ed1c2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673" name="그룹 33"/>
          <p:cNvGrpSpPr/>
          <p:nvPr/>
        </p:nvGrpSpPr>
        <p:grpSpPr>
          <a:xfrm>
            <a:off x="1067760" y="3708720"/>
            <a:ext cx="676440" cy="453240"/>
            <a:chOff x="1067760" y="3708720"/>
            <a:chExt cx="676440" cy="453240"/>
          </a:xfrm>
        </p:grpSpPr>
        <p:sp>
          <p:nvSpPr>
            <p:cNvPr id="674" name="Rectangle 317"/>
            <p:cNvSpPr/>
            <p:nvPr/>
          </p:nvSpPr>
          <p:spPr>
            <a:xfrm>
              <a:off x="1067760" y="3708720"/>
              <a:ext cx="676440" cy="453240"/>
            </a:xfrm>
            <a:prstGeom prst="rect">
              <a:avLst/>
            </a:prstGeom>
            <a:solidFill>
              <a:srgbClr val="ed1c2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5" name="Rectangle 318"/>
            <p:cNvSpPr/>
            <p:nvPr/>
          </p:nvSpPr>
          <p:spPr>
            <a:xfrm>
              <a:off x="1067760" y="3708720"/>
              <a:ext cx="676440" cy="453240"/>
            </a:xfrm>
            <a:prstGeom prst="rect">
              <a:avLst/>
            </a:prstGeom>
            <a:solidFill>
              <a:srgbClr val="ed1c2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6" name="Freeform 319"/>
            <p:cNvSpPr/>
            <p:nvPr/>
          </p:nvSpPr>
          <p:spPr>
            <a:xfrm>
              <a:off x="1109520" y="3746160"/>
              <a:ext cx="134640" cy="127800"/>
            </a:xfrm>
            <a:custGeom>
              <a:avLst/>
              <a:gdLst>
                <a:gd name="textAreaLeft" fmla="*/ 0 w 134640"/>
                <a:gd name="textAreaRight" fmla="*/ 135000 w 134640"/>
                <a:gd name="textAreaTop" fmla="*/ 0 h 127800"/>
                <a:gd name="textAreaBottom" fmla="*/ 128160 h 127800"/>
              </a:gdLst>
              <a:ahLst/>
              <a:rect l="textAreaLeft" t="textAreaTop" r="textAreaRight" b="textAreaBottom"/>
              <a:pathLst>
                <a:path w="213" h="201">
                  <a:moveTo>
                    <a:pt x="106" y="154"/>
                  </a:moveTo>
                  <a:lnTo>
                    <a:pt x="173" y="201"/>
                  </a:lnTo>
                  <a:lnTo>
                    <a:pt x="148" y="125"/>
                  </a:lnTo>
                  <a:lnTo>
                    <a:pt x="213" y="76"/>
                  </a:lnTo>
                  <a:lnTo>
                    <a:pt x="131" y="76"/>
                  </a:lnTo>
                  <a:lnTo>
                    <a:pt x="106" y="0"/>
                  </a:lnTo>
                  <a:lnTo>
                    <a:pt x="81" y="76"/>
                  </a:lnTo>
                  <a:lnTo>
                    <a:pt x="0" y="76"/>
                  </a:lnTo>
                  <a:lnTo>
                    <a:pt x="66" y="125"/>
                  </a:lnTo>
                  <a:lnTo>
                    <a:pt x="41" y="201"/>
                  </a:lnTo>
                  <a:lnTo>
                    <a:pt x="106" y="154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7" name="Freeform 320"/>
            <p:cNvSpPr/>
            <p:nvPr/>
          </p:nvSpPr>
          <p:spPr>
            <a:xfrm>
              <a:off x="1269000" y="3722040"/>
              <a:ext cx="50400" cy="504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50400"/>
                <a:gd name="textAreaBottom" fmla="*/ 50760 h 50400"/>
              </a:gdLst>
              <a:ahLst/>
              <a:rect l="textAreaLeft" t="textAreaTop" r="textAreaRight" b="textAreaBottom"/>
              <a:pathLst>
                <a:path w="79" h="82">
                  <a:moveTo>
                    <a:pt x="49" y="50"/>
                  </a:moveTo>
                  <a:lnTo>
                    <a:pt x="79" y="43"/>
                  </a:lnTo>
                  <a:lnTo>
                    <a:pt x="50" y="32"/>
                  </a:lnTo>
                  <a:lnTo>
                    <a:pt x="53" y="0"/>
                  </a:lnTo>
                  <a:lnTo>
                    <a:pt x="33" y="24"/>
                  </a:lnTo>
                  <a:lnTo>
                    <a:pt x="4" y="13"/>
                  </a:lnTo>
                  <a:lnTo>
                    <a:pt x="20" y="39"/>
                  </a:lnTo>
                  <a:lnTo>
                    <a:pt x="0" y="63"/>
                  </a:lnTo>
                  <a:lnTo>
                    <a:pt x="30" y="55"/>
                  </a:lnTo>
                  <a:lnTo>
                    <a:pt x="48" y="82"/>
                  </a:lnTo>
                  <a:lnTo>
                    <a:pt x="49" y="50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200" bIns="252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8" name="Freeform 321"/>
            <p:cNvSpPr/>
            <p:nvPr/>
          </p:nvSpPr>
          <p:spPr>
            <a:xfrm>
              <a:off x="1269000" y="3885840"/>
              <a:ext cx="50400" cy="504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50400"/>
                <a:gd name="textAreaBottom" fmla="*/ 50760 h 50400"/>
              </a:gdLst>
              <a:ahLst/>
              <a:rect l="textAreaLeft" t="textAreaTop" r="textAreaRight" b="textAreaBottom"/>
              <a:pathLst>
                <a:path w="79" h="81">
                  <a:moveTo>
                    <a:pt x="49" y="50"/>
                  </a:moveTo>
                  <a:lnTo>
                    <a:pt x="79" y="42"/>
                  </a:lnTo>
                  <a:lnTo>
                    <a:pt x="50" y="31"/>
                  </a:lnTo>
                  <a:lnTo>
                    <a:pt x="53" y="0"/>
                  </a:lnTo>
                  <a:lnTo>
                    <a:pt x="33" y="24"/>
                  </a:lnTo>
                  <a:lnTo>
                    <a:pt x="4" y="12"/>
                  </a:lnTo>
                  <a:lnTo>
                    <a:pt x="20" y="39"/>
                  </a:lnTo>
                  <a:lnTo>
                    <a:pt x="0" y="62"/>
                  </a:lnTo>
                  <a:lnTo>
                    <a:pt x="30" y="55"/>
                  </a:lnTo>
                  <a:lnTo>
                    <a:pt x="48" y="81"/>
                  </a:lnTo>
                  <a:lnTo>
                    <a:pt x="49" y="50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200" bIns="252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9" name="Freeform 322"/>
            <p:cNvSpPr/>
            <p:nvPr/>
          </p:nvSpPr>
          <p:spPr>
            <a:xfrm>
              <a:off x="1313280" y="3770640"/>
              <a:ext cx="50400" cy="504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50400"/>
                <a:gd name="textAreaBottom" fmla="*/ 50760 h 50400"/>
              </a:gdLst>
              <a:ahLst/>
              <a:rect l="textAreaLeft" t="textAreaTop" r="textAreaRight" b="textAreaBottom"/>
              <a:pathLst>
                <a:path w="80" h="80">
                  <a:moveTo>
                    <a:pt x="50" y="52"/>
                  </a:moveTo>
                  <a:lnTo>
                    <a:pt x="80" y="59"/>
                  </a:lnTo>
                  <a:lnTo>
                    <a:pt x="59" y="36"/>
                  </a:lnTo>
                  <a:lnTo>
                    <a:pt x="73" y="9"/>
                  </a:lnTo>
                  <a:lnTo>
                    <a:pt x="45" y="22"/>
                  </a:lnTo>
                  <a:lnTo>
                    <a:pt x="24" y="0"/>
                  </a:lnTo>
                  <a:lnTo>
                    <a:pt x="28" y="31"/>
                  </a:lnTo>
                  <a:lnTo>
                    <a:pt x="0" y="45"/>
                  </a:lnTo>
                  <a:lnTo>
                    <a:pt x="32" y="50"/>
                  </a:lnTo>
                  <a:lnTo>
                    <a:pt x="35" y="80"/>
                  </a:lnTo>
                  <a:lnTo>
                    <a:pt x="50" y="52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200" bIns="252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0" name="Freeform 323"/>
            <p:cNvSpPr/>
            <p:nvPr/>
          </p:nvSpPr>
          <p:spPr>
            <a:xfrm>
              <a:off x="1313280" y="3839400"/>
              <a:ext cx="50400" cy="4824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48240"/>
                <a:gd name="textAreaBottom" fmla="*/ 48600 h 48240"/>
              </a:gdLst>
              <a:ahLst/>
              <a:rect l="textAreaLeft" t="textAreaTop" r="textAreaRight" b="textAreaBottom"/>
              <a:pathLst>
                <a:path w="81" h="77">
                  <a:moveTo>
                    <a:pt x="41" y="59"/>
                  </a:moveTo>
                  <a:lnTo>
                    <a:pt x="68" y="76"/>
                  </a:lnTo>
                  <a:lnTo>
                    <a:pt x="56" y="47"/>
                  </a:lnTo>
                  <a:lnTo>
                    <a:pt x="81" y="27"/>
                  </a:lnTo>
                  <a:lnTo>
                    <a:pt x="50" y="29"/>
                  </a:lnTo>
                  <a:lnTo>
                    <a:pt x="40" y="0"/>
                  </a:lnTo>
                  <a:lnTo>
                    <a:pt x="31" y="30"/>
                  </a:lnTo>
                  <a:lnTo>
                    <a:pt x="0" y="30"/>
                  </a:lnTo>
                  <a:lnTo>
                    <a:pt x="25" y="47"/>
                  </a:lnTo>
                  <a:lnTo>
                    <a:pt x="18" y="77"/>
                  </a:lnTo>
                  <a:lnTo>
                    <a:pt x="41" y="59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4120" bIns="24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681" name="그룹 41"/>
          <p:cNvGrpSpPr/>
          <p:nvPr/>
        </p:nvGrpSpPr>
        <p:grpSpPr>
          <a:xfrm>
            <a:off x="1050120" y="5202000"/>
            <a:ext cx="711720" cy="461160"/>
            <a:chOff x="1050120" y="5202000"/>
            <a:chExt cx="711720" cy="461160"/>
          </a:xfrm>
        </p:grpSpPr>
        <p:sp>
          <p:nvSpPr>
            <p:cNvPr id="682" name="Rectangle 296"/>
            <p:cNvSpPr/>
            <p:nvPr/>
          </p:nvSpPr>
          <p:spPr>
            <a:xfrm>
              <a:off x="1050120" y="5202000"/>
              <a:ext cx="711720" cy="4611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3" name="Freeform 297"/>
            <p:cNvSpPr/>
            <p:nvPr/>
          </p:nvSpPr>
          <p:spPr>
            <a:xfrm>
              <a:off x="1271880" y="5301360"/>
              <a:ext cx="268200" cy="261000"/>
            </a:xfrm>
            <a:custGeom>
              <a:avLst/>
              <a:gdLst>
                <a:gd name="textAreaLeft" fmla="*/ 0 w 268200"/>
                <a:gd name="textAreaRight" fmla="*/ 268560 w 268200"/>
                <a:gd name="textAreaTop" fmla="*/ 0 h 261000"/>
                <a:gd name="textAreaBottom" fmla="*/ 261360 h 261000"/>
              </a:gdLst>
              <a:ahLst/>
              <a:rect l="textAreaLeft" t="textAreaTop" r="textAreaRight" b="textAreaBottom"/>
              <a:pathLst>
                <a:path w="402" h="402">
                  <a:moveTo>
                    <a:pt x="295" y="52"/>
                  </a:moveTo>
                  <a:cubicBezTo>
                    <a:pt x="378" y="104"/>
                    <a:pt x="402" y="213"/>
                    <a:pt x="350" y="295"/>
                  </a:cubicBezTo>
                  <a:cubicBezTo>
                    <a:pt x="298" y="377"/>
                    <a:pt x="190" y="402"/>
                    <a:pt x="107" y="350"/>
                  </a:cubicBezTo>
                  <a:cubicBezTo>
                    <a:pt x="25" y="298"/>
                    <a:pt x="0" y="190"/>
                    <a:pt x="52" y="107"/>
                  </a:cubicBezTo>
                  <a:cubicBezTo>
                    <a:pt x="104" y="25"/>
                    <a:pt x="213" y="0"/>
                    <a:pt x="295" y="52"/>
                  </a:cubicBezTo>
                  <a:close/>
                </a:path>
              </a:pathLst>
            </a:custGeom>
            <a:solidFill>
              <a:srgbClr val="ed1c2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4" name="Freeform 298"/>
            <p:cNvSpPr/>
            <p:nvPr/>
          </p:nvSpPr>
          <p:spPr>
            <a:xfrm>
              <a:off x="1271880" y="5371200"/>
              <a:ext cx="251640" cy="191160"/>
            </a:xfrm>
            <a:custGeom>
              <a:avLst/>
              <a:gdLst>
                <a:gd name="textAreaLeft" fmla="*/ 0 w 251640"/>
                <a:gd name="textAreaRight" fmla="*/ 252000 w 251640"/>
                <a:gd name="textAreaTop" fmla="*/ 0 h 191160"/>
                <a:gd name="textAreaBottom" fmla="*/ 191520 h 191160"/>
              </a:gdLst>
              <a:ahLst/>
              <a:rect l="textAreaLeft" t="textAreaTop" r="textAreaRight" b="textAreaBottom"/>
              <a:pathLst>
                <a:path w="376" h="295">
                  <a:moveTo>
                    <a:pt x="350" y="188"/>
                  </a:moveTo>
                  <a:cubicBezTo>
                    <a:pt x="298" y="270"/>
                    <a:pt x="190" y="295"/>
                    <a:pt x="107" y="243"/>
                  </a:cubicBezTo>
                  <a:cubicBezTo>
                    <a:pt x="25" y="191"/>
                    <a:pt x="0" y="83"/>
                    <a:pt x="52" y="0"/>
                  </a:cubicBezTo>
                  <a:cubicBezTo>
                    <a:pt x="26" y="42"/>
                    <a:pt x="38" y="95"/>
                    <a:pt x="79" y="122"/>
                  </a:cubicBezTo>
                  <a:cubicBezTo>
                    <a:pt x="121" y="148"/>
                    <a:pt x="174" y="135"/>
                    <a:pt x="201" y="94"/>
                  </a:cubicBezTo>
                  <a:cubicBezTo>
                    <a:pt x="227" y="53"/>
                    <a:pt x="281" y="40"/>
                    <a:pt x="322" y="67"/>
                  </a:cubicBezTo>
                  <a:cubicBezTo>
                    <a:pt x="363" y="92"/>
                    <a:pt x="376" y="147"/>
                    <a:pt x="350" y="188"/>
                  </a:cubicBezTo>
                  <a:close/>
                </a:path>
              </a:pathLst>
            </a:custGeom>
            <a:solidFill>
              <a:srgbClr val="0072b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5" name="Freeform 299"/>
            <p:cNvSpPr/>
            <p:nvPr/>
          </p:nvSpPr>
          <p:spPr>
            <a:xfrm>
              <a:off x="1545120" y="5260680"/>
              <a:ext cx="81360" cy="10764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3"/>
                  </a:moveTo>
                  <a:lnTo>
                    <a:pt x="20" y="0"/>
                  </a:lnTo>
                  <a:lnTo>
                    <a:pt x="123" y="154"/>
                  </a:lnTo>
                  <a:lnTo>
                    <a:pt x="103" y="16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6" name="Freeform 300"/>
            <p:cNvSpPr/>
            <p:nvPr/>
          </p:nvSpPr>
          <p:spPr>
            <a:xfrm>
              <a:off x="1517040" y="5278680"/>
              <a:ext cx="43920" cy="5148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51480"/>
                <a:gd name="textAreaBottom" fmla="*/ 51840 h 51480"/>
              </a:gdLst>
              <a:ahLst/>
              <a:rect l="textAreaLeft" t="textAreaTop" r="textAreaRight" b="textAreaBottom"/>
              <a:pathLst>
                <a:path w="64" h="80">
                  <a:moveTo>
                    <a:pt x="0" y="14"/>
                  </a:moveTo>
                  <a:lnTo>
                    <a:pt x="20" y="0"/>
                  </a:lnTo>
                  <a:lnTo>
                    <a:pt x="64" y="67"/>
                  </a:lnTo>
                  <a:lnTo>
                    <a:pt x="44" y="8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7" name="Freeform 301"/>
            <p:cNvSpPr/>
            <p:nvPr/>
          </p:nvSpPr>
          <p:spPr>
            <a:xfrm>
              <a:off x="1556640" y="5332680"/>
              <a:ext cx="43920" cy="5148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51480"/>
                <a:gd name="textAreaBottom" fmla="*/ 51840 h 51480"/>
              </a:gdLst>
              <a:ahLst/>
              <a:rect l="textAreaLeft" t="textAreaTop" r="textAreaRight" b="textAreaBottom"/>
              <a:pathLst>
                <a:path w="64" h="80">
                  <a:moveTo>
                    <a:pt x="0" y="14"/>
                  </a:moveTo>
                  <a:lnTo>
                    <a:pt x="20" y="0"/>
                  </a:lnTo>
                  <a:lnTo>
                    <a:pt x="64" y="67"/>
                  </a:lnTo>
                  <a:lnTo>
                    <a:pt x="45" y="8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8" name="Freeform 302"/>
            <p:cNvSpPr/>
            <p:nvPr/>
          </p:nvSpPr>
          <p:spPr>
            <a:xfrm>
              <a:off x="1570680" y="5242680"/>
              <a:ext cx="43920" cy="5148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51480"/>
                <a:gd name="textAreaBottom" fmla="*/ 51840 h 51480"/>
              </a:gdLst>
              <a:ahLst/>
              <a:rect l="textAreaLeft" t="textAreaTop" r="textAreaRight" b="textAreaBottom"/>
              <a:pathLst>
                <a:path w="64" h="80">
                  <a:moveTo>
                    <a:pt x="0" y="14"/>
                  </a:moveTo>
                  <a:lnTo>
                    <a:pt x="19" y="0"/>
                  </a:lnTo>
                  <a:lnTo>
                    <a:pt x="64" y="67"/>
                  </a:lnTo>
                  <a:lnTo>
                    <a:pt x="44" y="8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9" name="Freeform 303"/>
            <p:cNvSpPr/>
            <p:nvPr/>
          </p:nvSpPr>
          <p:spPr>
            <a:xfrm>
              <a:off x="1610280" y="5298840"/>
              <a:ext cx="43920" cy="5148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51480"/>
                <a:gd name="textAreaBottom" fmla="*/ 51840 h 51480"/>
              </a:gdLst>
              <a:ahLst/>
              <a:rect l="textAreaLeft" t="textAreaTop" r="textAreaRight" b="textAreaBottom"/>
              <a:pathLst>
                <a:path w="65" h="79">
                  <a:moveTo>
                    <a:pt x="0" y="13"/>
                  </a:moveTo>
                  <a:lnTo>
                    <a:pt x="20" y="0"/>
                  </a:lnTo>
                  <a:lnTo>
                    <a:pt x="65" y="66"/>
                  </a:lnTo>
                  <a:lnTo>
                    <a:pt x="45" y="79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0" name="Freeform 304"/>
            <p:cNvSpPr/>
            <p:nvPr/>
          </p:nvSpPr>
          <p:spPr>
            <a:xfrm>
              <a:off x="1204200" y="5479200"/>
              <a:ext cx="81360" cy="10764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3"/>
                  </a:moveTo>
                  <a:lnTo>
                    <a:pt x="20" y="0"/>
                  </a:lnTo>
                  <a:lnTo>
                    <a:pt x="123" y="154"/>
                  </a:lnTo>
                  <a:lnTo>
                    <a:pt x="103" y="16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1" name="Freeform 305"/>
            <p:cNvSpPr/>
            <p:nvPr/>
          </p:nvSpPr>
          <p:spPr>
            <a:xfrm>
              <a:off x="1176120" y="5497200"/>
              <a:ext cx="43920" cy="5148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51480"/>
                <a:gd name="textAreaBottom" fmla="*/ 51840 h 51480"/>
              </a:gdLst>
              <a:ahLst/>
              <a:rect l="textAreaLeft" t="textAreaTop" r="textAreaRight" b="textAreaBottom"/>
              <a:pathLst>
                <a:path w="65" h="80">
                  <a:moveTo>
                    <a:pt x="0" y="13"/>
                  </a:moveTo>
                  <a:lnTo>
                    <a:pt x="20" y="0"/>
                  </a:lnTo>
                  <a:lnTo>
                    <a:pt x="65" y="67"/>
                  </a:lnTo>
                  <a:lnTo>
                    <a:pt x="45" y="8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2" name="Freeform 306"/>
            <p:cNvSpPr/>
            <p:nvPr/>
          </p:nvSpPr>
          <p:spPr>
            <a:xfrm>
              <a:off x="1215720" y="5553360"/>
              <a:ext cx="41760" cy="4932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49320"/>
                <a:gd name="textAreaBottom" fmla="*/ 49680 h 49320"/>
              </a:gdLst>
              <a:ahLst/>
              <a:rect l="textAreaLeft" t="textAreaTop" r="textAreaRight" b="textAreaBottom"/>
              <a:pathLst>
                <a:path w="65" h="79">
                  <a:moveTo>
                    <a:pt x="0" y="13"/>
                  </a:moveTo>
                  <a:lnTo>
                    <a:pt x="20" y="0"/>
                  </a:lnTo>
                  <a:lnTo>
                    <a:pt x="65" y="66"/>
                  </a:lnTo>
                  <a:lnTo>
                    <a:pt x="45" y="79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4840" bIns="2484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3" name="Freeform 307"/>
            <p:cNvSpPr/>
            <p:nvPr/>
          </p:nvSpPr>
          <p:spPr>
            <a:xfrm>
              <a:off x="1148040" y="5513040"/>
              <a:ext cx="83520" cy="10764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4"/>
                  </a:moveTo>
                  <a:lnTo>
                    <a:pt x="20" y="0"/>
                  </a:lnTo>
                  <a:lnTo>
                    <a:pt x="123" y="154"/>
                  </a:lnTo>
                  <a:lnTo>
                    <a:pt x="103" y="167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4" name="Freeform 308"/>
            <p:cNvSpPr/>
            <p:nvPr/>
          </p:nvSpPr>
          <p:spPr>
            <a:xfrm>
              <a:off x="1204200" y="5278680"/>
              <a:ext cx="81360" cy="10548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105480"/>
                <a:gd name="textAreaBottom" fmla="*/ 105840 h 105480"/>
              </a:gdLst>
              <a:ahLst/>
              <a:rect l="textAreaLeft" t="textAreaTop" r="textAreaRight" b="textAreaBottom"/>
              <a:pathLst>
                <a:path w="123" h="166">
                  <a:moveTo>
                    <a:pt x="0" y="153"/>
                  </a:moveTo>
                  <a:lnTo>
                    <a:pt x="103" y="0"/>
                  </a:lnTo>
                  <a:lnTo>
                    <a:pt x="123" y="13"/>
                  </a:lnTo>
                  <a:lnTo>
                    <a:pt x="19" y="166"/>
                  </a:lnTo>
                  <a:lnTo>
                    <a:pt x="0" y="15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5" name="Freeform 309"/>
            <p:cNvSpPr/>
            <p:nvPr/>
          </p:nvSpPr>
          <p:spPr>
            <a:xfrm>
              <a:off x="1176120" y="5258520"/>
              <a:ext cx="81360" cy="10764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54"/>
                  </a:moveTo>
                  <a:lnTo>
                    <a:pt x="104" y="0"/>
                  </a:lnTo>
                  <a:lnTo>
                    <a:pt x="123" y="13"/>
                  </a:lnTo>
                  <a:lnTo>
                    <a:pt x="20" y="167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6" name="Freeform 310"/>
            <p:cNvSpPr/>
            <p:nvPr/>
          </p:nvSpPr>
          <p:spPr>
            <a:xfrm>
              <a:off x="1150560" y="5242680"/>
              <a:ext cx="81360" cy="10764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54"/>
                  </a:moveTo>
                  <a:lnTo>
                    <a:pt x="103" y="0"/>
                  </a:lnTo>
                  <a:lnTo>
                    <a:pt x="123" y="13"/>
                  </a:lnTo>
                  <a:lnTo>
                    <a:pt x="20" y="167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7" name="Freeform 311"/>
            <p:cNvSpPr/>
            <p:nvPr/>
          </p:nvSpPr>
          <p:spPr>
            <a:xfrm>
              <a:off x="1556640" y="5479200"/>
              <a:ext cx="43920" cy="5148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51480"/>
                <a:gd name="textAreaBottom" fmla="*/ 51840 h 51480"/>
              </a:gdLst>
              <a:ahLst/>
              <a:rect l="textAreaLeft" t="textAreaTop" r="textAreaRight" b="textAreaBottom"/>
              <a:pathLst>
                <a:path w="64" h="79">
                  <a:moveTo>
                    <a:pt x="0" y="66"/>
                  </a:moveTo>
                  <a:lnTo>
                    <a:pt x="44" y="0"/>
                  </a:lnTo>
                  <a:lnTo>
                    <a:pt x="64" y="13"/>
                  </a:lnTo>
                  <a:lnTo>
                    <a:pt x="19" y="79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8" name="Freeform 312"/>
            <p:cNvSpPr/>
            <p:nvPr/>
          </p:nvSpPr>
          <p:spPr>
            <a:xfrm>
              <a:off x="1517040" y="5535360"/>
              <a:ext cx="43920" cy="5148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51480"/>
                <a:gd name="textAreaBottom" fmla="*/ 51840 h 51480"/>
              </a:gdLst>
              <a:ahLst/>
              <a:rect l="textAreaLeft" t="textAreaTop" r="textAreaRight" b="textAreaBottom"/>
              <a:pathLst>
                <a:path w="64" h="80">
                  <a:moveTo>
                    <a:pt x="0" y="66"/>
                  </a:moveTo>
                  <a:lnTo>
                    <a:pt x="44" y="0"/>
                  </a:lnTo>
                  <a:lnTo>
                    <a:pt x="64" y="13"/>
                  </a:lnTo>
                  <a:lnTo>
                    <a:pt x="19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9" name="Freeform 313"/>
            <p:cNvSpPr/>
            <p:nvPr/>
          </p:nvSpPr>
          <p:spPr>
            <a:xfrm>
              <a:off x="1582200" y="5495040"/>
              <a:ext cx="43920" cy="5148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51480"/>
                <a:gd name="textAreaBottom" fmla="*/ 51840 h 51480"/>
              </a:gdLst>
              <a:ahLst/>
              <a:rect l="textAreaLeft" t="textAreaTop" r="textAreaRight" b="textAreaBottom"/>
              <a:pathLst>
                <a:path w="65" h="80">
                  <a:moveTo>
                    <a:pt x="0" y="66"/>
                  </a:moveTo>
                  <a:lnTo>
                    <a:pt x="45" y="0"/>
                  </a:lnTo>
                  <a:lnTo>
                    <a:pt x="65" y="13"/>
                  </a:lnTo>
                  <a:lnTo>
                    <a:pt x="20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00" name="Freeform 314"/>
            <p:cNvSpPr/>
            <p:nvPr/>
          </p:nvSpPr>
          <p:spPr>
            <a:xfrm>
              <a:off x="1545120" y="5551200"/>
              <a:ext cx="41760" cy="5148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51480"/>
                <a:gd name="textAreaBottom" fmla="*/ 51840 h 51480"/>
              </a:gdLst>
              <a:ahLst/>
              <a:rect l="textAreaLeft" t="textAreaTop" r="textAreaRight" b="textAreaBottom"/>
              <a:pathLst>
                <a:path w="64" h="79">
                  <a:moveTo>
                    <a:pt x="0" y="66"/>
                  </a:moveTo>
                  <a:lnTo>
                    <a:pt x="45" y="0"/>
                  </a:lnTo>
                  <a:lnTo>
                    <a:pt x="64" y="13"/>
                  </a:lnTo>
                  <a:lnTo>
                    <a:pt x="20" y="79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01" name="Freeform 315"/>
            <p:cNvSpPr/>
            <p:nvPr/>
          </p:nvSpPr>
          <p:spPr>
            <a:xfrm>
              <a:off x="1608120" y="5513040"/>
              <a:ext cx="43920" cy="5148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51480"/>
                <a:gd name="textAreaBottom" fmla="*/ 51840 h 51480"/>
              </a:gdLst>
              <a:ahLst/>
              <a:rect l="textAreaLeft" t="textAreaTop" r="textAreaRight" b="textAreaBottom"/>
              <a:pathLst>
                <a:path w="65" h="80">
                  <a:moveTo>
                    <a:pt x="0" y="66"/>
                  </a:moveTo>
                  <a:lnTo>
                    <a:pt x="45" y="0"/>
                  </a:lnTo>
                  <a:lnTo>
                    <a:pt x="65" y="13"/>
                  </a:lnTo>
                  <a:lnTo>
                    <a:pt x="20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02" name="Freeform 316"/>
            <p:cNvSpPr/>
            <p:nvPr/>
          </p:nvSpPr>
          <p:spPr>
            <a:xfrm>
              <a:off x="1570680" y="5569200"/>
              <a:ext cx="43920" cy="5148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51480"/>
                <a:gd name="textAreaBottom" fmla="*/ 51840 h 51480"/>
              </a:gdLst>
              <a:ahLst/>
              <a:rect l="textAreaLeft" t="textAreaTop" r="textAreaRight" b="textAreaBottom"/>
              <a:pathLst>
                <a:path w="64" h="80">
                  <a:moveTo>
                    <a:pt x="0" y="66"/>
                  </a:moveTo>
                  <a:lnTo>
                    <a:pt x="45" y="0"/>
                  </a:lnTo>
                  <a:lnTo>
                    <a:pt x="64" y="13"/>
                  </a:lnTo>
                  <a:lnTo>
                    <a:pt x="20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70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706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707" name="PlaceHolder 5"/>
          <p:cNvSpPr>
            <a:spLocks noGrp="1"/>
          </p:cNvSpPr>
          <p:nvPr>
            <p:ph type="sldNum" idx="60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D7E3430-7361-4BD2-AA47-86E94A5454A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708" name="PlaceHolder 6"/>
          <p:cNvSpPr>
            <a:spLocks noGrp="1"/>
          </p:cNvSpPr>
          <p:nvPr>
            <p:ph type="ftr" idx="61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pSp>
        <p:nvGrpSpPr>
          <p:cNvPr id="709" name="그룹 6"/>
          <p:cNvGrpSpPr/>
          <p:nvPr/>
        </p:nvGrpSpPr>
        <p:grpSpPr>
          <a:xfrm>
            <a:off x="829440" y="2149200"/>
            <a:ext cx="8263800" cy="1963440"/>
            <a:chOff x="829440" y="2149200"/>
            <a:chExt cx="8263800" cy="1963440"/>
          </a:xfrm>
        </p:grpSpPr>
        <p:sp>
          <p:nvSpPr>
            <p:cNvPr id="710" name="Rectangle 3"/>
            <p:cNvSpPr/>
            <p:nvPr/>
          </p:nvSpPr>
          <p:spPr>
            <a:xfrm>
              <a:off x="829440" y="2149200"/>
              <a:ext cx="2065680" cy="196344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11" name="Rectangle 19"/>
            <p:cNvSpPr/>
            <p:nvPr/>
          </p:nvSpPr>
          <p:spPr>
            <a:xfrm>
              <a:off x="2895480" y="2149200"/>
              <a:ext cx="2065680" cy="196344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12" name="Rectangle 20"/>
            <p:cNvSpPr/>
            <p:nvPr/>
          </p:nvSpPr>
          <p:spPr>
            <a:xfrm>
              <a:off x="4961520" y="2149200"/>
              <a:ext cx="2065680" cy="1963440"/>
            </a:xfrm>
            <a:prstGeom prst="rect">
              <a:avLst/>
            </a:pr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13" name="Rectangle 21"/>
            <p:cNvSpPr/>
            <p:nvPr/>
          </p:nvSpPr>
          <p:spPr>
            <a:xfrm>
              <a:off x="7027560" y="2149200"/>
              <a:ext cx="2065680" cy="1963440"/>
            </a:xfrm>
            <a:prstGeom prst="rect">
              <a:avLst/>
            </a:prstGeom>
            <a:solidFill>
              <a:srgbClr val="737373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714" name="Group 28"/>
          <p:cNvGrpSpPr/>
          <p:nvPr/>
        </p:nvGrpSpPr>
        <p:grpSpPr>
          <a:xfrm>
            <a:off x="1111320" y="2931120"/>
            <a:ext cx="1521000" cy="955800"/>
            <a:chOff x="1111320" y="2931120"/>
            <a:chExt cx="1521000" cy="955800"/>
          </a:xfrm>
        </p:grpSpPr>
        <p:sp>
          <p:nvSpPr>
            <p:cNvPr id="715" name="TextBox 12"/>
            <p:cNvSpPr/>
            <p:nvPr/>
          </p:nvSpPr>
          <p:spPr>
            <a:xfrm>
              <a:off x="1111320" y="2931120"/>
              <a:ext cx="152100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텍스트를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16" name="TextBox 13"/>
            <p:cNvSpPr/>
            <p:nvPr/>
          </p:nvSpPr>
          <p:spPr>
            <a:xfrm>
              <a:off x="1111320" y="3193560"/>
              <a:ext cx="1521000" cy="69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100" spc="-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1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1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1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1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1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717" name="Group 31"/>
          <p:cNvGrpSpPr/>
          <p:nvPr/>
        </p:nvGrpSpPr>
        <p:grpSpPr>
          <a:xfrm>
            <a:off x="3177360" y="2931120"/>
            <a:ext cx="1521000" cy="955800"/>
            <a:chOff x="3177360" y="2931120"/>
            <a:chExt cx="1521000" cy="955800"/>
          </a:xfrm>
        </p:grpSpPr>
        <p:sp>
          <p:nvSpPr>
            <p:cNvPr id="718" name="TextBox 15"/>
            <p:cNvSpPr/>
            <p:nvPr/>
          </p:nvSpPr>
          <p:spPr>
            <a:xfrm>
              <a:off x="3177360" y="2931120"/>
              <a:ext cx="152100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텍스트를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19" name="TextBox 16"/>
            <p:cNvSpPr/>
            <p:nvPr/>
          </p:nvSpPr>
          <p:spPr>
            <a:xfrm>
              <a:off x="3177360" y="3193560"/>
              <a:ext cx="1521000" cy="69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100" spc="-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1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1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1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1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1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720" name="Group 34"/>
          <p:cNvGrpSpPr/>
          <p:nvPr/>
        </p:nvGrpSpPr>
        <p:grpSpPr>
          <a:xfrm>
            <a:off x="5244120" y="2931120"/>
            <a:ext cx="1521000" cy="955800"/>
            <a:chOff x="5244120" y="2931120"/>
            <a:chExt cx="1521000" cy="955800"/>
          </a:xfrm>
        </p:grpSpPr>
        <p:sp>
          <p:nvSpPr>
            <p:cNvPr id="721" name="TextBox 18"/>
            <p:cNvSpPr/>
            <p:nvPr/>
          </p:nvSpPr>
          <p:spPr>
            <a:xfrm>
              <a:off x="5244120" y="2931120"/>
              <a:ext cx="152100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텍스트를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22" name="TextBox 19"/>
            <p:cNvSpPr/>
            <p:nvPr/>
          </p:nvSpPr>
          <p:spPr>
            <a:xfrm>
              <a:off x="5244120" y="3193560"/>
              <a:ext cx="1521000" cy="69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100" spc="-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1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1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1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1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1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723" name="Group 37"/>
          <p:cNvGrpSpPr/>
          <p:nvPr/>
        </p:nvGrpSpPr>
        <p:grpSpPr>
          <a:xfrm>
            <a:off x="7310160" y="2931120"/>
            <a:ext cx="1521000" cy="955800"/>
            <a:chOff x="7310160" y="2931120"/>
            <a:chExt cx="1521000" cy="955800"/>
          </a:xfrm>
        </p:grpSpPr>
        <p:sp>
          <p:nvSpPr>
            <p:cNvPr id="724" name="TextBox 21"/>
            <p:cNvSpPr/>
            <p:nvPr/>
          </p:nvSpPr>
          <p:spPr>
            <a:xfrm>
              <a:off x="7310160" y="2931120"/>
              <a:ext cx="152100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텍스트를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25" name="TextBox 22"/>
            <p:cNvSpPr/>
            <p:nvPr/>
          </p:nvSpPr>
          <p:spPr>
            <a:xfrm>
              <a:off x="7310160" y="3193560"/>
              <a:ext cx="1521000" cy="69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100" spc="-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1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1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1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1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1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726" name="TextBox 23"/>
          <p:cNvSpPr/>
          <p:nvPr/>
        </p:nvSpPr>
        <p:spPr>
          <a:xfrm>
            <a:off x="2910240" y="4292280"/>
            <a:ext cx="12999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21" strike="noStrike">
                <a:solidFill>
                  <a:schemeClr val="accent2">
                    <a:lumMod val="60000"/>
                    <a:lumOff val="40000"/>
                  </a:schemeClr>
                </a:solidFill>
                <a:latin typeface="본고딕 Bold"/>
                <a:ea typeface="본고딕 Bold"/>
              </a:rPr>
              <a:t>40</a:t>
            </a:r>
            <a:r>
              <a:rPr b="0" lang="en-US" sz="2000" spc="-1" strike="noStrike">
                <a:solidFill>
                  <a:schemeClr val="accent2">
                    <a:lumMod val="60000"/>
                    <a:lumOff val="40000"/>
                  </a:schemeClr>
                </a:solidFill>
                <a:latin typeface="본고딕 Bold"/>
                <a:ea typeface="본고딕 Bold"/>
              </a:rPr>
              <a:t>%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27" name="TextBox 24"/>
          <p:cNvSpPr/>
          <p:nvPr/>
        </p:nvSpPr>
        <p:spPr>
          <a:xfrm>
            <a:off x="5771160" y="4292280"/>
            <a:ext cx="12999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21" strike="noStrike">
                <a:solidFill>
                  <a:schemeClr val="accent1"/>
                </a:solidFill>
                <a:latin typeface="본고딕 Bold"/>
                <a:ea typeface="본고딕 Bold"/>
              </a:rPr>
              <a:t>60</a:t>
            </a:r>
            <a:r>
              <a:rPr b="0" lang="en-US" sz="2000" spc="-21" strike="noStrike">
                <a:solidFill>
                  <a:schemeClr val="accent1"/>
                </a:solidFill>
                <a:latin typeface="본고딕 Bold"/>
                <a:ea typeface="본고딕 Bold"/>
              </a:rPr>
              <a:t>%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28" name="Down Arrow 4"/>
          <p:cNvSpPr/>
          <p:nvPr/>
        </p:nvSpPr>
        <p:spPr>
          <a:xfrm>
            <a:off x="4075920" y="4292280"/>
            <a:ext cx="529560" cy="6541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729" name="Down Arrow 45"/>
          <p:cNvSpPr/>
          <p:nvPr/>
        </p:nvSpPr>
        <p:spPr>
          <a:xfrm rot="10800000">
            <a:off x="5326560" y="4293000"/>
            <a:ext cx="529560" cy="6541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730" name="Group 46"/>
          <p:cNvGrpSpPr/>
          <p:nvPr/>
        </p:nvGrpSpPr>
        <p:grpSpPr>
          <a:xfrm>
            <a:off x="907920" y="4266360"/>
            <a:ext cx="1928160" cy="775440"/>
            <a:chOff x="907920" y="4266360"/>
            <a:chExt cx="1928160" cy="775440"/>
          </a:xfrm>
        </p:grpSpPr>
        <p:sp>
          <p:nvSpPr>
            <p:cNvPr id="731" name="TextBox 28"/>
            <p:cNvSpPr/>
            <p:nvPr/>
          </p:nvSpPr>
          <p:spPr>
            <a:xfrm>
              <a:off x="907920" y="4266360"/>
              <a:ext cx="19281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32" name="TextBox 29"/>
            <p:cNvSpPr/>
            <p:nvPr/>
          </p:nvSpPr>
          <p:spPr>
            <a:xfrm>
              <a:off x="907920" y="4513680"/>
              <a:ext cx="192816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733" name="Rectangle 52"/>
          <p:cNvSpPr/>
          <p:nvPr/>
        </p:nvSpPr>
        <p:spPr>
          <a:xfrm>
            <a:off x="829440" y="5118480"/>
            <a:ext cx="3767040" cy="1074600"/>
          </a:xfrm>
          <a:prstGeom prst="rect">
            <a:avLst/>
          </a:prstGeom>
          <a:noFill/>
          <a:ln w="12700">
            <a:solidFill>
              <a:srgbClr val="4b6580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chemeClr val="dk1"/>
              </a:solidFill>
              <a:latin typeface="본고딕 Normal"/>
              <a:ea typeface="본고딕 Normal"/>
            </a:endParaRPr>
          </a:p>
        </p:txBody>
      </p:sp>
      <p:grpSp>
        <p:nvGrpSpPr>
          <p:cNvPr id="734" name="Group 53"/>
          <p:cNvGrpSpPr/>
          <p:nvPr/>
        </p:nvGrpSpPr>
        <p:grpSpPr>
          <a:xfrm>
            <a:off x="833760" y="5317920"/>
            <a:ext cx="3758040" cy="742320"/>
            <a:chOff x="833760" y="5317920"/>
            <a:chExt cx="3758040" cy="742320"/>
          </a:xfrm>
        </p:grpSpPr>
        <p:sp>
          <p:nvSpPr>
            <p:cNvPr id="735" name="TextBox 35"/>
            <p:cNvSpPr/>
            <p:nvPr/>
          </p:nvSpPr>
          <p:spPr>
            <a:xfrm>
              <a:off x="833760" y="5532120"/>
              <a:ext cx="375804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36" name="TextBox 36"/>
            <p:cNvSpPr/>
            <p:nvPr/>
          </p:nvSpPr>
          <p:spPr>
            <a:xfrm>
              <a:off x="833760" y="5317920"/>
              <a:ext cx="375804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737" name="Rectangle 52"/>
          <p:cNvSpPr/>
          <p:nvPr/>
        </p:nvSpPr>
        <p:spPr>
          <a:xfrm>
            <a:off x="5326200" y="5118480"/>
            <a:ext cx="3767040" cy="1074600"/>
          </a:xfrm>
          <a:prstGeom prst="rect">
            <a:avLst/>
          </a:prstGeom>
          <a:noFill/>
          <a:ln w="9525">
            <a:solidFill>
              <a:srgbClr val="262626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chemeClr val="dk1"/>
              </a:solidFill>
              <a:latin typeface="본고딕 Normal"/>
              <a:ea typeface="본고딕 Normal"/>
            </a:endParaRPr>
          </a:p>
        </p:txBody>
      </p:sp>
      <p:grpSp>
        <p:nvGrpSpPr>
          <p:cNvPr id="738" name="Group 53"/>
          <p:cNvGrpSpPr/>
          <p:nvPr/>
        </p:nvGrpSpPr>
        <p:grpSpPr>
          <a:xfrm>
            <a:off x="5330520" y="5317920"/>
            <a:ext cx="3758040" cy="742320"/>
            <a:chOff x="5330520" y="5317920"/>
            <a:chExt cx="3758040" cy="742320"/>
          </a:xfrm>
        </p:grpSpPr>
        <p:sp>
          <p:nvSpPr>
            <p:cNvPr id="739" name="TextBox 43"/>
            <p:cNvSpPr/>
            <p:nvPr/>
          </p:nvSpPr>
          <p:spPr>
            <a:xfrm>
              <a:off x="5330520" y="5532120"/>
              <a:ext cx="375804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40" name="TextBox 44"/>
            <p:cNvSpPr/>
            <p:nvPr/>
          </p:nvSpPr>
          <p:spPr>
            <a:xfrm>
              <a:off x="5330520" y="5317920"/>
              <a:ext cx="375804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741" name="Group 46"/>
          <p:cNvGrpSpPr/>
          <p:nvPr/>
        </p:nvGrpSpPr>
        <p:grpSpPr>
          <a:xfrm>
            <a:off x="7093440" y="4266360"/>
            <a:ext cx="1928160" cy="775440"/>
            <a:chOff x="7093440" y="4266360"/>
            <a:chExt cx="1928160" cy="775440"/>
          </a:xfrm>
        </p:grpSpPr>
        <p:sp>
          <p:nvSpPr>
            <p:cNvPr id="742" name="TextBox 47"/>
            <p:cNvSpPr/>
            <p:nvPr/>
          </p:nvSpPr>
          <p:spPr>
            <a:xfrm>
              <a:off x="7093440" y="4266360"/>
              <a:ext cx="19281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43" name="TextBox 48"/>
            <p:cNvSpPr/>
            <p:nvPr/>
          </p:nvSpPr>
          <p:spPr>
            <a:xfrm>
              <a:off x="7093440" y="4513680"/>
              <a:ext cx="192816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74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747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748" name="PlaceHolder 5"/>
          <p:cNvSpPr>
            <a:spLocks noGrp="1"/>
          </p:cNvSpPr>
          <p:nvPr>
            <p:ph type="sldNum" idx="62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316CCA6-FCD7-41D2-A9F9-E3D1E901E8FE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749" name="PlaceHolder 6"/>
          <p:cNvSpPr>
            <a:spLocks noGrp="1"/>
          </p:cNvSpPr>
          <p:nvPr>
            <p:ph type="ftr" idx="63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750" name="Rectangle 28"/>
          <p:cNvSpPr/>
          <p:nvPr/>
        </p:nvSpPr>
        <p:spPr>
          <a:xfrm>
            <a:off x="1716120" y="2173320"/>
            <a:ext cx="2939760" cy="1860480"/>
          </a:xfrm>
          <a:prstGeom prst="rect">
            <a:avLst/>
          </a:prstGeom>
          <a:solidFill>
            <a:srgbClr val="ffffff"/>
          </a:solidFill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751" name="Group 29"/>
          <p:cNvGrpSpPr/>
          <p:nvPr/>
        </p:nvGrpSpPr>
        <p:grpSpPr>
          <a:xfrm>
            <a:off x="1822680" y="2923560"/>
            <a:ext cx="2726640" cy="861480"/>
            <a:chOff x="1822680" y="2923560"/>
            <a:chExt cx="2726640" cy="861480"/>
          </a:xfrm>
        </p:grpSpPr>
        <p:sp>
          <p:nvSpPr>
            <p:cNvPr id="752" name="TextBox 9"/>
            <p:cNvSpPr/>
            <p:nvPr/>
          </p:nvSpPr>
          <p:spPr>
            <a:xfrm>
              <a:off x="1822680" y="3256920"/>
              <a:ext cx="272664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53" name="TextBox 10"/>
            <p:cNvSpPr/>
            <p:nvPr/>
          </p:nvSpPr>
          <p:spPr>
            <a:xfrm>
              <a:off x="1822680" y="2923560"/>
              <a:ext cx="272664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/Medium 14pt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754" name="Rectangle 32"/>
          <p:cNvSpPr/>
          <p:nvPr/>
        </p:nvSpPr>
        <p:spPr>
          <a:xfrm>
            <a:off x="5258880" y="2173320"/>
            <a:ext cx="2939760" cy="186048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755" name="Rectangle 34"/>
          <p:cNvSpPr/>
          <p:nvPr/>
        </p:nvSpPr>
        <p:spPr>
          <a:xfrm>
            <a:off x="1716120" y="4277160"/>
            <a:ext cx="2939760" cy="1860480"/>
          </a:xfrm>
          <a:prstGeom prst="rect">
            <a:avLst/>
          </a:prstGeom>
          <a:solidFill>
            <a:srgbClr val="ffffff"/>
          </a:solidFill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756" name="Rectangle 35"/>
          <p:cNvSpPr/>
          <p:nvPr/>
        </p:nvSpPr>
        <p:spPr>
          <a:xfrm>
            <a:off x="5258880" y="4277160"/>
            <a:ext cx="2939760" cy="1860480"/>
          </a:xfrm>
          <a:prstGeom prst="rect">
            <a:avLst/>
          </a:prstGeom>
          <a:solidFill>
            <a:srgbClr val="ffffff"/>
          </a:solidFill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757" name="Group 37"/>
          <p:cNvGrpSpPr/>
          <p:nvPr/>
        </p:nvGrpSpPr>
        <p:grpSpPr>
          <a:xfrm>
            <a:off x="5365440" y="2923560"/>
            <a:ext cx="2726640" cy="861480"/>
            <a:chOff x="5365440" y="2923560"/>
            <a:chExt cx="2726640" cy="861480"/>
          </a:xfrm>
        </p:grpSpPr>
        <p:sp>
          <p:nvSpPr>
            <p:cNvPr id="758" name="TextBox 15"/>
            <p:cNvSpPr/>
            <p:nvPr/>
          </p:nvSpPr>
          <p:spPr>
            <a:xfrm>
              <a:off x="5365440" y="3256920"/>
              <a:ext cx="272664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59" name="TextBox 16"/>
            <p:cNvSpPr/>
            <p:nvPr/>
          </p:nvSpPr>
          <p:spPr>
            <a:xfrm>
              <a:off x="5365440" y="2923560"/>
              <a:ext cx="272664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ko-KR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/Medium 14pt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760" name="Group 43"/>
          <p:cNvGrpSpPr/>
          <p:nvPr/>
        </p:nvGrpSpPr>
        <p:grpSpPr>
          <a:xfrm>
            <a:off x="1822680" y="4984200"/>
            <a:ext cx="2726640" cy="861480"/>
            <a:chOff x="1822680" y="4984200"/>
            <a:chExt cx="2726640" cy="861480"/>
          </a:xfrm>
        </p:grpSpPr>
        <p:sp>
          <p:nvSpPr>
            <p:cNvPr id="761" name="TextBox 18"/>
            <p:cNvSpPr/>
            <p:nvPr/>
          </p:nvSpPr>
          <p:spPr>
            <a:xfrm>
              <a:off x="1822680" y="5317560"/>
              <a:ext cx="272664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62" name="TextBox 19"/>
            <p:cNvSpPr/>
            <p:nvPr/>
          </p:nvSpPr>
          <p:spPr>
            <a:xfrm>
              <a:off x="1822680" y="4984200"/>
              <a:ext cx="272664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ko-KR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/Medium 14pt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763" name="Group 46"/>
          <p:cNvGrpSpPr/>
          <p:nvPr/>
        </p:nvGrpSpPr>
        <p:grpSpPr>
          <a:xfrm>
            <a:off x="5365440" y="4984200"/>
            <a:ext cx="2726640" cy="861480"/>
            <a:chOff x="5365440" y="4984200"/>
            <a:chExt cx="2726640" cy="861480"/>
          </a:xfrm>
        </p:grpSpPr>
        <p:sp>
          <p:nvSpPr>
            <p:cNvPr id="764" name="TextBox 21"/>
            <p:cNvSpPr/>
            <p:nvPr/>
          </p:nvSpPr>
          <p:spPr>
            <a:xfrm>
              <a:off x="5365440" y="5317560"/>
              <a:ext cx="272664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65" name="TextBox 22"/>
            <p:cNvSpPr/>
            <p:nvPr/>
          </p:nvSpPr>
          <p:spPr>
            <a:xfrm>
              <a:off x="5365440" y="4984200"/>
              <a:ext cx="272664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ko-KR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/Medium 14pt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76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76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769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770" name="PlaceHolder 5"/>
          <p:cNvSpPr>
            <a:spLocks noGrp="1"/>
          </p:cNvSpPr>
          <p:nvPr>
            <p:ph type="sldNum" idx="64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5C03688-C6F0-447E-8EC5-1431314EBC92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771" name="PlaceHolder 6"/>
          <p:cNvSpPr>
            <a:spLocks noGrp="1"/>
          </p:cNvSpPr>
          <p:nvPr>
            <p:ph type="ftr" idx="65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772" name="Rounded Rectangle 2"/>
          <p:cNvSpPr/>
          <p:nvPr/>
        </p:nvSpPr>
        <p:spPr>
          <a:xfrm>
            <a:off x="553680" y="2264400"/>
            <a:ext cx="4139640" cy="1485720"/>
          </a:xfrm>
          <a:prstGeom prst="roundRect">
            <a:avLst>
              <a:gd name="adj" fmla="val 10715"/>
            </a:avLst>
          </a:prstGeom>
          <a:noFill/>
          <a:ln w="952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73" name="Rounded Rectangle 3"/>
          <p:cNvSpPr/>
          <p:nvPr/>
        </p:nvSpPr>
        <p:spPr>
          <a:xfrm>
            <a:off x="5219640" y="2261880"/>
            <a:ext cx="4139640" cy="1485720"/>
          </a:xfrm>
          <a:prstGeom prst="roundRect">
            <a:avLst>
              <a:gd name="adj" fmla="val 10715"/>
            </a:avLst>
          </a:prstGeom>
          <a:noFill/>
          <a:ln w="952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74" name="Rounded Rectangle 4"/>
          <p:cNvSpPr/>
          <p:nvPr/>
        </p:nvSpPr>
        <p:spPr>
          <a:xfrm>
            <a:off x="5219640" y="4481640"/>
            <a:ext cx="4139640" cy="1485720"/>
          </a:xfrm>
          <a:prstGeom prst="roundRect">
            <a:avLst>
              <a:gd name="adj" fmla="val 10715"/>
            </a:avLst>
          </a:prstGeom>
          <a:noFill/>
          <a:ln w="952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75" name="Rounded Rectangle 5"/>
          <p:cNvSpPr/>
          <p:nvPr/>
        </p:nvSpPr>
        <p:spPr>
          <a:xfrm>
            <a:off x="553680" y="4481640"/>
            <a:ext cx="4139640" cy="1485720"/>
          </a:xfrm>
          <a:prstGeom prst="roundRect">
            <a:avLst>
              <a:gd name="adj" fmla="val 10715"/>
            </a:avLst>
          </a:prstGeom>
          <a:noFill/>
          <a:ln w="952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grpSp>
        <p:nvGrpSpPr>
          <p:cNvPr id="776" name="Group 6"/>
          <p:cNvGrpSpPr/>
          <p:nvPr/>
        </p:nvGrpSpPr>
        <p:grpSpPr>
          <a:xfrm>
            <a:off x="4006800" y="3184200"/>
            <a:ext cx="1892160" cy="1904040"/>
            <a:chOff x="4006800" y="3184200"/>
            <a:chExt cx="1892160" cy="1904040"/>
          </a:xfrm>
        </p:grpSpPr>
        <p:sp>
          <p:nvSpPr>
            <p:cNvPr id="777" name="Pie 7"/>
            <p:cNvSpPr/>
            <p:nvPr/>
          </p:nvSpPr>
          <p:spPr>
            <a:xfrm>
              <a:off x="4006800" y="3184200"/>
              <a:ext cx="1833120" cy="1833120"/>
            </a:xfrm>
            <a:prstGeom prst="pie">
              <a:avLst>
                <a:gd name="adj1" fmla="val 10832722"/>
                <a:gd name="adj2" fmla="val 1620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78" name="Pie 8"/>
            <p:cNvSpPr/>
            <p:nvPr/>
          </p:nvSpPr>
          <p:spPr>
            <a:xfrm rot="16200000">
              <a:off x="4006800" y="3255120"/>
              <a:ext cx="1833120" cy="1833120"/>
            </a:xfrm>
            <a:prstGeom prst="pie">
              <a:avLst>
                <a:gd name="adj1" fmla="val 10832722"/>
                <a:gd name="adj2" fmla="val 1620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79" name="Pie 9"/>
            <p:cNvSpPr/>
            <p:nvPr/>
          </p:nvSpPr>
          <p:spPr>
            <a:xfrm flipH="1">
              <a:off x="4065840" y="3184200"/>
              <a:ext cx="1833120" cy="1833120"/>
            </a:xfrm>
            <a:prstGeom prst="pie">
              <a:avLst>
                <a:gd name="adj1" fmla="val 10832722"/>
                <a:gd name="adj2" fmla="val 1620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80" name="Pie 10"/>
            <p:cNvSpPr/>
            <p:nvPr/>
          </p:nvSpPr>
          <p:spPr>
            <a:xfrm flipH="1" rot="5400000">
              <a:off x="4065840" y="3255120"/>
              <a:ext cx="1833120" cy="1833120"/>
            </a:xfrm>
            <a:prstGeom prst="pie">
              <a:avLst>
                <a:gd name="adj1" fmla="val 10832722"/>
                <a:gd name="adj2" fmla="val 1620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781" name="Group 11"/>
          <p:cNvGrpSpPr/>
          <p:nvPr/>
        </p:nvGrpSpPr>
        <p:grpSpPr>
          <a:xfrm>
            <a:off x="657720" y="2354400"/>
            <a:ext cx="3595680" cy="1452600"/>
            <a:chOff x="657720" y="2354400"/>
            <a:chExt cx="3595680" cy="1452600"/>
          </a:xfrm>
        </p:grpSpPr>
        <p:sp>
          <p:nvSpPr>
            <p:cNvPr id="782" name="TextBox 17"/>
            <p:cNvSpPr/>
            <p:nvPr/>
          </p:nvSpPr>
          <p:spPr>
            <a:xfrm>
              <a:off x="657720" y="2354400"/>
              <a:ext cx="3595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철근 부문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83" name="TextBox 18"/>
            <p:cNvSpPr/>
            <p:nvPr/>
          </p:nvSpPr>
          <p:spPr>
            <a:xfrm>
              <a:off x="657720" y="2621160"/>
              <a:ext cx="3595680" cy="118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114480" indent="-114480" defTabSz="457200">
                <a:lnSpc>
                  <a:spcPct val="120000"/>
                </a:lnSpc>
                <a:buClr>
                  <a:srgbClr val="002452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텍스트를 입력하세요 텍스트를 입력하세요 텍스트를 입력하세요 텍스트를 입력하세요 텍스트를 입력하세요 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784" name="Group 11"/>
          <p:cNvGrpSpPr/>
          <p:nvPr/>
        </p:nvGrpSpPr>
        <p:grpSpPr>
          <a:xfrm>
            <a:off x="657720" y="4621320"/>
            <a:ext cx="3595680" cy="1452240"/>
            <a:chOff x="657720" y="4621320"/>
            <a:chExt cx="3595680" cy="1452240"/>
          </a:xfrm>
        </p:grpSpPr>
        <p:sp>
          <p:nvSpPr>
            <p:cNvPr id="785" name="TextBox 35"/>
            <p:cNvSpPr/>
            <p:nvPr/>
          </p:nvSpPr>
          <p:spPr>
            <a:xfrm>
              <a:off x="657720" y="4621320"/>
              <a:ext cx="3595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defTabSz="457200">
                <a:lnSpc>
                  <a:spcPct val="120000"/>
                </a:lnSpc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후판 부문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86" name="TextBox 36"/>
            <p:cNvSpPr/>
            <p:nvPr/>
          </p:nvSpPr>
          <p:spPr>
            <a:xfrm>
              <a:off x="657720" y="4887720"/>
              <a:ext cx="3595680" cy="118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114480" indent="-114480" defTabSz="457200">
                <a:lnSpc>
                  <a:spcPct val="120000"/>
                </a:lnSpc>
                <a:buClr>
                  <a:srgbClr val="002452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텍스트를 입력하세요 텍스트를 입력하세요 텍스트를 입력하세요 텍스트를 입력하세요 텍스트를 입력하세요 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787" name="Group 11"/>
          <p:cNvGrpSpPr/>
          <p:nvPr/>
        </p:nvGrpSpPr>
        <p:grpSpPr>
          <a:xfrm>
            <a:off x="5652000" y="2354400"/>
            <a:ext cx="3595680" cy="1452600"/>
            <a:chOff x="5652000" y="2354400"/>
            <a:chExt cx="3595680" cy="1452600"/>
          </a:xfrm>
        </p:grpSpPr>
        <p:sp>
          <p:nvSpPr>
            <p:cNvPr id="788" name="TextBox 38"/>
            <p:cNvSpPr/>
            <p:nvPr/>
          </p:nvSpPr>
          <p:spPr>
            <a:xfrm>
              <a:off x="5652000" y="2354400"/>
              <a:ext cx="3595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defTabSz="457200">
                <a:lnSpc>
                  <a:spcPct val="120000"/>
                </a:lnSpc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냉연 부문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89" name="TextBox 39"/>
            <p:cNvSpPr/>
            <p:nvPr/>
          </p:nvSpPr>
          <p:spPr>
            <a:xfrm>
              <a:off x="5652000" y="2621160"/>
              <a:ext cx="3595680" cy="118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114480" indent="-114480" defTabSz="457200">
                <a:lnSpc>
                  <a:spcPct val="120000"/>
                </a:lnSpc>
                <a:buClr>
                  <a:srgbClr val="002452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텍스트를 입력하세요 텍스트를 입력하세요 텍스트를 입력하세요 텍스트를 입력하세요 텍스트를 입력하세요 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790" name="Group 11"/>
          <p:cNvGrpSpPr/>
          <p:nvPr/>
        </p:nvGrpSpPr>
        <p:grpSpPr>
          <a:xfrm>
            <a:off x="5652000" y="4621320"/>
            <a:ext cx="3595680" cy="1452240"/>
            <a:chOff x="5652000" y="4621320"/>
            <a:chExt cx="3595680" cy="1452240"/>
          </a:xfrm>
        </p:grpSpPr>
        <p:sp>
          <p:nvSpPr>
            <p:cNvPr id="791" name="TextBox 41"/>
            <p:cNvSpPr/>
            <p:nvPr/>
          </p:nvSpPr>
          <p:spPr>
            <a:xfrm>
              <a:off x="5652000" y="4621320"/>
              <a:ext cx="3595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defTabSz="457200">
                <a:lnSpc>
                  <a:spcPct val="120000"/>
                </a:lnSpc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형강 부문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92" name="TextBox 42"/>
            <p:cNvSpPr/>
            <p:nvPr/>
          </p:nvSpPr>
          <p:spPr>
            <a:xfrm>
              <a:off x="5652000" y="4887720"/>
              <a:ext cx="3595680" cy="118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114480" indent="-114480" defTabSz="457200">
                <a:lnSpc>
                  <a:spcPct val="120000"/>
                </a:lnSpc>
                <a:buClr>
                  <a:srgbClr val="002452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텍스트를 입력하세요 텍스트를 입력하세요 텍스트를 입력하세요 텍스트를 입력하세요 텍스트를 입력하세요 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79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79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796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797" name="PlaceHolder 5"/>
          <p:cNvSpPr>
            <a:spLocks noGrp="1"/>
          </p:cNvSpPr>
          <p:nvPr>
            <p:ph type="sldNum" idx="66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DF33E84-9B40-4DA0-8153-FB91CE7FEFB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798" name="PlaceHolder 6"/>
          <p:cNvSpPr>
            <a:spLocks noGrp="1"/>
          </p:cNvSpPr>
          <p:nvPr>
            <p:ph type="ftr" idx="67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aphicFrame>
        <p:nvGraphicFramePr>
          <p:cNvPr id="799" name="Table 4"/>
          <p:cNvGraphicFramePr/>
          <p:nvPr/>
        </p:nvGraphicFramePr>
        <p:xfrm>
          <a:off x="456120" y="1986840"/>
          <a:ext cx="9051120" cy="4133880"/>
        </p:xfrm>
        <a:graphic>
          <a:graphicData uri="http://schemas.openxmlformats.org/drawingml/2006/table">
            <a:tbl>
              <a:tblPr/>
              <a:tblGrid>
                <a:gridCol w="2262600"/>
                <a:gridCol w="2262600"/>
                <a:gridCol w="2262600"/>
                <a:gridCol w="2262600"/>
              </a:tblGrid>
              <a:tr h="5781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21" strike="noStrike">
                          <a:solidFill>
                            <a:schemeClr val="lt2"/>
                          </a:solidFill>
                          <a:latin typeface="본고딕 Bold"/>
                          <a:ea typeface="본고딕 Bold"/>
                        </a:rPr>
                        <a:t>01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76320">
                      <a:noFill/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76320">
                      <a:noFill/>
                      <a:prstDash val="solid"/>
                    </a:lnT>
                    <a:lnB w="7632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21" strike="noStrike">
                          <a:solidFill>
                            <a:srgbClr val="b7d0d4"/>
                          </a:solidFill>
                          <a:latin typeface="본고딕 Bold"/>
                          <a:ea typeface="본고딕 Bold"/>
                        </a:rPr>
                        <a:t>02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76320">
                      <a:solidFill>
                        <a:srgbClr val="ffffff"/>
                      </a:solidFill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76320">
                      <a:noFill/>
                      <a:prstDash val="solid"/>
                    </a:lnT>
                    <a:lnB w="76320">
                      <a:solidFill>
                        <a:srgbClr val="b7d0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21" strike="noStrike">
                          <a:solidFill>
                            <a:srgbClr val="8da5bd"/>
                          </a:solidFill>
                          <a:latin typeface="본고딕 Bold"/>
                          <a:ea typeface="본고딕 Bold"/>
                        </a:rPr>
                        <a:t>03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76320">
                      <a:solidFill>
                        <a:srgbClr val="ffffff"/>
                      </a:solidFill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76320">
                      <a:noFill/>
                      <a:prstDash val="solid"/>
                    </a:lnT>
                    <a:lnB w="76320">
                      <a:solidFill>
                        <a:srgbClr val="8ba2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en-US" sz="2000" spc="-21" strike="noStrike">
                          <a:solidFill>
                            <a:schemeClr val="dk2"/>
                          </a:solidFill>
                          <a:latin typeface="본고딕 Bold"/>
                          <a:ea typeface="본고딕 Bold"/>
                        </a:rPr>
                        <a:t>04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76320">
                      <a:solidFill>
                        <a:srgbClr val="ffffff"/>
                      </a:solidFill>
                      <a:prstDash val="solid"/>
                    </a:lnL>
                    <a:lnR w="76320">
                      <a:noFill/>
                      <a:prstDash val="solid"/>
                    </a:lnR>
                    <a:lnT w="76320">
                      <a:noFill/>
                      <a:prstDash val="solid"/>
                    </a:lnT>
                    <a:lnB w="76320">
                      <a:solidFill>
                        <a:srgbClr val="00245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82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76320">
                      <a:noFill/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76320">
                      <a:solidFill>
                        <a:srgbClr val="b6b6b6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76320">
                      <a:solidFill>
                        <a:srgbClr val="ffffff"/>
                      </a:solidFill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76320">
                      <a:solidFill>
                        <a:srgbClr val="b7d0d4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7632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6320">
                      <a:solidFill>
                        <a:srgbClr val="8ba2bb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6320">
                      <a:solidFill>
                        <a:srgbClr val="002452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4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소제목</a:t>
                      </a:r>
                      <a:r>
                        <a:rPr b="0" lang="en-US" sz="14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/Medium 14pt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4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소제목</a:t>
                      </a:r>
                      <a:r>
                        <a:rPr b="0" lang="en-US" sz="14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/Medium 14pt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b7d0d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400" spc="-21" strike="noStrike">
                          <a:solidFill>
                            <a:schemeClr val="lt1"/>
                          </a:solidFill>
                          <a:latin typeface="본고딕 Medium"/>
                          <a:ea typeface="본고딕 Medium"/>
                        </a:rPr>
                        <a:t>소제목</a:t>
                      </a:r>
                      <a:r>
                        <a:rPr b="0" lang="en-US" sz="1400" spc="-21" strike="noStrike">
                          <a:solidFill>
                            <a:schemeClr val="lt1"/>
                          </a:solidFill>
                          <a:latin typeface="본고딕 Medium"/>
                          <a:ea typeface="본고딕 Medium"/>
                        </a:rPr>
                        <a:t>/Medium 14pt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8da5b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400" spc="-21" strike="noStrike">
                          <a:solidFill>
                            <a:schemeClr val="lt1"/>
                          </a:solidFill>
                          <a:latin typeface="본고딕 Medium"/>
                          <a:ea typeface="본고딕 Medium"/>
                        </a:rPr>
                        <a:t>소제목</a:t>
                      </a:r>
                      <a:r>
                        <a:rPr b="0" lang="en-US" sz="1400" spc="-21" strike="noStrike">
                          <a:solidFill>
                            <a:schemeClr val="lt1"/>
                          </a:solidFill>
                          <a:latin typeface="본고딕 Medium"/>
                          <a:ea typeface="본고딕 Medium"/>
                        </a:rPr>
                        <a:t>/Medium 14pt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2"/>
                    </a:solidFill>
                  </a:tcPr>
                </a:tc>
              </a:tr>
              <a:tr h="2675160">
                <a:tc>
                  <a:txBody>
                    <a:bodyPr lIns="108000" rIns="108000" tIns="180000" bIns="180000" anchor="t">
                      <a:noAutofit/>
                    </a:bodyPr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108000" marR="108000">
                    <a:lnL w="12240">
                      <a:noFill/>
                      <a:prstDash val="solid"/>
                    </a:lnL>
                    <a:lnR w="12240">
                      <a:solidFill>
                        <a:srgbClr val="b6b6b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 lIns="108000" rIns="108000" tIns="180000" bIns="180000" anchor="t">
                      <a:noAutofit/>
                    </a:bodyPr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108000" marR="108000">
                    <a:lnL w="12240">
                      <a:solidFill>
                        <a:srgbClr val="b6b6b6"/>
                      </a:solidFill>
                      <a:prstDash val="solid"/>
                    </a:lnL>
                    <a:lnR w="12240">
                      <a:solidFill>
                        <a:srgbClr val="b6b6b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 lIns="108000" rIns="108000" tIns="180000" bIns="180000" anchor="t">
                      <a:noAutofit/>
                    </a:bodyPr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108000" marR="108000">
                    <a:lnL w="12240">
                      <a:solidFill>
                        <a:srgbClr val="b6b6b6"/>
                      </a:solidFill>
                      <a:prstDash val="solid"/>
                    </a:lnL>
                    <a:lnR w="12240">
                      <a:solidFill>
                        <a:srgbClr val="b6b6b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 lIns="108000" rIns="108000" tIns="180000" bIns="180000" anchor="t">
                      <a:noAutofit/>
                    </a:bodyPr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108000" marR="108000">
                    <a:lnL w="1224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80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80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803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804" name="PlaceHolder 5"/>
          <p:cNvSpPr>
            <a:spLocks noGrp="1"/>
          </p:cNvSpPr>
          <p:nvPr>
            <p:ph type="sldNum" idx="68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1B4E180-0A91-4DAE-A836-E93DA59A194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805" name="PlaceHolder 6"/>
          <p:cNvSpPr>
            <a:spLocks noGrp="1"/>
          </p:cNvSpPr>
          <p:nvPr>
            <p:ph type="ftr" idx="69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806" name="Right Arrow 5"/>
          <p:cNvSpPr/>
          <p:nvPr/>
        </p:nvSpPr>
        <p:spPr>
          <a:xfrm>
            <a:off x="5916600" y="2293920"/>
            <a:ext cx="698400" cy="5875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807" name="Rounded Rectangle 3"/>
          <p:cNvSpPr/>
          <p:nvPr/>
        </p:nvSpPr>
        <p:spPr>
          <a:xfrm>
            <a:off x="3933720" y="2157120"/>
            <a:ext cx="1727640" cy="1007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808" name="Rounded Rectangle 4"/>
          <p:cNvSpPr/>
          <p:nvPr/>
        </p:nvSpPr>
        <p:spPr>
          <a:xfrm>
            <a:off x="4174560" y="2850480"/>
            <a:ext cx="1799640" cy="3311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b7d0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809" name="Group 7"/>
          <p:cNvGrpSpPr/>
          <p:nvPr/>
        </p:nvGrpSpPr>
        <p:grpSpPr>
          <a:xfrm>
            <a:off x="3954600" y="2267280"/>
            <a:ext cx="1673640" cy="525240"/>
            <a:chOff x="3954600" y="2267280"/>
            <a:chExt cx="1673640" cy="525240"/>
          </a:xfrm>
        </p:grpSpPr>
        <p:sp>
          <p:nvSpPr>
            <p:cNvPr id="810" name="TextBox 15"/>
            <p:cNvSpPr/>
            <p:nvPr/>
          </p:nvSpPr>
          <p:spPr>
            <a:xfrm>
              <a:off x="3954600" y="2267280"/>
              <a:ext cx="166212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ko-KR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/M 14pt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811" name="TextBox 16"/>
            <p:cNvSpPr/>
            <p:nvPr/>
          </p:nvSpPr>
          <p:spPr>
            <a:xfrm>
              <a:off x="3966120" y="2483640"/>
              <a:ext cx="166212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812" name="Rounded Rectangle 7"/>
          <p:cNvSpPr/>
          <p:nvPr/>
        </p:nvSpPr>
        <p:spPr>
          <a:xfrm>
            <a:off x="6721560" y="2157120"/>
            <a:ext cx="1727640" cy="100764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813" name="Rounded Rectangle 8"/>
          <p:cNvSpPr/>
          <p:nvPr/>
        </p:nvSpPr>
        <p:spPr>
          <a:xfrm>
            <a:off x="6962400" y="2850480"/>
            <a:ext cx="1799640" cy="3311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8ba2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14" name="TextBox 24"/>
          <p:cNvSpPr/>
          <p:nvPr/>
        </p:nvSpPr>
        <p:spPr>
          <a:xfrm>
            <a:off x="6748560" y="2276280"/>
            <a:ext cx="16621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/M 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15" name="TextBox 25"/>
          <p:cNvSpPr/>
          <p:nvPr/>
        </p:nvSpPr>
        <p:spPr>
          <a:xfrm>
            <a:off x="6759720" y="2491560"/>
            <a:ext cx="16621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16" name="Right Arrow 5"/>
          <p:cNvSpPr/>
          <p:nvPr/>
        </p:nvSpPr>
        <p:spPr>
          <a:xfrm>
            <a:off x="3102120" y="2293920"/>
            <a:ext cx="698400" cy="5875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817" name="Rounded Rectangle 3"/>
          <p:cNvSpPr/>
          <p:nvPr/>
        </p:nvSpPr>
        <p:spPr>
          <a:xfrm>
            <a:off x="1145880" y="2157120"/>
            <a:ext cx="1727640" cy="1007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818" name="Rounded Rectangle 4"/>
          <p:cNvSpPr/>
          <p:nvPr/>
        </p:nvSpPr>
        <p:spPr>
          <a:xfrm>
            <a:off x="1386360" y="2850480"/>
            <a:ext cx="1799640" cy="3311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819" name="Group 13"/>
          <p:cNvGrpSpPr/>
          <p:nvPr/>
        </p:nvGrpSpPr>
        <p:grpSpPr>
          <a:xfrm>
            <a:off x="1157760" y="2265120"/>
            <a:ext cx="1673280" cy="745200"/>
            <a:chOff x="1157760" y="2265120"/>
            <a:chExt cx="1673280" cy="745200"/>
          </a:xfrm>
        </p:grpSpPr>
        <p:sp>
          <p:nvSpPr>
            <p:cNvPr id="820" name="TextBox 43"/>
            <p:cNvSpPr/>
            <p:nvPr/>
          </p:nvSpPr>
          <p:spPr>
            <a:xfrm>
              <a:off x="1157760" y="2265120"/>
              <a:ext cx="166212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/M 14pt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821" name="TextBox 44"/>
            <p:cNvSpPr/>
            <p:nvPr/>
          </p:nvSpPr>
          <p:spPr>
            <a:xfrm>
              <a:off x="1168920" y="2482200"/>
              <a:ext cx="166212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82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825" name="PlaceHolder 4"/>
          <p:cNvSpPr>
            <a:spLocks noGrp="1"/>
          </p:cNvSpPr>
          <p:nvPr>
            <p:ph type="sldNum" idx="70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022211D-BD15-4C2D-A298-2DACCA77330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826" name="PlaceHolder 5"/>
          <p:cNvSpPr>
            <a:spLocks noGrp="1"/>
          </p:cNvSpPr>
          <p:nvPr>
            <p:ph type="ftr" idx="71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827" name="Rectangle 5"/>
          <p:cNvSpPr/>
          <p:nvPr/>
        </p:nvSpPr>
        <p:spPr>
          <a:xfrm>
            <a:off x="7558200" y="4889880"/>
            <a:ext cx="1945800" cy="11314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28" name="Rectangle 6"/>
          <p:cNvSpPr/>
          <p:nvPr/>
        </p:nvSpPr>
        <p:spPr>
          <a:xfrm>
            <a:off x="7558200" y="3346560"/>
            <a:ext cx="1945800" cy="1134720"/>
          </a:xfrm>
          <a:prstGeom prst="rect">
            <a:avLst/>
          </a:prstGeom>
          <a:solidFill>
            <a:schemeClr val="tx2"/>
          </a:solidFill>
          <a:ln w="0">
            <a:solidFill>
              <a:srgbClr val="002452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29" name="Rectangle 7"/>
          <p:cNvSpPr/>
          <p:nvPr/>
        </p:nvSpPr>
        <p:spPr>
          <a:xfrm>
            <a:off x="7558200" y="1805400"/>
            <a:ext cx="1945800" cy="11347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30" name="Rectangle 8"/>
          <p:cNvSpPr/>
          <p:nvPr/>
        </p:nvSpPr>
        <p:spPr>
          <a:xfrm>
            <a:off x="2827440" y="4889880"/>
            <a:ext cx="1947600" cy="11314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31" name="Rectangle 9"/>
          <p:cNvSpPr/>
          <p:nvPr/>
        </p:nvSpPr>
        <p:spPr>
          <a:xfrm>
            <a:off x="2827440" y="3346560"/>
            <a:ext cx="1947600" cy="11347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32" name="Rectangle 10"/>
          <p:cNvSpPr/>
          <p:nvPr/>
        </p:nvSpPr>
        <p:spPr>
          <a:xfrm>
            <a:off x="2827440" y="1805400"/>
            <a:ext cx="1947600" cy="11347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003760"/>
              </a:solidFill>
              <a:latin typeface="본고딕 Normal"/>
              <a:ea typeface="본고딕 Normal"/>
            </a:endParaRPr>
          </a:p>
        </p:txBody>
      </p:sp>
      <p:sp>
        <p:nvSpPr>
          <p:cNvPr id="833" name="Freeform 11"/>
          <p:cNvSpPr/>
          <p:nvPr/>
        </p:nvSpPr>
        <p:spPr>
          <a:xfrm>
            <a:off x="621000" y="4889880"/>
            <a:ext cx="4154040" cy="1131480"/>
          </a:xfrm>
          <a:custGeom>
            <a:avLst/>
            <a:gdLst>
              <a:gd name="textAreaLeft" fmla="*/ 0 w 4154040"/>
              <a:gd name="textAreaRight" fmla="*/ 4154400 w 4154040"/>
              <a:gd name="textAreaTop" fmla="*/ 0 h 1131480"/>
              <a:gd name="textAreaBottom" fmla="*/ 1131840 h 1131480"/>
            </a:gdLst>
            <a:ahLst/>
            <a:rect l="textAreaLeft" t="textAreaTop" r="textAreaRight" b="textAreaBottom"/>
            <a:pathLst>
              <a:path w="2617" h="713">
                <a:moveTo>
                  <a:pt x="0" y="495"/>
                </a:moveTo>
                <a:lnTo>
                  <a:pt x="0" y="713"/>
                </a:lnTo>
                <a:lnTo>
                  <a:pt x="2617" y="713"/>
                </a:lnTo>
                <a:lnTo>
                  <a:pt x="2617" y="0"/>
                </a:lnTo>
                <a:lnTo>
                  <a:pt x="0" y="0"/>
                </a:lnTo>
                <a:lnTo>
                  <a:pt x="0" y="217"/>
                </a:lnTo>
              </a:path>
            </a:pathLst>
          </a:custGeom>
          <a:noFill/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34" name="Freeform 12"/>
          <p:cNvSpPr/>
          <p:nvPr/>
        </p:nvSpPr>
        <p:spPr>
          <a:xfrm>
            <a:off x="5351760" y="4889880"/>
            <a:ext cx="4152600" cy="1131480"/>
          </a:xfrm>
          <a:custGeom>
            <a:avLst/>
            <a:gdLst>
              <a:gd name="textAreaLeft" fmla="*/ 0 w 4152600"/>
              <a:gd name="textAreaRight" fmla="*/ 4152960 w 4152600"/>
              <a:gd name="textAreaTop" fmla="*/ 0 h 1131480"/>
              <a:gd name="textAreaBottom" fmla="*/ 1131840 h 1131480"/>
            </a:gdLst>
            <a:ahLst/>
            <a:rect l="textAreaLeft" t="textAreaTop" r="textAreaRight" b="textAreaBottom"/>
            <a:pathLst>
              <a:path w="2616" h="713">
                <a:moveTo>
                  <a:pt x="0" y="495"/>
                </a:moveTo>
                <a:lnTo>
                  <a:pt x="0" y="713"/>
                </a:lnTo>
                <a:lnTo>
                  <a:pt x="2616" y="713"/>
                </a:lnTo>
                <a:lnTo>
                  <a:pt x="2616" y="0"/>
                </a:lnTo>
                <a:lnTo>
                  <a:pt x="0" y="0"/>
                </a:lnTo>
                <a:lnTo>
                  <a:pt x="0" y="217"/>
                </a:lnTo>
              </a:path>
            </a:pathLst>
          </a:custGeom>
          <a:noFill/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35" name="Freeform 13"/>
          <p:cNvSpPr/>
          <p:nvPr/>
        </p:nvSpPr>
        <p:spPr>
          <a:xfrm>
            <a:off x="621000" y="3346560"/>
            <a:ext cx="4154040" cy="1134720"/>
          </a:xfrm>
          <a:custGeom>
            <a:avLst/>
            <a:gdLst>
              <a:gd name="textAreaLeft" fmla="*/ 0 w 4154040"/>
              <a:gd name="textAreaRight" fmla="*/ 4154400 w 4154040"/>
              <a:gd name="textAreaTop" fmla="*/ 0 h 1134720"/>
              <a:gd name="textAreaBottom" fmla="*/ 1135080 h 1134720"/>
            </a:gdLst>
            <a:ahLst/>
            <a:rect l="textAreaLeft" t="textAreaTop" r="textAreaRight" b="textAreaBottom"/>
            <a:pathLst>
              <a:path w="2617" h="715">
                <a:moveTo>
                  <a:pt x="0" y="496"/>
                </a:moveTo>
                <a:lnTo>
                  <a:pt x="0" y="715"/>
                </a:lnTo>
                <a:lnTo>
                  <a:pt x="2617" y="715"/>
                </a:lnTo>
                <a:lnTo>
                  <a:pt x="2617" y="0"/>
                </a:lnTo>
                <a:lnTo>
                  <a:pt x="0" y="0"/>
                </a:lnTo>
                <a:lnTo>
                  <a:pt x="0" y="218"/>
                </a:lnTo>
              </a:path>
            </a:pathLst>
          </a:custGeom>
          <a:noFill/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36" name="Freeform 14"/>
          <p:cNvSpPr/>
          <p:nvPr/>
        </p:nvSpPr>
        <p:spPr>
          <a:xfrm>
            <a:off x="5351760" y="3346560"/>
            <a:ext cx="4152600" cy="1134720"/>
          </a:xfrm>
          <a:custGeom>
            <a:avLst/>
            <a:gdLst>
              <a:gd name="textAreaLeft" fmla="*/ 0 w 4152600"/>
              <a:gd name="textAreaRight" fmla="*/ 4152960 w 4152600"/>
              <a:gd name="textAreaTop" fmla="*/ 0 h 1134720"/>
              <a:gd name="textAreaBottom" fmla="*/ 1135080 h 1134720"/>
            </a:gdLst>
            <a:ahLst/>
            <a:rect l="textAreaLeft" t="textAreaTop" r="textAreaRight" b="textAreaBottom"/>
            <a:pathLst>
              <a:path w="2616" h="715">
                <a:moveTo>
                  <a:pt x="0" y="496"/>
                </a:moveTo>
                <a:lnTo>
                  <a:pt x="0" y="715"/>
                </a:lnTo>
                <a:lnTo>
                  <a:pt x="2616" y="715"/>
                </a:lnTo>
                <a:lnTo>
                  <a:pt x="2616" y="0"/>
                </a:lnTo>
                <a:lnTo>
                  <a:pt x="0" y="0"/>
                </a:lnTo>
                <a:lnTo>
                  <a:pt x="0" y="218"/>
                </a:lnTo>
              </a:path>
            </a:pathLst>
          </a:custGeom>
          <a:noFill/>
          <a:ln w="9525">
            <a:solidFill>
              <a:srgbClr val="0024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37" name="Freeform 15"/>
          <p:cNvSpPr/>
          <p:nvPr/>
        </p:nvSpPr>
        <p:spPr>
          <a:xfrm>
            <a:off x="621000" y="1805400"/>
            <a:ext cx="4154040" cy="1134720"/>
          </a:xfrm>
          <a:custGeom>
            <a:avLst/>
            <a:gdLst>
              <a:gd name="textAreaLeft" fmla="*/ 0 w 4154040"/>
              <a:gd name="textAreaRight" fmla="*/ 4154400 w 4154040"/>
              <a:gd name="textAreaTop" fmla="*/ 0 h 1134720"/>
              <a:gd name="textAreaBottom" fmla="*/ 1135080 h 1134720"/>
            </a:gdLst>
            <a:ahLst/>
            <a:rect l="textAreaLeft" t="textAreaTop" r="textAreaRight" b="textAreaBottom"/>
            <a:pathLst>
              <a:path w="2617" h="715">
                <a:moveTo>
                  <a:pt x="0" y="497"/>
                </a:moveTo>
                <a:lnTo>
                  <a:pt x="0" y="715"/>
                </a:lnTo>
                <a:lnTo>
                  <a:pt x="2617" y="715"/>
                </a:lnTo>
                <a:lnTo>
                  <a:pt x="2617" y="0"/>
                </a:lnTo>
                <a:lnTo>
                  <a:pt x="0" y="0"/>
                </a:lnTo>
                <a:lnTo>
                  <a:pt x="0" y="218"/>
                </a:lnTo>
              </a:path>
            </a:pathLst>
          </a:custGeom>
          <a:noFill/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003760"/>
              </a:solidFill>
              <a:latin typeface="본고딕 Normal"/>
              <a:ea typeface="본고딕 Normal"/>
            </a:endParaRPr>
          </a:p>
        </p:txBody>
      </p:sp>
      <p:sp>
        <p:nvSpPr>
          <p:cNvPr id="838" name="Freeform 16"/>
          <p:cNvSpPr/>
          <p:nvPr/>
        </p:nvSpPr>
        <p:spPr>
          <a:xfrm>
            <a:off x="5351760" y="1805400"/>
            <a:ext cx="4152600" cy="1134720"/>
          </a:xfrm>
          <a:custGeom>
            <a:avLst/>
            <a:gdLst>
              <a:gd name="textAreaLeft" fmla="*/ 0 w 4152600"/>
              <a:gd name="textAreaRight" fmla="*/ 4152960 w 4152600"/>
              <a:gd name="textAreaTop" fmla="*/ 0 h 1134720"/>
              <a:gd name="textAreaBottom" fmla="*/ 1135080 h 1134720"/>
            </a:gdLst>
            <a:ahLst/>
            <a:rect l="textAreaLeft" t="textAreaTop" r="textAreaRight" b="textAreaBottom"/>
            <a:pathLst>
              <a:path w="2616" h="715">
                <a:moveTo>
                  <a:pt x="0" y="497"/>
                </a:moveTo>
                <a:lnTo>
                  <a:pt x="0" y="715"/>
                </a:lnTo>
                <a:lnTo>
                  <a:pt x="2616" y="715"/>
                </a:lnTo>
                <a:lnTo>
                  <a:pt x="2616" y="0"/>
                </a:lnTo>
                <a:lnTo>
                  <a:pt x="0" y="0"/>
                </a:lnTo>
                <a:lnTo>
                  <a:pt x="0" y="218"/>
                </a:lnTo>
              </a:path>
            </a:pathLst>
          </a:custGeom>
          <a:noFill/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39" name="Freeform 17"/>
          <p:cNvSpPr/>
          <p:nvPr/>
        </p:nvSpPr>
        <p:spPr>
          <a:xfrm>
            <a:off x="3249720" y="2246760"/>
            <a:ext cx="182160" cy="252000"/>
          </a:xfrm>
          <a:custGeom>
            <a:avLst/>
            <a:gdLst>
              <a:gd name="textAreaLeft" fmla="*/ 0 w 182160"/>
              <a:gd name="textAreaRight" fmla="*/ 182520 w 182160"/>
              <a:gd name="textAreaTop" fmla="*/ 0 h 252000"/>
              <a:gd name="textAreaBottom" fmla="*/ 252360 h 252000"/>
            </a:gdLst>
            <a:ahLst/>
            <a:rect l="textAreaLeft" t="textAreaTop" r="textAreaRight" b="textAreaBottom"/>
            <a:pathLst>
              <a:path w="77" h="106">
                <a:moveTo>
                  <a:pt x="54" y="40"/>
                </a:moveTo>
                <a:cubicBezTo>
                  <a:pt x="61" y="33"/>
                  <a:pt x="69" y="23"/>
                  <a:pt x="70" y="7"/>
                </a:cubicBezTo>
                <a:cubicBezTo>
                  <a:pt x="77" y="7"/>
                  <a:pt x="77" y="7"/>
                  <a:pt x="77" y="7"/>
                </a:cubicBezTo>
                <a:cubicBezTo>
                  <a:pt x="77" y="0"/>
                  <a:pt x="77" y="0"/>
                  <a:pt x="7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7"/>
                  <a:pt x="0" y="7"/>
                  <a:pt x="0" y="7"/>
                </a:cubicBezTo>
                <a:cubicBezTo>
                  <a:pt x="6" y="7"/>
                  <a:pt x="6" y="7"/>
                  <a:pt x="6" y="7"/>
                </a:cubicBezTo>
                <a:cubicBezTo>
                  <a:pt x="7" y="23"/>
                  <a:pt x="16" y="33"/>
                  <a:pt x="22" y="40"/>
                </a:cubicBezTo>
                <a:cubicBezTo>
                  <a:pt x="26" y="44"/>
                  <a:pt x="29" y="47"/>
                  <a:pt x="29" y="50"/>
                </a:cubicBezTo>
                <a:cubicBezTo>
                  <a:pt x="29" y="56"/>
                  <a:pt x="29" y="56"/>
                  <a:pt x="29" y="56"/>
                </a:cubicBezTo>
                <a:cubicBezTo>
                  <a:pt x="29" y="58"/>
                  <a:pt x="26" y="62"/>
                  <a:pt x="22" y="66"/>
                </a:cubicBezTo>
                <a:cubicBezTo>
                  <a:pt x="16" y="73"/>
                  <a:pt x="7" y="83"/>
                  <a:pt x="6" y="99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106"/>
                  <a:pt x="0" y="106"/>
                  <a:pt x="0" y="106"/>
                </a:cubicBezTo>
                <a:cubicBezTo>
                  <a:pt x="77" y="106"/>
                  <a:pt x="77" y="106"/>
                  <a:pt x="77" y="106"/>
                </a:cubicBezTo>
                <a:cubicBezTo>
                  <a:pt x="77" y="99"/>
                  <a:pt x="77" y="99"/>
                  <a:pt x="77" y="99"/>
                </a:cubicBezTo>
                <a:cubicBezTo>
                  <a:pt x="70" y="99"/>
                  <a:pt x="70" y="99"/>
                  <a:pt x="70" y="99"/>
                </a:cubicBezTo>
                <a:cubicBezTo>
                  <a:pt x="69" y="83"/>
                  <a:pt x="61" y="73"/>
                  <a:pt x="54" y="66"/>
                </a:cubicBezTo>
                <a:cubicBezTo>
                  <a:pt x="51" y="62"/>
                  <a:pt x="48" y="58"/>
                  <a:pt x="48" y="56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47"/>
                  <a:pt x="51" y="44"/>
                  <a:pt x="54" y="40"/>
                </a:cubicBezTo>
                <a:close/>
                <a:moveTo>
                  <a:pt x="49" y="71"/>
                </a:moveTo>
                <a:cubicBezTo>
                  <a:pt x="55" y="77"/>
                  <a:pt x="62" y="85"/>
                  <a:pt x="63" y="99"/>
                </a:cubicBezTo>
                <a:cubicBezTo>
                  <a:pt x="14" y="99"/>
                  <a:pt x="14" y="99"/>
                  <a:pt x="14" y="99"/>
                </a:cubicBezTo>
                <a:cubicBezTo>
                  <a:pt x="15" y="85"/>
                  <a:pt x="22" y="77"/>
                  <a:pt x="28" y="71"/>
                </a:cubicBezTo>
                <a:cubicBezTo>
                  <a:pt x="32" y="66"/>
                  <a:pt x="36" y="61"/>
                  <a:pt x="36" y="56"/>
                </a:cubicBezTo>
                <a:cubicBezTo>
                  <a:pt x="36" y="50"/>
                  <a:pt x="36" y="50"/>
                  <a:pt x="36" y="50"/>
                </a:cubicBezTo>
                <a:cubicBezTo>
                  <a:pt x="36" y="45"/>
                  <a:pt x="32" y="40"/>
                  <a:pt x="28" y="35"/>
                </a:cubicBezTo>
                <a:cubicBezTo>
                  <a:pt x="22" y="29"/>
                  <a:pt x="15" y="20"/>
                  <a:pt x="14" y="7"/>
                </a:cubicBezTo>
                <a:cubicBezTo>
                  <a:pt x="63" y="7"/>
                  <a:pt x="63" y="7"/>
                  <a:pt x="63" y="7"/>
                </a:cubicBezTo>
                <a:cubicBezTo>
                  <a:pt x="62" y="20"/>
                  <a:pt x="55" y="29"/>
                  <a:pt x="49" y="35"/>
                </a:cubicBezTo>
                <a:cubicBezTo>
                  <a:pt x="44" y="40"/>
                  <a:pt x="41" y="45"/>
                  <a:pt x="41" y="50"/>
                </a:cubicBezTo>
                <a:cubicBezTo>
                  <a:pt x="41" y="56"/>
                  <a:pt x="41" y="56"/>
                  <a:pt x="41" y="56"/>
                </a:cubicBezTo>
                <a:cubicBezTo>
                  <a:pt x="41" y="61"/>
                  <a:pt x="44" y="66"/>
                  <a:pt x="49" y="7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40" name="Freeform 18"/>
          <p:cNvSpPr/>
          <p:nvPr/>
        </p:nvSpPr>
        <p:spPr>
          <a:xfrm>
            <a:off x="3305520" y="2413440"/>
            <a:ext cx="69480" cy="48960"/>
          </a:xfrm>
          <a:custGeom>
            <a:avLst/>
            <a:gdLst>
              <a:gd name="textAreaLeft" fmla="*/ 0 w 69480"/>
              <a:gd name="textAreaRight" fmla="*/ 69840 w 69480"/>
              <a:gd name="textAreaTop" fmla="*/ 0 h 48960"/>
              <a:gd name="textAreaBottom" fmla="*/ 49320 h 48960"/>
            </a:gdLst>
            <a:ahLst/>
            <a:rect l="textAreaLeft" t="textAreaTop" r="textAreaRight" b="textAreaBottom"/>
            <a:pathLst>
              <a:path w="44" h="31">
                <a:moveTo>
                  <a:pt x="0" y="31"/>
                </a:moveTo>
                <a:lnTo>
                  <a:pt x="44" y="31"/>
                </a:lnTo>
                <a:lnTo>
                  <a:pt x="22" y="0"/>
                </a:lnTo>
                <a:lnTo>
                  <a:pt x="0" y="31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24480" bIns="2448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41" name="Freeform 19"/>
          <p:cNvSpPr/>
          <p:nvPr/>
        </p:nvSpPr>
        <p:spPr>
          <a:xfrm>
            <a:off x="7886880" y="3797640"/>
            <a:ext cx="317160" cy="232920"/>
          </a:xfrm>
          <a:custGeom>
            <a:avLst/>
            <a:gdLst>
              <a:gd name="textAreaLeft" fmla="*/ 0 w 317160"/>
              <a:gd name="textAreaRight" fmla="*/ 317520 w 317160"/>
              <a:gd name="textAreaTop" fmla="*/ 0 h 232920"/>
              <a:gd name="textAreaBottom" fmla="*/ 233280 h 232920"/>
            </a:gdLst>
            <a:ahLst/>
            <a:rect l="textAreaLeft" t="textAreaTop" r="textAreaRight" b="textAreaBottom"/>
            <a:pathLst>
              <a:path w="134" h="98">
                <a:moveTo>
                  <a:pt x="134" y="45"/>
                </a:moveTo>
                <a:cubicBezTo>
                  <a:pt x="134" y="44"/>
                  <a:pt x="134" y="44"/>
                  <a:pt x="134" y="44"/>
                </a:cubicBezTo>
                <a:cubicBezTo>
                  <a:pt x="117" y="10"/>
                  <a:pt x="117" y="10"/>
                  <a:pt x="117" y="10"/>
                </a:cubicBezTo>
                <a:cubicBezTo>
                  <a:pt x="117" y="10"/>
                  <a:pt x="117" y="10"/>
                  <a:pt x="117" y="10"/>
                </a:cubicBezTo>
                <a:cubicBezTo>
                  <a:pt x="117" y="3"/>
                  <a:pt x="117" y="3"/>
                  <a:pt x="117" y="3"/>
                </a:cubicBezTo>
                <a:cubicBezTo>
                  <a:pt x="73" y="3"/>
                  <a:pt x="73" y="3"/>
                  <a:pt x="73" y="3"/>
                </a:cubicBezTo>
                <a:cubicBezTo>
                  <a:pt x="72" y="1"/>
                  <a:pt x="70" y="0"/>
                  <a:pt x="67" y="0"/>
                </a:cubicBezTo>
                <a:cubicBezTo>
                  <a:pt x="65" y="0"/>
                  <a:pt x="63" y="1"/>
                  <a:pt x="61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8" y="10"/>
                  <a:pt x="18" y="10"/>
                  <a:pt x="18" y="10"/>
                </a:cubicBezTo>
                <a:cubicBezTo>
                  <a:pt x="18" y="10"/>
                  <a:pt x="18" y="10"/>
                  <a:pt x="18" y="10"/>
                </a:cubicBezTo>
                <a:cubicBezTo>
                  <a:pt x="1" y="44"/>
                  <a:pt x="1" y="44"/>
                  <a:pt x="1" y="44"/>
                </a:cubicBezTo>
                <a:cubicBezTo>
                  <a:pt x="1" y="45"/>
                  <a:pt x="1" y="45"/>
                  <a:pt x="1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1" y="51"/>
                  <a:pt x="5" y="64"/>
                  <a:pt x="20" y="64"/>
                </a:cubicBezTo>
                <a:cubicBezTo>
                  <a:pt x="35" y="64"/>
                  <a:pt x="40" y="51"/>
                  <a:pt x="40" y="45"/>
                </a:cubicBezTo>
                <a:cubicBezTo>
                  <a:pt x="40" y="45"/>
                  <a:pt x="40" y="45"/>
                  <a:pt x="40" y="45"/>
                </a:cubicBezTo>
                <a:cubicBezTo>
                  <a:pt x="40" y="44"/>
                  <a:pt x="40" y="44"/>
                  <a:pt x="40" y="44"/>
                </a:cubicBezTo>
                <a:cubicBezTo>
                  <a:pt x="22" y="10"/>
                  <a:pt x="22" y="10"/>
                  <a:pt x="22" y="10"/>
                </a:cubicBezTo>
                <a:cubicBezTo>
                  <a:pt x="60" y="10"/>
                  <a:pt x="60" y="10"/>
                  <a:pt x="60" y="10"/>
                </a:cubicBezTo>
                <a:cubicBezTo>
                  <a:pt x="61" y="12"/>
                  <a:pt x="62" y="13"/>
                  <a:pt x="64" y="14"/>
                </a:cubicBezTo>
                <a:cubicBezTo>
                  <a:pt x="64" y="91"/>
                  <a:pt x="64" y="91"/>
                  <a:pt x="64" y="91"/>
                </a:cubicBezTo>
                <a:cubicBezTo>
                  <a:pt x="33" y="91"/>
                  <a:pt x="33" y="91"/>
                  <a:pt x="33" y="91"/>
                </a:cubicBezTo>
                <a:cubicBezTo>
                  <a:pt x="33" y="98"/>
                  <a:pt x="33" y="98"/>
                  <a:pt x="33" y="98"/>
                </a:cubicBezTo>
                <a:cubicBezTo>
                  <a:pt x="103" y="98"/>
                  <a:pt x="103" y="98"/>
                  <a:pt x="103" y="98"/>
                </a:cubicBezTo>
                <a:cubicBezTo>
                  <a:pt x="103" y="91"/>
                  <a:pt x="103" y="91"/>
                  <a:pt x="103" y="91"/>
                </a:cubicBezTo>
                <a:cubicBezTo>
                  <a:pt x="71" y="91"/>
                  <a:pt x="71" y="91"/>
                  <a:pt x="71" y="91"/>
                </a:cubicBezTo>
                <a:cubicBezTo>
                  <a:pt x="71" y="14"/>
                  <a:pt x="71" y="14"/>
                  <a:pt x="71" y="14"/>
                </a:cubicBezTo>
                <a:cubicBezTo>
                  <a:pt x="73" y="13"/>
                  <a:pt x="74" y="12"/>
                  <a:pt x="75" y="10"/>
                </a:cubicBezTo>
                <a:cubicBezTo>
                  <a:pt x="112" y="10"/>
                  <a:pt x="112" y="10"/>
                  <a:pt x="112" y="10"/>
                </a:cubicBezTo>
                <a:cubicBezTo>
                  <a:pt x="95" y="44"/>
                  <a:pt x="95" y="44"/>
                  <a:pt x="95" y="44"/>
                </a:cubicBezTo>
                <a:cubicBezTo>
                  <a:pt x="95" y="45"/>
                  <a:pt x="95" y="45"/>
                  <a:pt x="95" y="45"/>
                </a:cubicBezTo>
                <a:cubicBezTo>
                  <a:pt x="95" y="45"/>
                  <a:pt x="95" y="45"/>
                  <a:pt x="95" y="45"/>
                </a:cubicBezTo>
                <a:cubicBezTo>
                  <a:pt x="95" y="51"/>
                  <a:pt x="100" y="64"/>
                  <a:pt x="114" y="64"/>
                </a:cubicBezTo>
                <a:cubicBezTo>
                  <a:pt x="129" y="64"/>
                  <a:pt x="134" y="51"/>
                  <a:pt x="134" y="45"/>
                </a:cubicBezTo>
                <a:close/>
                <a:moveTo>
                  <a:pt x="33" y="46"/>
                </a:moveTo>
                <a:cubicBezTo>
                  <a:pt x="32" y="50"/>
                  <a:pt x="29" y="57"/>
                  <a:pt x="20" y="57"/>
                </a:cubicBezTo>
                <a:cubicBezTo>
                  <a:pt x="11" y="57"/>
                  <a:pt x="9" y="50"/>
                  <a:pt x="8" y="46"/>
                </a:cubicBezTo>
                <a:cubicBezTo>
                  <a:pt x="20" y="22"/>
                  <a:pt x="20" y="22"/>
                  <a:pt x="20" y="22"/>
                </a:cubicBezTo>
                <a:lnTo>
                  <a:pt x="33" y="46"/>
                </a:lnTo>
                <a:close/>
                <a:moveTo>
                  <a:pt x="114" y="57"/>
                </a:moveTo>
                <a:cubicBezTo>
                  <a:pt x="106" y="57"/>
                  <a:pt x="103" y="50"/>
                  <a:pt x="102" y="46"/>
                </a:cubicBezTo>
                <a:cubicBezTo>
                  <a:pt x="114" y="22"/>
                  <a:pt x="114" y="22"/>
                  <a:pt x="114" y="22"/>
                </a:cubicBezTo>
                <a:cubicBezTo>
                  <a:pt x="127" y="46"/>
                  <a:pt x="127" y="46"/>
                  <a:pt x="127" y="46"/>
                </a:cubicBezTo>
                <a:cubicBezTo>
                  <a:pt x="126" y="50"/>
                  <a:pt x="123" y="57"/>
                  <a:pt x="114" y="5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42" name="Freeform 20"/>
          <p:cNvSpPr/>
          <p:nvPr/>
        </p:nvSpPr>
        <p:spPr>
          <a:xfrm>
            <a:off x="7950600" y="5307120"/>
            <a:ext cx="253800" cy="296640"/>
          </a:xfrm>
          <a:custGeom>
            <a:avLst/>
            <a:gdLst>
              <a:gd name="textAreaLeft" fmla="*/ 0 w 253800"/>
              <a:gd name="textAreaRight" fmla="*/ 254160 w 253800"/>
              <a:gd name="textAreaTop" fmla="*/ 0 h 296640"/>
              <a:gd name="textAreaBottom" fmla="*/ 297000 h 296640"/>
            </a:gdLst>
            <a:ahLst/>
            <a:rect l="textAreaLeft" t="textAreaTop" r="textAreaRight" b="textAreaBottom"/>
            <a:pathLst>
              <a:path w="107" h="125">
                <a:moveTo>
                  <a:pt x="91" y="7"/>
                </a:moveTo>
                <a:cubicBezTo>
                  <a:pt x="91" y="0"/>
                  <a:pt x="91" y="0"/>
                  <a:pt x="91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19"/>
                  <a:pt x="6" y="125"/>
                  <a:pt x="13" y="125"/>
                </a:cubicBezTo>
                <a:cubicBezTo>
                  <a:pt x="107" y="125"/>
                  <a:pt x="107" y="125"/>
                  <a:pt x="107" y="125"/>
                </a:cubicBezTo>
                <a:cubicBezTo>
                  <a:pt x="107" y="7"/>
                  <a:pt x="107" y="7"/>
                  <a:pt x="107" y="7"/>
                </a:cubicBezTo>
                <a:lnTo>
                  <a:pt x="91" y="7"/>
                </a:lnTo>
                <a:close/>
                <a:moveTo>
                  <a:pt x="7" y="13"/>
                </a:moveTo>
                <a:cubicBezTo>
                  <a:pt x="7" y="10"/>
                  <a:pt x="10" y="7"/>
                  <a:pt x="13" y="7"/>
                </a:cubicBezTo>
                <a:cubicBezTo>
                  <a:pt x="84" y="7"/>
                  <a:pt x="84" y="7"/>
                  <a:pt x="84" y="7"/>
                </a:cubicBezTo>
                <a:cubicBezTo>
                  <a:pt x="84" y="99"/>
                  <a:pt x="84" y="99"/>
                  <a:pt x="84" y="99"/>
                </a:cubicBezTo>
                <a:cubicBezTo>
                  <a:pt x="13" y="99"/>
                  <a:pt x="13" y="99"/>
                  <a:pt x="13" y="99"/>
                </a:cubicBezTo>
                <a:cubicBezTo>
                  <a:pt x="11" y="99"/>
                  <a:pt x="9" y="99"/>
                  <a:pt x="7" y="100"/>
                </a:cubicBezTo>
                <a:lnTo>
                  <a:pt x="7" y="13"/>
                </a:lnTo>
                <a:close/>
                <a:moveTo>
                  <a:pt x="99" y="118"/>
                </a:moveTo>
                <a:cubicBezTo>
                  <a:pt x="13" y="118"/>
                  <a:pt x="13" y="118"/>
                  <a:pt x="13" y="118"/>
                </a:cubicBezTo>
                <a:cubicBezTo>
                  <a:pt x="10" y="118"/>
                  <a:pt x="7" y="115"/>
                  <a:pt x="7" y="112"/>
                </a:cubicBezTo>
                <a:cubicBezTo>
                  <a:pt x="7" y="109"/>
                  <a:pt x="10" y="106"/>
                  <a:pt x="13" y="106"/>
                </a:cubicBezTo>
                <a:cubicBezTo>
                  <a:pt x="91" y="106"/>
                  <a:pt x="91" y="106"/>
                  <a:pt x="91" y="106"/>
                </a:cubicBezTo>
                <a:cubicBezTo>
                  <a:pt x="91" y="15"/>
                  <a:pt x="91" y="15"/>
                  <a:pt x="91" y="15"/>
                </a:cubicBezTo>
                <a:cubicBezTo>
                  <a:pt x="99" y="15"/>
                  <a:pt x="99" y="15"/>
                  <a:pt x="99" y="15"/>
                </a:cubicBezTo>
                <a:lnTo>
                  <a:pt x="99" y="118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43" name="Freeform 21"/>
          <p:cNvSpPr/>
          <p:nvPr/>
        </p:nvSpPr>
        <p:spPr>
          <a:xfrm>
            <a:off x="7998120" y="5358240"/>
            <a:ext cx="128160" cy="58320"/>
          </a:xfrm>
          <a:custGeom>
            <a:avLst/>
            <a:gdLst>
              <a:gd name="textAreaLeft" fmla="*/ 0 w 128160"/>
              <a:gd name="textAreaRight" fmla="*/ 128520 w 128160"/>
              <a:gd name="textAreaTop" fmla="*/ 0 h 58320"/>
              <a:gd name="textAreaBottom" fmla="*/ 58680 h 58320"/>
            </a:gdLst>
            <a:ahLst/>
            <a:rect l="textAreaLeft" t="textAreaTop" r="textAreaRight" b="textAreaBottom"/>
            <a:pathLst>
              <a:path w="81" h="37">
                <a:moveTo>
                  <a:pt x="81" y="0"/>
                </a:moveTo>
                <a:lnTo>
                  <a:pt x="0" y="0"/>
                </a:lnTo>
                <a:lnTo>
                  <a:pt x="0" y="37"/>
                </a:lnTo>
                <a:lnTo>
                  <a:pt x="81" y="37"/>
                </a:lnTo>
                <a:lnTo>
                  <a:pt x="81" y="0"/>
                </a:lnTo>
                <a:close/>
                <a:moveTo>
                  <a:pt x="70" y="25"/>
                </a:moveTo>
                <a:lnTo>
                  <a:pt x="10" y="25"/>
                </a:lnTo>
                <a:lnTo>
                  <a:pt x="10" y="10"/>
                </a:lnTo>
                <a:lnTo>
                  <a:pt x="70" y="10"/>
                </a:lnTo>
                <a:lnTo>
                  <a:pt x="70" y="25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29160" bIns="2916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44" name="Freeform 22"/>
          <p:cNvSpPr/>
          <p:nvPr/>
        </p:nvSpPr>
        <p:spPr>
          <a:xfrm>
            <a:off x="3197520" y="5396040"/>
            <a:ext cx="285480" cy="186840"/>
          </a:xfrm>
          <a:custGeom>
            <a:avLst/>
            <a:gdLst>
              <a:gd name="textAreaLeft" fmla="*/ 0 w 285480"/>
              <a:gd name="textAreaRight" fmla="*/ 285840 w 285480"/>
              <a:gd name="textAreaTop" fmla="*/ 0 h 186840"/>
              <a:gd name="textAreaBottom" fmla="*/ 187200 h 186840"/>
            </a:gdLst>
            <a:ahLst/>
            <a:rect l="textAreaLeft" t="textAreaTop" r="textAreaRight" b="textAreaBottom"/>
            <a:pathLst>
              <a:path w="180" h="118">
                <a:moveTo>
                  <a:pt x="0" y="0"/>
                </a:moveTo>
                <a:lnTo>
                  <a:pt x="0" y="10"/>
                </a:lnTo>
                <a:lnTo>
                  <a:pt x="2" y="10"/>
                </a:lnTo>
                <a:lnTo>
                  <a:pt x="2" y="118"/>
                </a:lnTo>
                <a:lnTo>
                  <a:pt x="180" y="118"/>
                </a:lnTo>
                <a:lnTo>
                  <a:pt x="180" y="10"/>
                </a:lnTo>
                <a:lnTo>
                  <a:pt x="180" y="10"/>
                </a:lnTo>
                <a:lnTo>
                  <a:pt x="180" y="0"/>
                </a:lnTo>
                <a:lnTo>
                  <a:pt x="0" y="0"/>
                </a:lnTo>
                <a:close/>
                <a:moveTo>
                  <a:pt x="159" y="10"/>
                </a:moveTo>
                <a:lnTo>
                  <a:pt x="90" y="62"/>
                </a:lnTo>
                <a:lnTo>
                  <a:pt x="21" y="10"/>
                </a:lnTo>
                <a:lnTo>
                  <a:pt x="159" y="10"/>
                </a:lnTo>
                <a:close/>
                <a:moveTo>
                  <a:pt x="169" y="107"/>
                </a:moveTo>
                <a:lnTo>
                  <a:pt x="12" y="107"/>
                </a:lnTo>
                <a:lnTo>
                  <a:pt x="12" y="18"/>
                </a:lnTo>
                <a:lnTo>
                  <a:pt x="90" y="76"/>
                </a:lnTo>
                <a:lnTo>
                  <a:pt x="169" y="18"/>
                </a:lnTo>
                <a:lnTo>
                  <a:pt x="169" y="107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45" name="Freeform 23"/>
          <p:cNvSpPr/>
          <p:nvPr/>
        </p:nvSpPr>
        <p:spPr>
          <a:xfrm>
            <a:off x="3259440" y="5326200"/>
            <a:ext cx="163080" cy="61560"/>
          </a:xfrm>
          <a:custGeom>
            <a:avLst/>
            <a:gdLst>
              <a:gd name="textAreaLeft" fmla="*/ 0 w 163080"/>
              <a:gd name="textAreaRight" fmla="*/ 163440 w 163080"/>
              <a:gd name="textAreaTop" fmla="*/ 0 h 61560"/>
              <a:gd name="textAreaBottom" fmla="*/ 61920 h 61560"/>
            </a:gdLst>
            <a:ahLst/>
            <a:rect l="textAreaLeft" t="textAreaTop" r="textAreaRight" b="textAreaBottom"/>
            <a:pathLst>
              <a:path w="69" h="26">
                <a:moveTo>
                  <a:pt x="17" y="23"/>
                </a:moveTo>
                <a:cubicBezTo>
                  <a:pt x="17" y="14"/>
                  <a:pt x="25" y="8"/>
                  <a:pt x="34" y="8"/>
                </a:cubicBezTo>
                <a:cubicBezTo>
                  <a:pt x="43" y="8"/>
                  <a:pt x="50" y="14"/>
                  <a:pt x="50" y="23"/>
                </a:cubicBezTo>
                <a:cubicBezTo>
                  <a:pt x="50" y="26"/>
                  <a:pt x="50" y="26"/>
                  <a:pt x="50" y="26"/>
                </a:cubicBezTo>
                <a:cubicBezTo>
                  <a:pt x="69" y="26"/>
                  <a:pt x="69" y="26"/>
                  <a:pt x="69" y="26"/>
                </a:cubicBezTo>
                <a:cubicBezTo>
                  <a:pt x="69" y="19"/>
                  <a:pt x="69" y="19"/>
                  <a:pt x="69" y="19"/>
                </a:cubicBezTo>
                <a:cubicBezTo>
                  <a:pt x="57" y="19"/>
                  <a:pt x="57" y="19"/>
                  <a:pt x="57" y="19"/>
                </a:cubicBezTo>
                <a:cubicBezTo>
                  <a:pt x="55" y="9"/>
                  <a:pt x="45" y="0"/>
                  <a:pt x="34" y="0"/>
                </a:cubicBezTo>
                <a:cubicBezTo>
                  <a:pt x="22" y="0"/>
                  <a:pt x="12" y="9"/>
                  <a:pt x="10" y="1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26"/>
                  <a:pt x="0" y="26"/>
                  <a:pt x="0" y="26"/>
                </a:cubicBezTo>
                <a:cubicBezTo>
                  <a:pt x="17" y="26"/>
                  <a:pt x="17" y="26"/>
                  <a:pt x="17" y="26"/>
                </a:cubicBezTo>
                <a:lnTo>
                  <a:pt x="17" y="23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30960" bIns="3096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46" name="Freeform 24"/>
          <p:cNvSpPr/>
          <p:nvPr/>
        </p:nvSpPr>
        <p:spPr>
          <a:xfrm>
            <a:off x="3164400" y="3759480"/>
            <a:ext cx="298080" cy="301320"/>
          </a:xfrm>
          <a:custGeom>
            <a:avLst/>
            <a:gdLst>
              <a:gd name="textAreaLeft" fmla="*/ 0 w 298080"/>
              <a:gd name="textAreaRight" fmla="*/ 298440 w 298080"/>
              <a:gd name="textAreaTop" fmla="*/ 0 h 301320"/>
              <a:gd name="textAreaBottom" fmla="*/ 301680 h 301320"/>
            </a:gdLst>
            <a:ahLst/>
            <a:rect l="textAreaLeft" t="textAreaTop" r="textAreaRight" b="textAreaBottom"/>
            <a:pathLst>
              <a:path w="126" h="127">
                <a:moveTo>
                  <a:pt x="114" y="13"/>
                </a:moveTo>
                <a:cubicBezTo>
                  <a:pt x="102" y="1"/>
                  <a:pt x="82" y="0"/>
                  <a:pt x="69" y="11"/>
                </a:cubicBezTo>
                <a:cubicBezTo>
                  <a:pt x="66" y="8"/>
                  <a:pt x="66" y="8"/>
                  <a:pt x="66" y="8"/>
                </a:cubicBezTo>
                <a:cubicBezTo>
                  <a:pt x="50" y="24"/>
                  <a:pt x="50" y="24"/>
                  <a:pt x="50" y="24"/>
                </a:cubicBezTo>
                <a:cubicBezTo>
                  <a:pt x="55" y="28"/>
                  <a:pt x="55" y="28"/>
                  <a:pt x="55" y="28"/>
                </a:cubicBezTo>
                <a:cubicBezTo>
                  <a:pt x="52" y="34"/>
                  <a:pt x="52" y="39"/>
                  <a:pt x="53" y="45"/>
                </a:cubicBezTo>
                <a:cubicBezTo>
                  <a:pt x="2" y="106"/>
                  <a:pt x="2" y="106"/>
                  <a:pt x="2" y="106"/>
                </a:cubicBezTo>
                <a:cubicBezTo>
                  <a:pt x="9" y="113"/>
                  <a:pt x="9" y="113"/>
                  <a:pt x="9" y="113"/>
                </a:cubicBezTo>
                <a:cubicBezTo>
                  <a:pt x="0" y="122"/>
                  <a:pt x="0" y="122"/>
                  <a:pt x="0" y="122"/>
                </a:cubicBezTo>
                <a:cubicBezTo>
                  <a:pt x="5" y="127"/>
                  <a:pt x="5" y="127"/>
                  <a:pt x="5" y="127"/>
                </a:cubicBezTo>
                <a:cubicBezTo>
                  <a:pt x="14" y="118"/>
                  <a:pt x="14" y="118"/>
                  <a:pt x="14" y="118"/>
                </a:cubicBezTo>
                <a:cubicBezTo>
                  <a:pt x="21" y="125"/>
                  <a:pt x="21" y="125"/>
                  <a:pt x="21" y="125"/>
                </a:cubicBezTo>
                <a:cubicBezTo>
                  <a:pt x="82" y="74"/>
                  <a:pt x="82" y="74"/>
                  <a:pt x="82" y="74"/>
                </a:cubicBezTo>
                <a:cubicBezTo>
                  <a:pt x="83" y="74"/>
                  <a:pt x="85" y="74"/>
                  <a:pt x="86" y="74"/>
                </a:cubicBezTo>
                <a:cubicBezTo>
                  <a:pt x="90" y="74"/>
                  <a:pt x="94" y="73"/>
                  <a:pt x="98" y="72"/>
                </a:cubicBezTo>
                <a:cubicBezTo>
                  <a:pt x="103" y="77"/>
                  <a:pt x="103" y="77"/>
                  <a:pt x="103" y="77"/>
                </a:cubicBezTo>
                <a:cubicBezTo>
                  <a:pt x="119" y="61"/>
                  <a:pt x="119" y="61"/>
                  <a:pt x="119" y="61"/>
                </a:cubicBezTo>
                <a:cubicBezTo>
                  <a:pt x="115" y="57"/>
                  <a:pt x="115" y="57"/>
                  <a:pt x="115" y="57"/>
                </a:cubicBezTo>
                <a:cubicBezTo>
                  <a:pt x="126" y="44"/>
                  <a:pt x="126" y="25"/>
                  <a:pt x="114" y="13"/>
                </a:cubicBezTo>
                <a:close/>
                <a:moveTo>
                  <a:pt x="21" y="115"/>
                </a:moveTo>
                <a:cubicBezTo>
                  <a:pt x="11" y="105"/>
                  <a:pt x="11" y="105"/>
                  <a:pt x="11" y="105"/>
                </a:cubicBezTo>
                <a:cubicBezTo>
                  <a:pt x="55" y="53"/>
                  <a:pt x="55" y="53"/>
                  <a:pt x="55" y="53"/>
                </a:cubicBezTo>
                <a:cubicBezTo>
                  <a:pt x="57" y="57"/>
                  <a:pt x="59" y="61"/>
                  <a:pt x="62" y="64"/>
                </a:cubicBezTo>
                <a:cubicBezTo>
                  <a:pt x="66" y="67"/>
                  <a:pt x="69" y="70"/>
                  <a:pt x="73" y="71"/>
                </a:cubicBezTo>
                <a:lnTo>
                  <a:pt x="21" y="115"/>
                </a:lnTo>
                <a:close/>
                <a:moveTo>
                  <a:pt x="67" y="59"/>
                </a:moveTo>
                <a:cubicBezTo>
                  <a:pt x="61" y="52"/>
                  <a:pt x="58" y="43"/>
                  <a:pt x="60" y="34"/>
                </a:cubicBezTo>
                <a:cubicBezTo>
                  <a:pt x="92" y="66"/>
                  <a:pt x="92" y="66"/>
                  <a:pt x="92" y="66"/>
                </a:cubicBezTo>
                <a:cubicBezTo>
                  <a:pt x="84" y="68"/>
                  <a:pt x="74" y="66"/>
                  <a:pt x="67" y="59"/>
                </a:cubicBezTo>
                <a:close/>
                <a:moveTo>
                  <a:pt x="103" y="66"/>
                </a:moveTo>
                <a:cubicBezTo>
                  <a:pt x="60" y="24"/>
                  <a:pt x="60" y="24"/>
                  <a:pt x="60" y="24"/>
                </a:cubicBezTo>
                <a:cubicBezTo>
                  <a:pt x="66" y="18"/>
                  <a:pt x="66" y="18"/>
                  <a:pt x="66" y="18"/>
                </a:cubicBezTo>
                <a:cubicBezTo>
                  <a:pt x="108" y="61"/>
                  <a:pt x="108" y="61"/>
                  <a:pt x="108" y="61"/>
                </a:cubicBezTo>
                <a:lnTo>
                  <a:pt x="103" y="66"/>
                </a:lnTo>
                <a:close/>
                <a:moveTo>
                  <a:pt x="74" y="16"/>
                </a:moveTo>
                <a:cubicBezTo>
                  <a:pt x="85" y="8"/>
                  <a:pt x="99" y="9"/>
                  <a:pt x="109" y="18"/>
                </a:cubicBezTo>
                <a:cubicBezTo>
                  <a:pt x="118" y="27"/>
                  <a:pt x="118" y="42"/>
                  <a:pt x="110" y="52"/>
                </a:cubicBezTo>
                <a:lnTo>
                  <a:pt x="74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47" name="Freeform 25"/>
          <p:cNvSpPr/>
          <p:nvPr/>
        </p:nvSpPr>
        <p:spPr>
          <a:xfrm>
            <a:off x="7942680" y="2227680"/>
            <a:ext cx="267840" cy="290160"/>
          </a:xfrm>
          <a:custGeom>
            <a:avLst/>
            <a:gdLst>
              <a:gd name="textAreaLeft" fmla="*/ 0 w 267840"/>
              <a:gd name="textAreaRight" fmla="*/ 268200 w 267840"/>
              <a:gd name="textAreaTop" fmla="*/ 0 h 290160"/>
              <a:gd name="textAreaBottom" fmla="*/ 290520 h 290160"/>
            </a:gdLst>
            <a:ahLst/>
            <a:rect l="textAreaLeft" t="textAreaTop" r="textAreaRight" b="textAreaBottom"/>
            <a:pathLst>
              <a:path w="169" h="183">
                <a:moveTo>
                  <a:pt x="101" y="48"/>
                </a:moveTo>
                <a:lnTo>
                  <a:pt x="122" y="5"/>
                </a:lnTo>
                <a:lnTo>
                  <a:pt x="113" y="0"/>
                </a:lnTo>
                <a:lnTo>
                  <a:pt x="89" y="48"/>
                </a:lnTo>
                <a:lnTo>
                  <a:pt x="80" y="48"/>
                </a:lnTo>
                <a:lnTo>
                  <a:pt x="66" y="18"/>
                </a:lnTo>
                <a:lnTo>
                  <a:pt x="56" y="23"/>
                </a:lnTo>
                <a:lnTo>
                  <a:pt x="68" y="48"/>
                </a:lnTo>
                <a:lnTo>
                  <a:pt x="0" y="48"/>
                </a:lnTo>
                <a:lnTo>
                  <a:pt x="0" y="183"/>
                </a:lnTo>
                <a:lnTo>
                  <a:pt x="169" y="183"/>
                </a:lnTo>
                <a:lnTo>
                  <a:pt x="169" y="48"/>
                </a:lnTo>
                <a:lnTo>
                  <a:pt x="101" y="48"/>
                </a:lnTo>
                <a:close/>
                <a:moveTo>
                  <a:pt x="159" y="172"/>
                </a:moveTo>
                <a:lnTo>
                  <a:pt x="11" y="172"/>
                </a:lnTo>
                <a:lnTo>
                  <a:pt x="11" y="59"/>
                </a:lnTo>
                <a:lnTo>
                  <a:pt x="159" y="59"/>
                </a:lnTo>
                <a:lnTo>
                  <a:pt x="159" y="172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48" name="Freeform 26"/>
          <p:cNvSpPr/>
          <p:nvPr/>
        </p:nvSpPr>
        <p:spPr>
          <a:xfrm>
            <a:off x="7974360" y="2332440"/>
            <a:ext cx="202680" cy="142560"/>
          </a:xfrm>
          <a:custGeom>
            <a:avLst/>
            <a:gdLst>
              <a:gd name="textAreaLeft" fmla="*/ 0 w 202680"/>
              <a:gd name="textAreaRight" fmla="*/ 203040 w 202680"/>
              <a:gd name="textAreaTop" fmla="*/ 0 h 142560"/>
              <a:gd name="textAreaBottom" fmla="*/ 142920 h 142560"/>
            </a:gdLst>
            <a:ahLst/>
            <a:rect l="textAreaLeft" t="textAreaTop" r="textAreaRight" b="textAreaBottom"/>
            <a:pathLst>
              <a:path w="128" h="90">
                <a:moveTo>
                  <a:pt x="124" y="90"/>
                </a:moveTo>
                <a:lnTo>
                  <a:pt x="128" y="90"/>
                </a:lnTo>
                <a:lnTo>
                  <a:pt x="128" y="0"/>
                </a:lnTo>
                <a:lnTo>
                  <a:pt x="0" y="0"/>
                </a:lnTo>
                <a:lnTo>
                  <a:pt x="0" y="6"/>
                </a:lnTo>
                <a:lnTo>
                  <a:pt x="0" y="6"/>
                </a:lnTo>
                <a:lnTo>
                  <a:pt x="0" y="90"/>
                </a:lnTo>
                <a:lnTo>
                  <a:pt x="124" y="90"/>
                </a:lnTo>
                <a:lnTo>
                  <a:pt x="124" y="90"/>
                </a:lnTo>
                <a:close/>
                <a:moveTo>
                  <a:pt x="118" y="79"/>
                </a:moveTo>
                <a:lnTo>
                  <a:pt x="12" y="79"/>
                </a:lnTo>
                <a:lnTo>
                  <a:pt x="12" y="11"/>
                </a:lnTo>
                <a:lnTo>
                  <a:pt x="118" y="11"/>
                </a:lnTo>
                <a:lnTo>
                  <a:pt x="118" y="7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49" name="Line 27"/>
          <p:cNvSpPr/>
          <p:nvPr/>
        </p:nvSpPr>
        <p:spPr>
          <a:xfrm>
            <a:off x="3803760" y="2033640"/>
            <a:ext cx="360" cy="677880"/>
          </a:xfrm>
          <a:prstGeom prst="line">
            <a:avLst/>
          </a:prstGeom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50" name="Line 28"/>
          <p:cNvSpPr/>
          <p:nvPr/>
        </p:nvSpPr>
        <p:spPr>
          <a:xfrm>
            <a:off x="3803760" y="3573720"/>
            <a:ext cx="360" cy="679320"/>
          </a:xfrm>
          <a:prstGeom prst="line">
            <a:avLst/>
          </a:prstGeom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51" name="Line 29"/>
          <p:cNvSpPr/>
          <p:nvPr/>
        </p:nvSpPr>
        <p:spPr>
          <a:xfrm>
            <a:off x="3803760" y="5118120"/>
            <a:ext cx="360" cy="676440"/>
          </a:xfrm>
          <a:prstGeom prst="line">
            <a:avLst/>
          </a:prstGeom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52" name="Line 30"/>
          <p:cNvSpPr/>
          <p:nvPr/>
        </p:nvSpPr>
        <p:spPr>
          <a:xfrm>
            <a:off x="8531280" y="2033640"/>
            <a:ext cx="360" cy="677880"/>
          </a:xfrm>
          <a:prstGeom prst="line">
            <a:avLst/>
          </a:prstGeom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53" name="Line 31"/>
          <p:cNvSpPr/>
          <p:nvPr/>
        </p:nvSpPr>
        <p:spPr>
          <a:xfrm>
            <a:off x="8531280" y="3573720"/>
            <a:ext cx="360" cy="679320"/>
          </a:xfrm>
          <a:prstGeom prst="line">
            <a:avLst/>
          </a:prstGeom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54" name="Line 32"/>
          <p:cNvSpPr/>
          <p:nvPr/>
        </p:nvSpPr>
        <p:spPr>
          <a:xfrm>
            <a:off x="8531280" y="5118120"/>
            <a:ext cx="360" cy="676440"/>
          </a:xfrm>
          <a:prstGeom prst="line">
            <a:avLst/>
          </a:prstGeom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55" name="직사각형 116"/>
          <p:cNvSpPr/>
          <p:nvPr/>
        </p:nvSpPr>
        <p:spPr>
          <a:xfrm>
            <a:off x="3866040" y="2086200"/>
            <a:ext cx="840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경영이념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01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56" name="직사각형 117"/>
          <p:cNvSpPr/>
          <p:nvPr/>
        </p:nvSpPr>
        <p:spPr>
          <a:xfrm>
            <a:off x="3866040" y="3623760"/>
            <a:ext cx="840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경영이념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03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57" name="직사각형 118"/>
          <p:cNvSpPr/>
          <p:nvPr/>
        </p:nvSpPr>
        <p:spPr>
          <a:xfrm>
            <a:off x="3866040" y="5169240"/>
            <a:ext cx="840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경영이념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05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58" name="직사각형 119"/>
          <p:cNvSpPr/>
          <p:nvPr/>
        </p:nvSpPr>
        <p:spPr>
          <a:xfrm>
            <a:off x="8597520" y="2086200"/>
            <a:ext cx="840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경영이념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02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59" name="직사각형 120"/>
          <p:cNvSpPr/>
          <p:nvPr/>
        </p:nvSpPr>
        <p:spPr>
          <a:xfrm>
            <a:off x="8597520" y="3623760"/>
            <a:ext cx="840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경영이념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04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60" name="직사각형 121"/>
          <p:cNvSpPr/>
          <p:nvPr/>
        </p:nvSpPr>
        <p:spPr>
          <a:xfrm>
            <a:off x="8597520" y="5169240"/>
            <a:ext cx="840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경영이념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06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61" name="직사각형 122"/>
          <p:cNvSpPr/>
          <p:nvPr/>
        </p:nvSpPr>
        <p:spPr>
          <a:xfrm>
            <a:off x="1015920" y="1984320"/>
            <a:ext cx="1618200" cy="2016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13832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1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62" name="직사각형 123"/>
          <p:cNvSpPr/>
          <p:nvPr/>
        </p:nvSpPr>
        <p:spPr>
          <a:xfrm>
            <a:off x="251640" y="2174760"/>
            <a:ext cx="696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2016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63" name="직사각형 125"/>
          <p:cNvSpPr/>
          <p:nvPr/>
        </p:nvSpPr>
        <p:spPr>
          <a:xfrm>
            <a:off x="251640" y="3715920"/>
            <a:ext cx="696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2018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64" name="직사각형 127"/>
          <p:cNvSpPr/>
          <p:nvPr/>
        </p:nvSpPr>
        <p:spPr>
          <a:xfrm>
            <a:off x="251640" y="5257440"/>
            <a:ext cx="696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2020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65" name="직사각형 129"/>
          <p:cNvSpPr/>
          <p:nvPr/>
        </p:nvSpPr>
        <p:spPr>
          <a:xfrm>
            <a:off x="4970160" y="2174760"/>
            <a:ext cx="696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2017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66" name="직사각형 131"/>
          <p:cNvSpPr/>
          <p:nvPr/>
        </p:nvSpPr>
        <p:spPr>
          <a:xfrm>
            <a:off x="4970160" y="3725640"/>
            <a:ext cx="696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2019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67" name="직사각형 133"/>
          <p:cNvSpPr/>
          <p:nvPr/>
        </p:nvSpPr>
        <p:spPr>
          <a:xfrm>
            <a:off x="4970160" y="5257440"/>
            <a:ext cx="696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2021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68" name="직사각형 51"/>
          <p:cNvSpPr/>
          <p:nvPr/>
        </p:nvSpPr>
        <p:spPr>
          <a:xfrm>
            <a:off x="1015920" y="3510360"/>
            <a:ext cx="1618200" cy="2016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13832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1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69" name="직사각형 54"/>
          <p:cNvSpPr/>
          <p:nvPr/>
        </p:nvSpPr>
        <p:spPr>
          <a:xfrm>
            <a:off x="1015920" y="5049360"/>
            <a:ext cx="1618200" cy="2016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13832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1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70" name="직사각형 55"/>
          <p:cNvSpPr/>
          <p:nvPr/>
        </p:nvSpPr>
        <p:spPr>
          <a:xfrm>
            <a:off x="5732280" y="1984320"/>
            <a:ext cx="1618200" cy="2016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13832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1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71" name="직사각형 56"/>
          <p:cNvSpPr/>
          <p:nvPr/>
        </p:nvSpPr>
        <p:spPr>
          <a:xfrm>
            <a:off x="5732280" y="3510360"/>
            <a:ext cx="1618200" cy="2016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13832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1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72" name="직사각형 57"/>
          <p:cNvSpPr/>
          <p:nvPr/>
        </p:nvSpPr>
        <p:spPr>
          <a:xfrm>
            <a:off x="5732280" y="5049360"/>
            <a:ext cx="1618200" cy="2016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13832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1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87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87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876" name="PlaceHolder 4"/>
          <p:cNvSpPr>
            <a:spLocks noGrp="1"/>
          </p:cNvSpPr>
          <p:nvPr>
            <p:ph type="sldNum" idx="72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D6AB882-7F88-444D-AA3E-7854A696AD0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877" name="PlaceHolder 5"/>
          <p:cNvSpPr>
            <a:spLocks noGrp="1"/>
          </p:cNvSpPr>
          <p:nvPr>
            <p:ph type="ftr" idx="73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878" name="직사각형 19"/>
          <p:cNvSpPr/>
          <p:nvPr/>
        </p:nvSpPr>
        <p:spPr>
          <a:xfrm>
            <a:off x="1511640" y="2258280"/>
            <a:ext cx="3419640" cy="29282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879" name="직사각형 20"/>
          <p:cNvSpPr/>
          <p:nvPr/>
        </p:nvSpPr>
        <p:spPr>
          <a:xfrm>
            <a:off x="1004040" y="2258280"/>
            <a:ext cx="507240" cy="2928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8da5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" rIns="36000" tIns="45000" bIns="45000" anchor="t">
            <a:noAutofit/>
          </a:bodyPr>
          <a:p>
            <a:pPr algn="ctr" defTabSz="457200">
              <a:lnSpc>
                <a:spcPct val="150000"/>
              </a:lnSpc>
              <a:tabLst>
                <a:tab algn="l" pos="0"/>
              </a:tabLst>
            </a:pPr>
            <a:r>
              <a:rPr b="0" lang="ko-KR" sz="1600" spc="-21" strike="noStrike">
                <a:ln>
                  <a:solidFill>
                    <a:srgbClr val="ff6600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장점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80" name="직사각형 21"/>
          <p:cNvSpPr/>
          <p:nvPr/>
        </p:nvSpPr>
        <p:spPr>
          <a:xfrm>
            <a:off x="4991040" y="2258280"/>
            <a:ext cx="3419640" cy="29282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881" name="직사각형 22"/>
          <p:cNvSpPr/>
          <p:nvPr/>
        </p:nvSpPr>
        <p:spPr>
          <a:xfrm>
            <a:off x="8411040" y="2258280"/>
            <a:ext cx="507240" cy="2928240"/>
          </a:xfrm>
          <a:prstGeom prst="rect">
            <a:avLst/>
          </a:prstGeom>
          <a:solidFill>
            <a:schemeClr val="accent3"/>
          </a:solidFill>
          <a:ln>
            <a:solidFill>
              <a:srgbClr val="b7d0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36000" rIns="36000" anchor="t">
            <a:noAutofit/>
          </a:bodyPr>
          <a:p>
            <a:pPr algn="ctr" defTabSz="457200">
              <a:lnSpc>
                <a:spcPct val="150000"/>
              </a:lnSpc>
              <a:tabLst>
                <a:tab algn="l" pos="0"/>
              </a:tabLst>
            </a:pPr>
            <a:r>
              <a:rPr b="0" lang="ko-KR" sz="1600" spc="-21" strike="noStrike">
                <a:ln>
                  <a:solidFill>
                    <a:srgbClr val="ff6600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단점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82" name="직사각형 23"/>
          <p:cNvSpPr/>
          <p:nvPr/>
        </p:nvSpPr>
        <p:spPr>
          <a:xfrm>
            <a:off x="1598760" y="2446200"/>
            <a:ext cx="3231000" cy="30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83" name="직사각형 24"/>
          <p:cNvSpPr/>
          <p:nvPr/>
        </p:nvSpPr>
        <p:spPr>
          <a:xfrm>
            <a:off x="5085360" y="2446200"/>
            <a:ext cx="3231000" cy="30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84" name="takeaway_box"/>
          <p:cNvSpPr/>
          <p:nvPr/>
        </p:nvSpPr>
        <p:spPr>
          <a:xfrm>
            <a:off x="1004040" y="5531760"/>
            <a:ext cx="7914240" cy="53136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_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내용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85" name="Rectangle 6"/>
          <p:cNvSpPr/>
          <p:nvPr/>
        </p:nvSpPr>
        <p:spPr>
          <a:xfrm>
            <a:off x="804600" y="1653840"/>
            <a:ext cx="8259120" cy="5076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88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88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889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890" name="PlaceHolder 5"/>
          <p:cNvSpPr>
            <a:spLocks noGrp="1"/>
          </p:cNvSpPr>
          <p:nvPr>
            <p:ph type="sldNum" idx="74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6249D76-BC5C-4D0A-B527-9337B4F5517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891" name="PlaceHolder 6"/>
          <p:cNvSpPr>
            <a:spLocks noGrp="1"/>
          </p:cNvSpPr>
          <p:nvPr>
            <p:ph type="ftr" idx="75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pSp>
        <p:nvGrpSpPr>
          <p:cNvPr id="892" name="그룹 6"/>
          <p:cNvGrpSpPr/>
          <p:nvPr/>
        </p:nvGrpSpPr>
        <p:grpSpPr>
          <a:xfrm>
            <a:off x="2901960" y="2216160"/>
            <a:ext cx="3999960" cy="3999960"/>
            <a:chOff x="2901960" y="2216160"/>
            <a:chExt cx="3999960" cy="3999960"/>
          </a:xfrm>
        </p:grpSpPr>
        <p:sp>
          <p:nvSpPr>
            <p:cNvPr id="893" name="직사각형 7"/>
            <p:cNvSpPr/>
            <p:nvPr/>
          </p:nvSpPr>
          <p:spPr>
            <a:xfrm>
              <a:off x="2901960" y="2216160"/>
              <a:ext cx="1999800" cy="1999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94" name="직사각형 8"/>
            <p:cNvSpPr/>
            <p:nvPr/>
          </p:nvSpPr>
          <p:spPr>
            <a:xfrm>
              <a:off x="4902120" y="2216160"/>
              <a:ext cx="1999800" cy="1999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4b6580">
                  <a:lumMod val="60000"/>
                  <a:lumOff val="4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95" name="직사각형 9"/>
            <p:cNvSpPr/>
            <p:nvPr/>
          </p:nvSpPr>
          <p:spPr>
            <a:xfrm>
              <a:off x="2901960" y="4216320"/>
              <a:ext cx="1999800" cy="1999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4b6580">
                  <a:lumMod val="60000"/>
                  <a:lumOff val="4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96" name="직사각형 10"/>
            <p:cNvSpPr/>
            <p:nvPr/>
          </p:nvSpPr>
          <p:spPr>
            <a:xfrm>
              <a:off x="4902120" y="4216320"/>
              <a:ext cx="1999800" cy="1999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97" name="직사각형 11"/>
            <p:cNvSpPr/>
            <p:nvPr/>
          </p:nvSpPr>
          <p:spPr>
            <a:xfrm>
              <a:off x="3902040" y="3216240"/>
              <a:ext cx="1999800" cy="1999800"/>
            </a:xfrm>
            <a:prstGeom prst="rect">
              <a:avLst/>
            </a:pr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898" name="Group 25"/>
          <p:cNvGrpSpPr/>
          <p:nvPr/>
        </p:nvGrpSpPr>
        <p:grpSpPr>
          <a:xfrm>
            <a:off x="3132360" y="2302920"/>
            <a:ext cx="1539360" cy="551160"/>
            <a:chOff x="3132360" y="2302920"/>
            <a:chExt cx="1539360" cy="551160"/>
          </a:xfrm>
        </p:grpSpPr>
        <p:sp>
          <p:nvSpPr>
            <p:cNvPr id="899" name="TextBox 17"/>
            <p:cNvSpPr/>
            <p:nvPr/>
          </p:nvSpPr>
          <p:spPr>
            <a:xfrm>
              <a:off x="3132360" y="2545200"/>
              <a:ext cx="153936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00" name="TextBox 18"/>
            <p:cNvSpPr/>
            <p:nvPr/>
          </p:nvSpPr>
          <p:spPr>
            <a:xfrm>
              <a:off x="3132360" y="2302920"/>
              <a:ext cx="153936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901" name="Group 25"/>
          <p:cNvGrpSpPr/>
          <p:nvPr/>
        </p:nvGrpSpPr>
        <p:grpSpPr>
          <a:xfrm>
            <a:off x="5132160" y="2302920"/>
            <a:ext cx="1539360" cy="530640"/>
            <a:chOff x="5132160" y="2302920"/>
            <a:chExt cx="1539360" cy="530640"/>
          </a:xfrm>
        </p:grpSpPr>
        <p:sp>
          <p:nvSpPr>
            <p:cNvPr id="902" name="TextBox 23"/>
            <p:cNvSpPr/>
            <p:nvPr/>
          </p:nvSpPr>
          <p:spPr>
            <a:xfrm>
              <a:off x="5132160" y="2524680"/>
              <a:ext cx="153936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03" name="TextBox 24"/>
            <p:cNvSpPr/>
            <p:nvPr/>
          </p:nvSpPr>
          <p:spPr>
            <a:xfrm>
              <a:off x="5132160" y="2302920"/>
              <a:ext cx="153936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904" name="Group 25"/>
          <p:cNvGrpSpPr/>
          <p:nvPr/>
        </p:nvGrpSpPr>
        <p:grpSpPr>
          <a:xfrm>
            <a:off x="3132360" y="5542560"/>
            <a:ext cx="1539360" cy="551160"/>
            <a:chOff x="3132360" y="5542560"/>
            <a:chExt cx="1539360" cy="551160"/>
          </a:xfrm>
        </p:grpSpPr>
        <p:sp>
          <p:nvSpPr>
            <p:cNvPr id="905" name="TextBox 35"/>
            <p:cNvSpPr/>
            <p:nvPr/>
          </p:nvSpPr>
          <p:spPr>
            <a:xfrm>
              <a:off x="3132360" y="5784840"/>
              <a:ext cx="153936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06" name="TextBox 36"/>
            <p:cNvSpPr/>
            <p:nvPr/>
          </p:nvSpPr>
          <p:spPr>
            <a:xfrm>
              <a:off x="3132360" y="5542560"/>
              <a:ext cx="153936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907" name="Group 25"/>
          <p:cNvGrpSpPr/>
          <p:nvPr/>
        </p:nvGrpSpPr>
        <p:grpSpPr>
          <a:xfrm>
            <a:off x="5132160" y="5542560"/>
            <a:ext cx="1539360" cy="530640"/>
            <a:chOff x="5132160" y="5542560"/>
            <a:chExt cx="1539360" cy="530640"/>
          </a:xfrm>
        </p:grpSpPr>
        <p:sp>
          <p:nvSpPr>
            <p:cNvPr id="908" name="TextBox 38"/>
            <p:cNvSpPr/>
            <p:nvPr/>
          </p:nvSpPr>
          <p:spPr>
            <a:xfrm>
              <a:off x="5132160" y="5764320"/>
              <a:ext cx="153936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09" name="TextBox 39"/>
            <p:cNvSpPr/>
            <p:nvPr/>
          </p:nvSpPr>
          <p:spPr>
            <a:xfrm>
              <a:off x="5132160" y="5542560"/>
              <a:ext cx="153936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91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91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913" name="PlaceHolder 4"/>
          <p:cNvSpPr>
            <a:spLocks noGrp="1"/>
          </p:cNvSpPr>
          <p:nvPr>
            <p:ph type="sldNum" idx="76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AF28238-04A3-4552-9D1F-CF8BC45E5C4E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914" name="PlaceHolder 5"/>
          <p:cNvSpPr>
            <a:spLocks noGrp="1"/>
          </p:cNvSpPr>
          <p:nvPr>
            <p:ph type="ftr" idx="77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915" name="Rectangle 10"/>
          <p:cNvSpPr/>
          <p:nvPr/>
        </p:nvSpPr>
        <p:spPr>
          <a:xfrm>
            <a:off x="1456200" y="1973880"/>
            <a:ext cx="1374840" cy="1843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r>
              <a:rPr b="0" lang="en-US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16" name="Rectangle 11"/>
          <p:cNvSpPr/>
          <p:nvPr/>
        </p:nvSpPr>
        <p:spPr>
          <a:xfrm>
            <a:off x="2239560" y="3677760"/>
            <a:ext cx="879840" cy="369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텍스트를 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텍스트를 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17" name="Rectangle 12"/>
          <p:cNvSpPr/>
          <p:nvPr/>
        </p:nvSpPr>
        <p:spPr>
          <a:xfrm>
            <a:off x="3197520" y="6117480"/>
            <a:ext cx="903240" cy="1832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18" name="Rectangle 13"/>
          <p:cNvSpPr/>
          <p:nvPr/>
        </p:nvSpPr>
        <p:spPr>
          <a:xfrm>
            <a:off x="6689880" y="6123960"/>
            <a:ext cx="903240" cy="1832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19" name="Rectangle 14"/>
          <p:cNvSpPr/>
          <p:nvPr/>
        </p:nvSpPr>
        <p:spPr>
          <a:xfrm>
            <a:off x="4568040" y="5932800"/>
            <a:ext cx="1242720" cy="369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텍스트를 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텍스트를 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920" name="Group 97"/>
          <p:cNvGrpSpPr/>
          <p:nvPr/>
        </p:nvGrpSpPr>
        <p:grpSpPr>
          <a:xfrm>
            <a:off x="3192480" y="1973880"/>
            <a:ext cx="3997080" cy="3832200"/>
            <a:chOff x="3192480" y="1973880"/>
            <a:chExt cx="3997080" cy="3832200"/>
          </a:xfrm>
        </p:grpSpPr>
        <p:sp>
          <p:nvSpPr>
            <p:cNvPr id="921" name="Rectangle 4"/>
            <p:cNvSpPr/>
            <p:nvPr/>
          </p:nvSpPr>
          <p:spPr>
            <a:xfrm>
              <a:off x="3192480" y="3879000"/>
              <a:ext cx="1996920" cy="192708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175">
              <a:solidFill>
                <a:srgbClr val="b6b6b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54000" rIns="54000" tIns="27360" bIns="273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Medium 14pt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22" name="Rectangle 5"/>
            <p:cNvSpPr/>
            <p:nvPr/>
          </p:nvSpPr>
          <p:spPr>
            <a:xfrm>
              <a:off x="3192480" y="1973880"/>
              <a:ext cx="1996920" cy="190476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175">
              <a:solidFill>
                <a:srgbClr val="b6b6b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54720" rIns="54720" tIns="27360" bIns="273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Medium 14pt</a:t>
              </a:r>
              <a:r>
                <a:rPr b="0" lang="en-US" sz="12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23" name="Rectangle 6"/>
            <p:cNvSpPr/>
            <p:nvPr/>
          </p:nvSpPr>
          <p:spPr>
            <a:xfrm>
              <a:off x="5189760" y="3879000"/>
              <a:ext cx="1999800" cy="192708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rgbClr val="b6b6b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54720" rIns="54720" tIns="27360" bIns="273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Medium 14pt</a:t>
              </a:r>
              <a:r>
                <a:rPr b="0" lang="en-US" sz="12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24" name="Rectangle 44"/>
            <p:cNvSpPr/>
            <p:nvPr/>
          </p:nvSpPr>
          <p:spPr>
            <a:xfrm>
              <a:off x="5189760" y="1973880"/>
              <a:ext cx="1999800" cy="190476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175">
              <a:solidFill>
                <a:srgbClr val="b6b6b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54720" rIns="54720" tIns="27360" bIns="273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Medium 14pt</a:t>
              </a:r>
              <a:r>
                <a:rPr b="0" lang="en-US" sz="12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cxnSp>
        <p:nvCxnSpPr>
          <p:cNvPr id="925" name="Straight Arrow Connector 93"/>
          <p:cNvCxnSpPr/>
          <p:nvPr/>
        </p:nvCxnSpPr>
        <p:spPr>
          <a:xfrm flipH="1">
            <a:off x="3192120" y="6024960"/>
            <a:ext cx="1284840" cy="360"/>
          </a:xfrm>
          <a:prstGeom prst="straightConnector1">
            <a:avLst/>
          </a:prstGeom>
          <a:ln w="12700">
            <a:solidFill>
              <a:srgbClr val="b6b6b6"/>
            </a:solidFill>
            <a:round/>
            <a:tailEnd len="lg" type="stealth" w="lg"/>
          </a:ln>
        </p:spPr>
      </p:cxnSp>
      <p:cxnSp>
        <p:nvCxnSpPr>
          <p:cNvPr id="926" name="Straight Arrow Connector 94"/>
          <p:cNvCxnSpPr/>
          <p:nvPr/>
        </p:nvCxnSpPr>
        <p:spPr>
          <a:xfrm>
            <a:off x="5904360" y="6024960"/>
            <a:ext cx="1285560" cy="360"/>
          </a:xfrm>
          <a:prstGeom prst="straightConnector1">
            <a:avLst/>
          </a:prstGeom>
          <a:ln w="12700">
            <a:solidFill>
              <a:srgbClr val="b6b6b6"/>
            </a:solidFill>
            <a:round/>
            <a:tailEnd len="lg" type="stealth" w="lg"/>
          </a:ln>
        </p:spPr>
      </p:cxnSp>
      <p:sp>
        <p:nvSpPr>
          <p:cNvPr id="927" name="ColumnHeader"/>
          <p:cNvSpPr/>
          <p:nvPr/>
        </p:nvSpPr>
        <p:spPr>
          <a:xfrm>
            <a:off x="3192480" y="1484280"/>
            <a:ext cx="3997080" cy="34020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b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928" name="Straight Arrow Connector 93"/>
          <p:cNvCxnSpPr/>
          <p:nvPr/>
        </p:nvCxnSpPr>
        <p:spPr>
          <a:xfrm flipV="1">
            <a:off x="2984760" y="1973880"/>
            <a:ext cx="360" cy="1455480"/>
          </a:xfrm>
          <a:prstGeom prst="straightConnector1">
            <a:avLst/>
          </a:prstGeom>
          <a:ln w="12700">
            <a:solidFill>
              <a:srgbClr val="b6b6b6"/>
            </a:solidFill>
            <a:round/>
            <a:tailEnd len="lg" type="stealth" w="lg"/>
          </a:ln>
        </p:spPr>
      </p:cxnSp>
      <p:cxnSp>
        <p:nvCxnSpPr>
          <p:cNvPr id="929" name="Straight Arrow Connector 94"/>
          <p:cNvCxnSpPr/>
          <p:nvPr/>
        </p:nvCxnSpPr>
        <p:spPr>
          <a:xfrm>
            <a:off x="2984760" y="4295520"/>
            <a:ext cx="360" cy="1511280"/>
          </a:xfrm>
          <a:prstGeom prst="straightConnector1">
            <a:avLst/>
          </a:prstGeom>
          <a:ln w="12700">
            <a:solidFill>
              <a:srgbClr val="b6b6b6"/>
            </a:solidFill>
            <a:round/>
            <a:tailEnd len="lg" type="stealth" w="lg"/>
          </a:ln>
        </p:spPr>
      </p:cxnSp>
      <p:sp>
        <p:nvSpPr>
          <p:cNvPr id="930" name="Rectangle 10"/>
          <p:cNvSpPr/>
          <p:nvPr/>
        </p:nvSpPr>
        <p:spPr>
          <a:xfrm>
            <a:off x="1456200" y="5638680"/>
            <a:ext cx="1374840" cy="167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 </a:t>
            </a:r>
            <a:r>
              <a:rPr b="0" lang="en-US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93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93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934" name="PlaceHolder 4"/>
          <p:cNvSpPr>
            <a:spLocks noGrp="1"/>
          </p:cNvSpPr>
          <p:nvPr>
            <p:ph type="sldNum" idx="78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110225F-2A8E-4341-A83B-D606C7F2DF9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935" name="PlaceHolder 5"/>
          <p:cNvSpPr>
            <a:spLocks noGrp="1"/>
          </p:cNvSpPr>
          <p:nvPr>
            <p:ph type="ftr" idx="79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936" name="왼쪽/오른쪽 화살표 5"/>
          <p:cNvSpPr/>
          <p:nvPr/>
        </p:nvSpPr>
        <p:spPr>
          <a:xfrm rot="5400000">
            <a:off x="-585720" y="3579480"/>
            <a:ext cx="4128120" cy="2876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937" name="TextBox 6"/>
          <p:cNvSpPr/>
          <p:nvPr/>
        </p:nvSpPr>
        <p:spPr>
          <a:xfrm>
            <a:off x="775800" y="3480120"/>
            <a:ext cx="605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d2d2d"/>
                </a:solidFill>
                <a:latin typeface="본고딕 Normal"/>
                <a:ea typeface="본고딕 Normal"/>
              </a:rPr>
              <a:t>중요도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38" name="TextBox 7"/>
          <p:cNvSpPr/>
          <p:nvPr/>
        </p:nvSpPr>
        <p:spPr>
          <a:xfrm>
            <a:off x="846360" y="1578960"/>
            <a:ext cx="465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d2d2d"/>
                </a:solidFill>
                <a:latin typeface="본고딕 Normal"/>
                <a:ea typeface="본고딕 Normal"/>
              </a:rPr>
              <a:t>높음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39" name="TextBox 8"/>
          <p:cNvSpPr/>
          <p:nvPr/>
        </p:nvSpPr>
        <p:spPr>
          <a:xfrm>
            <a:off x="846360" y="5573520"/>
            <a:ext cx="465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d2d2d"/>
                </a:solidFill>
                <a:latin typeface="본고딕 Normal"/>
                <a:ea typeface="본고딕 Normal"/>
              </a:rPr>
              <a:t>낮음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40" name="왼쪽/오른쪽 화살표 10"/>
          <p:cNvSpPr/>
          <p:nvPr/>
        </p:nvSpPr>
        <p:spPr>
          <a:xfrm>
            <a:off x="1685160" y="5691960"/>
            <a:ext cx="6548400" cy="2876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941" name="TextBox 11"/>
          <p:cNvSpPr/>
          <p:nvPr/>
        </p:nvSpPr>
        <p:spPr>
          <a:xfrm>
            <a:off x="4656240" y="5897160"/>
            <a:ext cx="605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d2d2d"/>
                </a:solidFill>
                <a:latin typeface="본고딕 Normal"/>
                <a:ea typeface="본고딕 Normal"/>
              </a:rPr>
              <a:t>긴급도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42" name="TextBox 12"/>
          <p:cNvSpPr/>
          <p:nvPr/>
        </p:nvSpPr>
        <p:spPr>
          <a:xfrm>
            <a:off x="7870320" y="5928120"/>
            <a:ext cx="465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d2d2d"/>
                </a:solidFill>
                <a:latin typeface="본고딕 Normal"/>
                <a:ea typeface="본고딕 Normal"/>
              </a:rPr>
              <a:t>낮음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43" name="TextBox 13"/>
          <p:cNvSpPr/>
          <p:nvPr/>
        </p:nvSpPr>
        <p:spPr>
          <a:xfrm>
            <a:off x="1610280" y="5928120"/>
            <a:ext cx="465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d2d2d"/>
                </a:solidFill>
                <a:latin typeface="본고딕 Normal"/>
                <a:ea typeface="본고딕 Normal"/>
              </a:rPr>
              <a:t>높음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944" name="그룹 15"/>
          <p:cNvGrpSpPr/>
          <p:nvPr/>
        </p:nvGrpSpPr>
        <p:grpSpPr>
          <a:xfrm>
            <a:off x="1671120" y="1659240"/>
            <a:ext cx="3238200" cy="1936800"/>
            <a:chOff x="1671120" y="1659240"/>
            <a:chExt cx="3238200" cy="1936800"/>
          </a:xfrm>
        </p:grpSpPr>
        <p:sp>
          <p:nvSpPr>
            <p:cNvPr id="945" name="직사각형 31"/>
            <p:cNvSpPr/>
            <p:nvPr/>
          </p:nvSpPr>
          <p:spPr>
            <a:xfrm>
              <a:off x="1671120" y="1659240"/>
              <a:ext cx="3238200" cy="3596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제 </a:t>
              </a:r>
              <a:r>
                <a:rPr b="0" lang="en-US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1 </a:t>
              </a:r>
              <a:r>
                <a:rPr b="0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영역 </a:t>
              </a:r>
              <a:endParaRPr b="0" lang="en-US" sz="1600" spc="-1" strike="noStrike">
                <a:solidFill>
                  <a:srgbClr val="ffffff"/>
                </a:solidFill>
                <a:latin typeface="맑은 고딕"/>
              </a:endParaRPr>
            </a:p>
          </p:txBody>
        </p:sp>
        <p:sp>
          <p:nvSpPr>
            <p:cNvPr id="946" name="직사각형 32"/>
            <p:cNvSpPr/>
            <p:nvPr/>
          </p:nvSpPr>
          <p:spPr>
            <a:xfrm>
              <a:off x="1671120" y="2048400"/>
              <a:ext cx="3238200" cy="154764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47" name="직사각형 33"/>
            <p:cNvSpPr/>
            <p:nvPr/>
          </p:nvSpPr>
          <p:spPr>
            <a:xfrm>
              <a:off x="1976400" y="2587680"/>
              <a:ext cx="2627640" cy="80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54000" bIns="54000" anchor="ctr">
              <a:spAutoFit/>
            </a:bodyPr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즉각적인 대응 필요</a:t>
              </a:r>
              <a:r>
                <a:rPr b="0" lang="en-US" sz="1200" spc="-21" strike="noStrike">
                  <a:solidFill>
                    <a:schemeClr val="dk1"/>
                  </a:solidFill>
                  <a:latin typeface="Wingdings"/>
                  <a:ea typeface="본고딕 Normal"/>
                </a:rPr>
                <a:t>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결과와 직결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가장 시급하게 처리해야 함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Ex)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고객 클레임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,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납기 임박 업무 등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48" name="직사각형 34"/>
            <p:cNvSpPr/>
            <p:nvPr/>
          </p:nvSpPr>
          <p:spPr>
            <a:xfrm>
              <a:off x="2079000" y="2147400"/>
              <a:ext cx="2415600" cy="32364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긴급하고</a:t>
              </a:r>
              <a:r>
                <a: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/</a:t>
              </a: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중요한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949" name="그룹 16"/>
          <p:cNvGrpSpPr/>
          <p:nvPr/>
        </p:nvGrpSpPr>
        <p:grpSpPr>
          <a:xfrm>
            <a:off x="4995000" y="1659240"/>
            <a:ext cx="3238200" cy="1936800"/>
            <a:chOff x="4995000" y="1659240"/>
            <a:chExt cx="3238200" cy="1936800"/>
          </a:xfrm>
        </p:grpSpPr>
        <p:sp>
          <p:nvSpPr>
            <p:cNvPr id="950" name="직사각형 27"/>
            <p:cNvSpPr/>
            <p:nvPr/>
          </p:nvSpPr>
          <p:spPr>
            <a:xfrm>
              <a:off x="4995000" y="1659240"/>
              <a:ext cx="3238200" cy="3596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제 </a:t>
              </a:r>
              <a:r>
                <a:rPr b="0" lang="en-US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2 </a:t>
              </a:r>
              <a:r>
                <a:rPr b="0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영역</a:t>
              </a:r>
              <a:endParaRPr b="0" lang="en-US" sz="1600" spc="-1" strike="noStrike">
                <a:solidFill>
                  <a:srgbClr val="ffffff"/>
                </a:solidFill>
                <a:latin typeface="맑은 고딕"/>
              </a:endParaRPr>
            </a:p>
          </p:txBody>
        </p:sp>
        <p:sp>
          <p:nvSpPr>
            <p:cNvPr id="951" name="직사각형 28"/>
            <p:cNvSpPr/>
            <p:nvPr/>
          </p:nvSpPr>
          <p:spPr>
            <a:xfrm>
              <a:off x="4995000" y="2048400"/>
              <a:ext cx="3238200" cy="154764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52" name="직사각형 29"/>
            <p:cNvSpPr/>
            <p:nvPr/>
          </p:nvSpPr>
          <p:spPr>
            <a:xfrm>
              <a:off x="5300280" y="2404800"/>
              <a:ext cx="2627640" cy="117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54000" bIns="54000" anchor="ctr">
              <a:spAutoFit/>
            </a:bodyPr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즉각적 효과는 없지만 꾸준한 활동 필요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중요성에도 불구하고 미뤄지기 쉬움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Ex)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중장기 계획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,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인재육성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,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기술개발 등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53" name="직사각형 30"/>
            <p:cNvSpPr/>
            <p:nvPr/>
          </p:nvSpPr>
          <p:spPr>
            <a:xfrm>
              <a:off x="5402880" y="2147400"/>
              <a:ext cx="2415600" cy="32364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긴급하진 않으나</a:t>
              </a:r>
              <a:r>
                <a: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/</a:t>
              </a: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중요한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954" name="그룹 17"/>
          <p:cNvGrpSpPr/>
          <p:nvPr/>
        </p:nvGrpSpPr>
        <p:grpSpPr>
          <a:xfrm>
            <a:off x="1671120" y="3695040"/>
            <a:ext cx="3238200" cy="1924920"/>
            <a:chOff x="1671120" y="3695040"/>
            <a:chExt cx="3238200" cy="1924920"/>
          </a:xfrm>
        </p:grpSpPr>
        <p:sp>
          <p:nvSpPr>
            <p:cNvPr id="955" name="직사각형 23"/>
            <p:cNvSpPr/>
            <p:nvPr/>
          </p:nvSpPr>
          <p:spPr>
            <a:xfrm>
              <a:off x="1671120" y="3695040"/>
              <a:ext cx="3238200" cy="3596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1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제 </a:t>
              </a:r>
              <a:r>
                <a:rPr b="1" lang="en-US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3 </a:t>
              </a:r>
              <a:r>
                <a:rPr b="1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영역</a:t>
              </a:r>
              <a:endParaRPr b="0" lang="en-US" sz="1600" spc="-1" strike="noStrike">
                <a:solidFill>
                  <a:srgbClr val="ffffff"/>
                </a:solidFill>
                <a:latin typeface="맑은 고딕"/>
              </a:endParaRPr>
            </a:p>
          </p:txBody>
        </p:sp>
        <p:sp>
          <p:nvSpPr>
            <p:cNvPr id="956" name="직사각형 24"/>
            <p:cNvSpPr/>
            <p:nvPr/>
          </p:nvSpPr>
          <p:spPr>
            <a:xfrm>
              <a:off x="1671120" y="4072320"/>
              <a:ext cx="3238200" cy="154764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57" name="직사각형 25"/>
            <p:cNvSpPr/>
            <p:nvPr/>
          </p:nvSpPr>
          <p:spPr>
            <a:xfrm>
              <a:off x="1976400" y="4602240"/>
              <a:ext cx="2621160" cy="80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54000" bIns="54000" anchor="ctr">
              <a:spAutoFit/>
            </a:bodyPr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중요한 활동으로 오해하기 쉬움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  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중요한 결과를 가져다 주지 않는 영역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Ex)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무의미한 접객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,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갑작스런 회의 등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58" name="직사각형 26"/>
            <p:cNvSpPr/>
            <p:nvPr/>
          </p:nvSpPr>
          <p:spPr>
            <a:xfrm>
              <a:off x="2079000" y="4172040"/>
              <a:ext cx="2415600" cy="32364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긴급하나</a:t>
              </a:r>
              <a:r>
                <a: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/</a:t>
              </a: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중요하지 않은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959" name="그룹 18"/>
          <p:cNvGrpSpPr/>
          <p:nvPr/>
        </p:nvGrpSpPr>
        <p:grpSpPr>
          <a:xfrm>
            <a:off x="4996440" y="3695040"/>
            <a:ext cx="3238200" cy="1924920"/>
            <a:chOff x="4996440" y="3695040"/>
            <a:chExt cx="3238200" cy="1924920"/>
          </a:xfrm>
        </p:grpSpPr>
        <p:sp>
          <p:nvSpPr>
            <p:cNvPr id="960" name="직사각형 19"/>
            <p:cNvSpPr/>
            <p:nvPr/>
          </p:nvSpPr>
          <p:spPr>
            <a:xfrm>
              <a:off x="4996440" y="3695040"/>
              <a:ext cx="3238200" cy="3596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1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제 </a:t>
              </a:r>
              <a:r>
                <a:rPr b="1" lang="en-US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4 </a:t>
              </a:r>
              <a:r>
                <a:rPr b="1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영역</a:t>
              </a:r>
              <a:endParaRPr b="0" lang="en-US" sz="1600" spc="-1" strike="noStrike">
                <a:solidFill>
                  <a:srgbClr val="ffffff"/>
                </a:solidFill>
                <a:latin typeface="맑은 고딕"/>
              </a:endParaRPr>
            </a:p>
          </p:txBody>
        </p:sp>
        <p:sp>
          <p:nvSpPr>
            <p:cNvPr id="961" name="직사각형 20"/>
            <p:cNvSpPr/>
            <p:nvPr/>
          </p:nvSpPr>
          <p:spPr>
            <a:xfrm>
              <a:off x="4996440" y="4072320"/>
              <a:ext cx="3238200" cy="154764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62" name="직사각형 21"/>
            <p:cNvSpPr/>
            <p:nvPr/>
          </p:nvSpPr>
          <p:spPr>
            <a:xfrm>
              <a:off x="5300280" y="4419360"/>
              <a:ext cx="2671200" cy="117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54000" bIns="54000" anchor="ctr">
              <a:spAutoFit/>
            </a:bodyPr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미래에 도움이 되지 않는 시간낭비 영역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  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손 대지 말아야 하는 과제들이 위치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Ex)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보여주기 식 업무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,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무의미한 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TV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시청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63" name="직사각형 22"/>
            <p:cNvSpPr/>
            <p:nvPr/>
          </p:nvSpPr>
          <p:spPr>
            <a:xfrm>
              <a:off x="5402880" y="4172040"/>
              <a:ext cx="2415600" cy="32364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긴급하지 않고</a:t>
              </a:r>
              <a:r>
                <a: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/</a:t>
              </a: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중요하지 않은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96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96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967" name="PlaceHolder 4"/>
          <p:cNvSpPr>
            <a:spLocks noGrp="1"/>
          </p:cNvSpPr>
          <p:nvPr>
            <p:ph type="sldNum" idx="80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BDB71E8-0E15-4D5A-AA2F-B4FD1AEC1A9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968" name="PlaceHolder 5"/>
          <p:cNvSpPr>
            <a:spLocks noGrp="1"/>
          </p:cNvSpPr>
          <p:nvPr>
            <p:ph type="ftr" idx="81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aphicFrame>
        <p:nvGraphicFramePr>
          <p:cNvPr id="969" name="표 4"/>
          <p:cNvGraphicFramePr/>
          <p:nvPr/>
        </p:nvGraphicFramePr>
        <p:xfrm>
          <a:off x="1372320" y="1685160"/>
          <a:ext cx="7344360" cy="4190400"/>
        </p:xfrm>
        <a:graphic>
          <a:graphicData uri="http://schemas.openxmlformats.org/drawingml/2006/table">
            <a:tbl>
              <a:tblPr/>
              <a:tblGrid>
                <a:gridCol w="3672000"/>
                <a:gridCol w="3672360"/>
              </a:tblGrid>
              <a:tr h="36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분산형 사업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a6a6a6"/>
                      </a:solidFill>
                      <a:prstDash val="solid"/>
                    </a:lnL>
                    <a:lnR w="9360">
                      <a:solidFill>
                        <a:srgbClr val="a6a6a6"/>
                      </a:solidFill>
                      <a:prstDash val="solid"/>
                    </a:lnR>
                    <a:lnT w="18720">
                      <a:solidFill>
                        <a:srgbClr val="a6a6a6"/>
                      </a:solidFill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특화형 사업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solidFill>
                        <a:srgbClr val="a6a6a6"/>
                      </a:solidFill>
                      <a:prstDash val="solid"/>
                    </a:lnL>
                    <a:lnR w="18720">
                      <a:solidFill>
                        <a:srgbClr val="a6a6a6"/>
                      </a:solidFill>
                      <a:prstDash val="solid"/>
                    </a:lnR>
                    <a:lnT w="18720">
                      <a:solidFill>
                        <a:srgbClr val="a6a6a6"/>
                      </a:solidFill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1728000"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8720">
                      <a:solidFill>
                        <a:srgbClr val="a6a6a6"/>
                      </a:solidFill>
                      <a:prstDash val="solid"/>
                    </a:lnL>
                    <a:lnR w="9360">
                      <a:solidFill>
                        <a:srgbClr val="a6a6a6"/>
                      </a:solidFill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a6a6a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a6a6a6"/>
                      </a:solidFill>
                      <a:prstDash val="solid"/>
                    </a:lnL>
                    <a:lnR w="18720">
                      <a:solidFill>
                        <a:srgbClr val="a6a6a6"/>
                      </a:solidFill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a6a6a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6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막다른 골목형 사업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a6a6a6"/>
                      </a:solidFill>
                      <a:prstDash val="solid"/>
                    </a:lnL>
                    <a:lnR w="9360">
                      <a:solidFill>
                        <a:srgbClr val="a6a6a6"/>
                      </a:solidFill>
                      <a:prstDash val="solid"/>
                    </a:lnR>
                    <a:lnT w="9360">
                      <a:solidFill>
                        <a:srgbClr val="a6a6a6"/>
                      </a:solidFill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규모형 사업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solidFill>
                        <a:srgbClr val="a6a6a6"/>
                      </a:solidFill>
                      <a:prstDash val="solid"/>
                    </a:lnL>
                    <a:lnR w="18720">
                      <a:solidFill>
                        <a:srgbClr val="a6a6a6"/>
                      </a:solidFill>
                      <a:prstDash val="solid"/>
                    </a:lnR>
                    <a:lnT w="9360">
                      <a:solidFill>
                        <a:srgbClr val="a6a6a6"/>
                      </a:solidFill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1728000"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8720">
                      <a:solidFill>
                        <a:srgbClr val="a6a6a6"/>
                      </a:solidFill>
                      <a:prstDash val="solid"/>
                    </a:lnL>
                    <a:lnR w="9360">
                      <a:solidFill>
                        <a:srgbClr val="a6a6a6"/>
                      </a:solidFill>
                      <a:prstDash val="solid"/>
                    </a:lnR>
                    <a:lnT w="9360">
                      <a:noFill/>
                      <a:prstDash val="solid"/>
                    </a:lnT>
                    <a:lnB w="18720">
                      <a:solidFill>
                        <a:srgbClr val="a6a6a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a6a6a6"/>
                      </a:solidFill>
                      <a:prstDash val="solid"/>
                    </a:lnL>
                    <a:lnR w="18720">
                      <a:solidFill>
                        <a:srgbClr val="a6a6a6"/>
                      </a:solidFill>
                      <a:prstDash val="solid"/>
                    </a:lnR>
                    <a:lnT w="9360">
                      <a:noFill/>
                      <a:prstDash val="solid"/>
                    </a:lnT>
                    <a:lnB w="18720">
                      <a:solidFill>
                        <a:srgbClr val="a6a6a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970" name="그룹 5"/>
          <p:cNvGrpSpPr/>
          <p:nvPr/>
        </p:nvGrpSpPr>
        <p:grpSpPr>
          <a:xfrm>
            <a:off x="915840" y="1607400"/>
            <a:ext cx="502920" cy="4349160"/>
            <a:chOff x="915840" y="1607400"/>
            <a:chExt cx="502920" cy="4349160"/>
          </a:xfrm>
        </p:grpSpPr>
        <p:cxnSp>
          <p:nvCxnSpPr>
            <p:cNvPr id="971" name="직선 화살표 연결선 6"/>
            <p:cNvCxnSpPr/>
            <p:nvPr/>
          </p:nvCxnSpPr>
          <p:spPr>
            <a:xfrm flipV="1">
              <a:off x="1168920" y="1918800"/>
              <a:ext cx="360" cy="3762720"/>
            </a:xfrm>
            <a:prstGeom prst="straightConnector1">
              <a:avLst/>
            </a:prstGeom>
            <a:ln w="50800">
              <a:solidFill>
                <a:srgbClr val="e9b86e"/>
              </a:solidFill>
              <a:tailEnd len="med" type="triangle" w="med"/>
            </a:ln>
          </p:spPr>
        </p:cxnSp>
        <p:sp>
          <p:nvSpPr>
            <p:cNvPr id="972" name="텍스트 개체 틀 3"/>
            <p:cNvSpPr/>
            <p:nvPr/>
          </p:nvSpPr>
          <p:spPr>
            <a:xfrm>
              <a:off x="915840" y="5668920"/>
              <a:ext cx="502920" cy="28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소수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73" name="텍스트 개체 틀 3"/>
            <p:cNvSpPr/>
            <p:nvPr/>
          </p:nvSpPr>
          <p:spPr>
            <a:xfrm>
              <a:off x="915840" y="1607400"/>
              <a:ext cx="502920" cy="28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다수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974" name="그룹 9"/>
          <p:cNvGrpSpPr/>
          <p:nvPr/>
        </p:nvGrpSpPr>
        <p:grpSpPr>
          <a:xfrm>
            <a:off x="1283400" y="5867640"/>
            <a:ext cx="7577280" cy="287640"/>
            <a:chOff x="1283400" y="5867640"/>
            <a:chExt cx="7577280" cy="287640"/>
          </a:xfrm>
        </p:grpSpPr>
        <p:cxnSp>
          <p:nvCxnSpPr>
            <p:cNvPr id="975" name="직선 화살표 연결선 10"/>
            <p:cNvCxnSpPr/>
            <p:nvPr/>
          </p:nvCxnSpPr>
          <p:spPr>
            <a:xfrm>
              <a:off x="1723680" y="6011640"/>
              <a:ext cx="6697440" cy="360"/>
            </a:xfrm>
            <a:prstGeom prst="straightConnector1">
              <a:avLst/>
            </a:prstGeom>
            <a:ln w="50800">
              <a:solidFill>
                <a:srgbClr val="e9b86e"/>
              </a:solidFill>
              <a:tailEnd len="med" type="triangle" w="med"/>
            </a:ln>
          </p:spPr>
        </p:cxnSp>
        <p:sp>
          <p:nvSpPr>
            <p:cNvPr id="976" name="텍스트 개체 틀 3"/>
            <p:cNvSpPr/>
            <p:nvPr/>
          </p:nvSpPr>
          <p:spPr>
            <a:xfrm>
              <a:off x="1283400" y="5867640"/>
              <a:ext cx="502920" cy="28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小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77" name="텍스트 개체 틀 3"/>
            <p:cNvSpPr/>
            <p:nvPr/>
          </p:nvSpPr>
          <p:spPr>
            <a:xfrm>
              <a:off x="8357760" y="5867640"/>
              <a:ext cx="502920" cy="28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大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978" name="직사각형 13"/>
          <p:cNvSpPr/>
          <p:nvPr/>
        </p:nvSpPr>
        <p:spPr>
          <a:xfrm>
            <a:off x="2488320" y="2063880"/>
            <a:ext cx="1429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규모를 키울 수 없음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79" name="직사각형 14"/>
          <p:cNvSpPr/>
          <p:nvPr/>
        </p:nvSpPr>
        <p:spPr>
          <a:xfrm>
            <a:off x="5943240" y="2063880"/>
            <a:ext cx="1892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전략 여부에 따라 수익 창출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80" name="직사각형 15"/>
          <p:cNvSpPr/>
          <p:nvPr/>
        </p:nvSpPr>
        <p:spPr>
          <a:xfrm>
            <a:off x="2417760" y="4148280"/>
            <a:ext cx="1570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수익을 기대할 수 없음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81" name="직사각형 16"/>
          <p:cNvSpPr/>
          <p:nvPr/>
        </p:nvSpPr>
        <p:spPr>
          <a:xfrm>
            <a:off x="5963040" y="4148280"/>
            <a:ext cx="1852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규모가 클수록 수익성 향상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82" name="텍스트 개체 틀 3"/>
          <p:cNvSpPr/>
          <p:nvPr/>
        </p:nvSpPr>
        <p:spPr>
          <a:xfrm>
            <a:off x="324000" y="3161160"/>
            <a:ext cx="1194120" cy="10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업계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경쟁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요인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수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83" name="텍스트 개체 틀 3"/>
          <p:cNvSpPr/>
          <p:nvPr/>
        </p:nvSpPr>
        <p:spPr>
          <a:xfrm>
            <a:off x="4152960" y="5994720"/>
            <a:ext cx="178344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r>
              <a:rPr b="1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우위 구축 가능성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984" name="그룹 19"/>
          <p:cNvGrpSpPr/>
          <p:nvPr/>
        </p:nvGrpSpPr>
        <p:grpSpPr>
          <a:xfrm>
            <a:off x="5210640" y="4457160"/>
            <a:ext cx="3205800" cy="1312920"/>
            <a:chOff x="5210640" y="4457160"/>
            <a:chExt cx="3205800" cy="1312920"/>
          </a:xfrm>
        </p:grpSpPr>
        <p:grpSp>
          <p:nvGrpSpPr>
            <p:cNvPr id="985" name="그룹 20"/>
            <p:cNvGrpSpPr/>
            <p:nvPr/>
          </p:nvGrpSpPr>
          <p:grpSpPr>
            <a:xfrm>
              <a:off x="5732640" y="4528800"/>
              <a:ext cx="2313360" cy="1152000"/>
              <a:chOff x="5732640" y="4528800"/>
              <a:chExt cx="2313360" cy="1152000"/>
            </a:xfrm>
          </p:grpSpPr>
          <p:cxnSp>
            <p:nvCxnSpPr>
              <p:cNvPr id="986" name="직선 연결선 24"/>
              <p:cNvCxnSpPr/>
              <p:nvPr/>
            </p:nvCxnSpPr>
            <p:spPr>
              <a:xfrm>
                <a:off x="5732640" y="4528800"/>
                <a:ext cx="360" cy="1152360"/>
              </a:xfrm>
              <a:prstGeom prst="straightConnector1">
                <a:avLst/>
              </a:prstGeom>
              <a:ln w="12700">
                <a:solidFill>
                  <a:srgbClr val="262626">
                    <a:lumMod val="95000"/>
                    <a:lumOff val="5000"/>
                  </a:srgbClr>
                </a:solidFill>
                <a:headEnd len="med" type="triangle" w="med"/>
              </a:ln>
            </p:spPr>
          </p:cxnSp>
          <p:cxnSp>
            <p:nvCxnSpPr>
              <p:cNvPr id="987" name="직선 연결선 25"/>
              <p:cNvCxnSpPr/>
              <p:nvPr/>
            </p:nvCxnSpPr>
            <p:spPr>
              <a:xfrm flipH="1">
                <a:off x="5732640" y="5675760"/>
                <a:ext cx="2313720" cy="360"/>
              </a:xfrm>
              <a:prstGeom prst="straightConnector1">
                <a:avLst/>
              </a:prstGeom>
              <a:ln w="12700">
                <a:solidFill>
                  <a:srgbClr val="262626">
                    <a:lumMod val="95000"/>
                    <a:lumOff val="5000"/>
                  </a:srgbClr>
                </a:solidFill>
                <a:headEnd len="med" type="triangle" w="med"/>
              </a:ln>
            </p:spPr>
          </p:cxnSp>
        </p:grpSp>
        <p:grpSp>
          <p:nvGrpSpPr>
            <p:cNvPr id="988" name="그룹 21"/>
            <p:cNvGrpSpPr/>
            <p:nvPr/>
          </p:nvGrpSpPr>
          <p:grpSpPr>
            <a:xfrm>
              <a:off x="5210640" y="4457160"/>
              <a:ext cx="3205800" cy="1312920"/>
              <a:chOff x="5210640" y="4457160"/>
              <a:chExt cx="3205800" cy="1312920"/>
            </a:xfrm>
          </p:grpSpPr>
          <p:sp>
            <p:nvSpPr>
              <p:cNvPr id="989" name="직사각형 22"/>
              <p:cNvSpPr/>
              <p:nvPr/>
            </p:nvSpPr>
            <p:spPr>
              <a:xfrm>
                <a:off x="5210640" y="4457160"/>
                <a:ext cx="532800" cy="242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ko-KR" sz="10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수익성</a:t>
                </a:r>
                <a:endParaRPr b="0" lang="en-US" sz="10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  <p:sp>
            <p:nvSpPr>
              <p:cNvPr id="990" name="직사각형 23"/>
              <p:cNvSpPr/>
              <p:nvPr/>
            </p:nvSpPr>
            <p:spPr>
              <a:xfrm>
                <a:off x="8000280" y="5527800"/>
                <a:ext cx="416160" cy="242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ko-KR" sz="10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규모</a:t>
                </a:r>
                <a:endParaRPr b="0" lang="en-US" sz="10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</p:grpSp>
      <p:grpSp>
        <p:nvGrpSpPr>
          <p:cNvPr id="991" name="그룹 26"/>
          <p:cNvGrpSpPr/>
          <p:nvPr/>
        </p:nvGrpSpPr>
        <p:grpSpPr>
          <a:xfrm>
            <a:off x="1534680" y="4457160"/>
            <a:ext cx="3205800" cy="1312920"/>
            <a:chOff x="1534680" y="4457160"/>
            <a:chExt cx="3205800" cy="1312920"/>
          </a:xfrm>
        </p:grpSpPr>
        <p:grpSp>
          <p:nvGrpSpPr>
            <p:cNvPr id="992" name="그룹 27"/>
            <p:cNvGrpSpPr/>
            <p:nvPr/>
          </p:nvGrpSpPr>
          <p:grpSpPr>
            <a:xfrm>
              <a:off x="2053080" y="4516200"/>
              <a:ext cx="2313360" cy="1152360"/>
              <a:chOff x="2053080" y="4516200"/>
              <a:chExt cx="2313360" cy="1152360"/>
            </a:xfrm>
          </p:grpSpPr>
          <p:cxnSp>
            <p:nvCxnSpPr>
              <p:cNvPr id="993" name="직선 연결선 31"/>
              <p:cNvCxnSpPr/>
              <p:nvPr/>
            </p:nvCxnSpPr>
            <p:spPr>
              <a:xfrm>
                <a:off x="2053080" y="4516200"/>
                <a:ext cx="360" cy="1152720"/>
              </a:xfrm>
              <a:prstGeom prst="straightConnector1">
                <a:avLst/>
              </a:prstGeom>
              <a:ln w="12700">
                <a:solidFill>
                  <a:srgbClr val="262626">
                    <a:lumMod val="95000"/>
                    <a:lumOff val="5000"/>
                  </a:srgbClr>
                </a:solidFill>
                <a:headEnd len="med" type="triangle" w="med"/>
              </a:ln>
            </p:spPr>
          </p:cxnSp>
          <p:cxnSp>
            <p:nvCxnSpPr>
              <p:cNvPr id="994" name="직선 연결선 32"/>
              <p:cNvCxnSpPr/>
              <p:nvPr/>
            </p:nvCxnSpPr>
            <p:spPr>
              <a:xfrm flipH="1">
                <a:off x="2053080" y="5663520"/>
                <a:ext cx="2313720" cy="360"/>
              </a:xfrm>
              <a:prstGeom prst="straightConnector1">
                <a:avLst/>
              </a:prstGeom>
              <a:ln w="12700">
                <a:solidFill>
                  <a:srgbClr val="262626">
                    <a:lumMod val="95000"/>
                    <a:lumOff val="5000"/>
                  </a:srgbClr>
                </a:solidFill>
                <a:headEnd len="med" type="triangle" w="med"/>
              </a:ln>
            </p:spPr>
          </p:cxnSp>
        </p:grpSp>
        <p:grpSp>
          <p:nvGrpSpPr>
            <p:cNvPr id="995" name="그룹 28"/>
            <p:cNvGrpSpPr/>
            <p:nvPr/>
          </p:nvGrpSpPr>
          <p:grpSpPr>
            <a:xfrm>
              <a:off x="1534680" y="4457160"/>
              <a:ext cx="3205800" cy="1312920"/>
              <a:chOff x="1534680" y="4457160"/>
              <a:chExt cx="3205800" cy="1312920"/>
            </a:xfrm>
          </p:grpSpPr>
          <p:sp>
            <p:nvSpPr>
              <p:cNvPr id="996" name="직사각형 29"/>
              <p:cNvSpPr/>
              <p:nvPr/>
            </p:nvSpPr>
            <p:spPr>
              <a:xfrm>
                <a:off x="1534680" y="4457160"/>
                <a:ext cx="532800" cy="242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ko-KR" sz="10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수익성</a:t>
                </a:r>
                <a:endParaRPr b="0" lang="en-US" sz="10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  <p:sp>
            <p:nvSpPr>
              <p:cNvPr id="997" name="직사각형 30"/>
              <p:cNvSpPr/>
              <p:nvPr/>
            </p:nvSpPr>
            <p:spPr>
              <a:xfrm>
                <a:off x="4324320" y="5527800"/>
                <a:ext cx="416160" cy="242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ko-KR" sz="10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규모</a:t>
                </a:r>
                <a:endParaRPr b="0" lang="en-US" sz="10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</p:grpSp>
      <p:grpSp>
        <p:nvGrpSpPr>
          <p:cNvPr id="998" name="그룹 33"/>
          <p:cNvGrpSpPr/>
          <p:nvPr/>
        </p:nvGrpSpPr>
        <p:grpSpPr>
          <a:xfrm>
            <a:off x="1534680" y="2356200"/>
            <a:ext cx="3205800" cy="1312920"/>
            <a:chOff x="1534680" y="2356200"/>
            <a:chExt cx="3205800" cy="1312920"/>
          </a:xfrm>
        </p:grpSpPr>
        <p:grpSp>
          <p:nvGrpSpPr>
            <p:cNvPr id="999" name="그룹 34"/>
            <p:cNvGrpSpPr/>
            <p:nvPr/>
          </p:nvGrpSpPr>
          <p:grpSpPr>
            <a:xfrm>
              <a:off x="1534680" y="2356200"/>
              <a:ext cx="3205800" cy="1312920"/>
              <a:chOff x="1534680" y="2356200"/>
              <a:chExt cx="3205800" cy="1312920"/>
            </a:xfrm>
          </p:grpSpPr>
          <p:grpSp>
            <p:nvGrpSpPr>
              <p:cNvPr id="1000" name="그룹 46"/>
              <p:cNvGrpSpPr/>
              <p:nvPr/>
            </p:nvGrpSpPr>
            <p:grpSpPr>
              <a:xfrm>
                <a:off x="2053080" y="2415240"/>
                <a:ext cx="2313360" cy="1152360"/>
                <a:chOff x="2053080" y="2415240"/>
                <a:chExt cx="2313360" cy="1152360"/>
              </a:xfrm>
            </p:grpSpPr>
            <p:cxnSp>
              <p:nvCxnSpPr>
                <p:cNvPr id="1001" name="직선 연결선 50"/>
                <p:cNvCxnSpPr/>
                <p:nvPr/>
              </p:nvCxnSpPr>
              <p:spPr>
                <a:xfrm>
                  <a:off x="2053080" y="2415240"/>
                  <a:ext cx="360" cy="1152720"/>
                </a:xfrm>
                <a:prstGeom prst="straightConnector1">
                  <a:avLst/>
                </a:prstGeom>
                <a:ln w="12700">
                  <a:solidFill>
                    <a:srgbClr val="262626"/>
                  </a:solidFill>
                  <a:headEnd len="med" type="triangle" w="med"/>
                </a:ln>
              </p:spPr>
            </p:cxnSp>
            <p:cxnSp>
              <p:nvCxnSpPr>
                <p:cNvPr id="1002" name="직선 연결선 51"/>
                <p:cNvCxnSpPr/>
                <p:nvPr/>
              </p:nvCxnSpPr>
              <p:spPr>
                <a:xfrm flipH="1">
                  <a:off x="2053080" y="3562560"/>
                  <a:ext cx="2313720" cy="360"/>
                </a:xfrm>
                <a:prstGeom prst="straightConnector1">
                  <a:avLst/>
                </a:prstGeom>
                <a:ln w="12700">
                  <a:solidFill>
                    <a:srgbClr val="262626">
                      <a:lumMod val="95000"/>
                      <a:lumOff val="5000"/>
                    </a:srgbClr>
                  </a:solidFill>
                  <a:headEnd len="med" type="triangle" w="med"/>
                </a:ln>
              </p:spPr>
            </p:cxnSp>
          </p:grpSp>
          <p:grpSp>
            <p:nvGrpSpPr>
              <p:cNvPr id="1003" name="그룹 47"/>
              <p:cNvGrpSpPr/>
              <p:nvPr/>
            </p:nvGrpSpPr>
            <p:grpSpPr>
              <a:xfrm>
                <a:off x="1534680" y="2356200"/>
                <a:ext cx="3205800" cy="1312920"/>
                <a:chOff x="1534680" y="2356200"/>
                <a:chExt cx="3205800" cy="1312920"/>
              </a:xfrm>
            </p:grpSpPr>
            <p:sp>
              <p:nvSpPr>
                <p:cNvPr id="1004" name="직사각형 48"/>
                <p:cNvSpPr/>
                <p:nvPr/>
              </p:nvSpPr>
              <p:spPr>
                <a:xfrm>
                  <a:off x="1534680" y="2356200"/>
                  <a:ext cx="532800" cy="242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ko-KR" sz="1000" spc="-21" strike="noStrike">
                      <a:solidFill>
                        <a:srgbClr val="262626"/>
                      </a:solidFill>
                      <a:latin typeface="본고딕 Normal"/>
                      <a:ea typeface="본고딕 Normal"/>
                    </a:rPr>
                    <a:t>수익성</a:t>
                  </a:r>
                  <a:endParaRPr b="0" lang="en-US" sz="1000" spc="-1" strike="noStrike">
                    <a:solidFill>
                      <a:srgbClr val="000000"/>
                    </a:solidFill>
                    <a:latin typeface="맑은 고딕"/>
                  </a:endParaRPr>
                </a:p>
              </p:txBody>
            </p:sp>
            <p:sp>
              <p:nvSpPr>
                <p:cNvPr id="1005" name="직사각형 49"/>
                <p:cNvSpPr/>
                <p:nvPr/>
              </p:nvSpPr>
              <p:spPr>
                <a:xfrm>
                  <a:off x="4324320" y="3426840"/>
                  <a:ext cx="416160" cy="242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ko-KR" sz="1000" spc="-21" strike="noStrike">
                      <a:solidFill>
                        <a:srgbClr val="262626"/>
                      </a:solidFill>
                      <a:latin typeface="본고딕 Normal"/>
                      <a:ea typeface="본고딕 Normal"/>
                    </a:rPr>
                    <a:t>규모</a:t>
                  </a:r>
                  <a:endParaRPr b="0" lang="en-US" sz="1000" spc="-1" strike="noStrike">
                    <a:solidFill>
                      <a:srgbClr val="000000"/>
                    </a:solidFill>
                    <a:latin typeface="맑은 고딕"/>
                  </a:endParaRPr>
                </a:p>
              </p:txBody>
            </p:sp>
          </p:grpSp>
        </p:grpSp>
        <p:sp>
          <p:nvSpPr>
            <p:cNvPr id="1006" name="타원 35"/>
            <p:cNvSpPr/>
            <p:nvPr/>
          </p:nvSpPr>
          <p:spPr>
            <a:xfrm>
              <a:off x="2203560" y="331884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07" name="타원 37"/>
            <p:cNvSpPr/>
            <p:nvPr/>
          </p:nvSpPr>
          <p:spPr>
            <a:xfrm>
              <a:off x="2340360" y="288360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08" name="타원 38"/>
            <p:cNvSpPr/>
            <p:nvPr/>
          </p:nvSpPr>
          <p:spPr>
            <a:xfrm>
              <a:off x="2456640" y="316116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09" name="타원 39"/>
            <p:cNvSpPr/>
            <p:nvPr/>
          </p:nvSpPr>
          <p:spPr>
            <a:xfrm>
              <a:off x="2626560" y="330948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10" name="타원 40"/>
            <p:cNvSpPr/>
            <p:nvPr/>
          </p:nvSpPr>
          <p:spPr>
            <a:xfrm>
              <a:off x="2674800" y="305316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11" name="타원 41"/>
            <p:cNvSpPr/>
            <p:nvPr/>
          </p:nvSpPr>
          <p:spPr>
            <a:xfrm>
              <a:off x="2831400" y="321084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12" name="타원 42"/>
            <p:cNvSpPr/>
            <p:nvPr/>
          </p:nvSpPr>
          <p:spPr>
            <a:xfrm>
              <a:off x="2988000" y="335268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13" name="타원 43"/>
            <p:cNvSpPr/>
            <p:nvPr/>
          </p:nvSpPr>
          <p:spPr>
            <a:xfrm>
              <a:off x="3252600" y="316116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14" name="타원 44"/>
            <p:cNvSpPr/>
            <p:nvPr/>
          </p:nvSpPr>
          <p:spPr>
            <a:xfrm>
              <a:off x="3462480" y="330948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15" name="타원 45"/>
            <p:cNvSpPr/>
            <p:nvPr/>
          </p:nvSpPr>
          <p:spPr>
            <a:xfrm>
              <a:off x="3722040" y="325548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016" name="그룹 52"/>
          <p:cNvGrpSpPr/>
          <p:nvPr/>
        </p:nvGrpSpPr>
        <p:grpSpPr>
          <a:xfrm>
            <a:off x="5210640" y="2356200"/>
            <a:ext cx="3205800" cy="1312920"/>
            <a:chOff x="5210640" y="2356200"/>
            <a:chExt cx="3205800" cy="1312920"/>
          </a:xfrm>
        </p:grpSpPr>
        <p:grpSp>
          <p:nvGrpSpPr>
            <p:cNvPr id="1017" name="그룹 53"/>
            <p:cNvGrpSpPr/>
            <p:nvPr/>
          </p:nvGrpSpPr>
          <p:grpSpPr>
            <a:xfrm>
              <a:off x="5210640" y="2356200"/>
              <a:ext cx="3205800" cy="1312920"/>
              <a:chOff x="5210640" y="2356200"/>
              <a:chExt cx="3205800" cy="1312920"/>
            </a:xfrm>
          </p:grpSpPr>
          <p:grpSp>
            <p:nvGrpSpPr>
              <p:cNvPr id="1018" name="그룹 65"/>
              <p:cNvGrpSpPr/>
              <p:nvPr/>
            </p:nvGrpSpPr>
            <p:grpSpPr>
              <a:xfrm>
                <a:off x="5732640" y="2415240"/>
                <a:ext cx="2313360" cy="1152360"/>
                <a:chOff x="5732640" y="2415240"/>
                <a:chExt cx="2313360" cy="1152360"/>
              </a:xfrm>
            </p:grpSpPr>
            <p:cxnSp>
              <p:nvCxnSpPr>
                <p:cNvPr id="1019" name="직선 연결선 69"/>
                <p:cNvCxnSpPr/>
                <p:nvPr/>
              </p:nvCxnSpPr>
              <p:spPr>
                <a:xfrm>
                  <a:off x="5732640" y="2415240"/>
                  <a:ext cx="360" cy="1152720"/>
                </a:xfrm>
                <a:prstGeom prst="straightConnector1">
                  <a:avLst/>
                </a:prstGeom>
                <a:ln w="12700">
                  <a:solidFill>
                    <a:srgbClr val="262626">
                      <a:lumMod val="95000"/>
                      <a:lumOff val="5000"/>
                    </a:srgbClr>
                  </a:solidFill>
                  <a:headEnd len="med" type="triangle" w="med"/>
                </a:ln>
              </p:spPr>
            </p:cxnSp>
            <p:cxnSp>
              <p:nvCxnSpPr>
                <p:cNvPr id="1020" name="직선 연결선 70"/>
                <p:cNvCxnSpPr/>
                <p:nvPr/>
              </p:nvCxnSpPr>
              <p:spPr>
                <a:xfrm flipH="1">
                  <a:off x="5732640" y="3562560"/>
                  <a:ext cx="2313720" cy="360"/>
                </a:xfrm>
                <a:prstGeom prst="straightConnector1">
                  <a:avLst/>
                </a:prstGeom>
                <a:ln w="12700">
                  <a:solidFill>
                    <a:srgbClr val="262626">
                      <a:lumMod val="95000"/>
                      <a:lumOff val="5000"/>
                    </a:srgbClr>
                  </a:solidFill>
                  <a:headEnd len="med" type="triangle" w="med"/>
                </a:ln>
              </p:spPr>
            </p:cxnSp>
          </p:grpSp>
          <p:grpSp>
            <p:nvGrpSpPr>
              <p:cNvPr id="1021" name="그룹 66"/>
              <p:cNvGrpSpPr/>
              <p:nvPr/>
            </p:nvGrpSpPr>
            <p:grpSpPr>
              <a:xfrm>
                <a:off x="5210640" y="2356200"/>
                <a:ext cx="3205800" cy="1312920"/>
                <a:chOff x="5210640" y="2356200"/>
                <a:chExt cx="3205800" cy="1312920"/>
              </a:xfrm>
            </p:grpSpPr>
            <p:sp>
              <p:nvSpPr>
                <p:cNvPr id="1022" name="직사각형 67"/>
                <p:cNvSpPr/>
                <p:nvPr/>
              </p:nvSpPr>
              <p:spPr>
                <a:xfrm>
                  <a:off x="5210640" y="2356200"/>
                  <a:ext cx="532800" cy="242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ko-KR" sz="1000" spc="-21" strike="noStrike">
                      <a:solidFill>
                        <a:srgbClr val="262626"/>
                      </a:solidFill>
                      <a:latin typeface="본고딕 Normal"/>
                      <a:ea typeface="본고딕 Normal"/>
                    </a:rPr>
                    <a:t>수익성</a:t>
                  </a:r>
                  <a:endParaRPr b="0" lang="en-US" sz="1000" spc="-1" strike="noStrike">
                    <a:solidFill>
                      <a:srgbClr val="000000"/>
                    </a:solidFill>
                    <a:latin typeface="맑은 고딕"/>
                  </a:endParaRPr>
                </a:p>
              </p:txBody>
            </p:sp>
            <p:sp>
              <p:nvSpPr>
                <p:cNvPr id="1023" name="직사각형 68"/>
                <p:cNvSpPr/>
                <p:nvPr/>
              </p:nvSpPr>
              <p:spPr>
                <a:xfrm>
                  <a:off x="8000280" y="3426840"/>
                  <a:ext cx="416160" cy="242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ko-KR" sz="1000" spc="-21" strike="noStrike">
                      <a:solidFill>
                        <a:srgbClr val="262626"/>
                      </a:solidFill>
                      <a:latin typeface="본고딕 Normal"/>
                      <a:ea typeface="본고딕 Normal"/>
                    </a:rPr>
                    <a:t>규모</a:t>
                  </a:r>
                  <a:endParaRPr b="0" lang="en-US" sz="1000" spc="-1" strike="noStrike">
                    <a:solidFill>
                      <a:srgbClr val="000000"/>
                    </a:solidFill>
                    <a:latin typeface="맑은 고딕"/>
                  </a:endParaRPr>
                </a:p>
              </p:txBody>
            </p:sp>
          </p:grpSp>
        </p:grpSp>
        <p:sp>
          <p:nvSpPr>
            <p:cNvPr id="1024" name="타원 54"/>
            <p:cNvSpPr/>
            <p:nvPr/>
          </p:nvSpPr>
          <p:spPr>
            <a:xfrm>
              <a:off x="5868000" y="282960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25" name="타원 55"/>
            <p:cNvSpPr/>
            <p:nvPr/>
          </p:nvSpPr>
          <p:spPr>
            <a:xfrm>
              <a:off x="6053040" y="316476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26" name="타원 56"/>
            <p:cNvSpPr/>
            <p:nvPr/>
          </p:nvSpPr>
          <p:spPr>
            <a:xfrm>
              <a:off x="6330960" y="311292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27" name="타원 57"/>
            <p:cNvSpPr/>
            <p:nvPr/>
          </p:nvSpPr>
          <p:spPr>
            <a:xfrm>
              <a:off x="6222960" y="333972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28" name="타원 58"/>
            <p:cNvSpPr/>
            <p:nvPr/>
          </p:nvSpPr>
          <p:spPr>
            <a:xfrm>
              <a:off x="6557040" y="299160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29" name="타원 59"/>
            <p:cNvSpPr/>
            <p:nvPr/>
          </p:nvSpPr>
          <p:spPr>
            <a:xfrm>
              <a:off x="6665040" y="314748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30" name="타원 60"/>
            <p:cNvSpPr/>
            <p:nvPr/>
          </p:nvSpPr>
          <p:spPr>
            <a:xfrm>
              <a:off x="6876000" y="299160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31" name="타원 61"/>
            <p:cNvSpPr/>
            <p:nvPr/>
          </p:nvSpPr>
          <p:spPr>
            <a:xfrm>
              <a:off x="7082280" y="325548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32" name="타원 62"/>
            <p:cNvSpPr/>
            <p:nvPr/>
          </p:nvSpPr>
          <p:spPr>
            <a:xfrm>
              <a:off x="7243200" y="341136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33" name="타원 63"/>
            <p:cNvSpPr/>
            <p:nvPr/>
          </p:nvSpPr>
          <p:spPr>
            <a:xfrm>
              <a:off x="7412760" y="296676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34" name="타원 64"/>
            <p:cNvSpPr/>
            <p:nvPr/>
          </p:nvSpPr>
          <p:spPr>
            <a:xfrm>
              <a:off x="7620840" y="2912760"/>
              <a:ext cx="107640" cy="1076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035" name="타원 71"/>
          <p:cNvSpPr/>
          <p:nvPr/>
        </p:nvSpPr>
        <p:spPr>
          <a:xfrm>
            <a:off x="2255400" y="539604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36" name="타원 72"/>
          <p:cNvSpPr/>
          <p:nvPr/>
        </p:nvSpPr>
        <p:spPr>
          <a:xfrm>
            <a:off x="2463840" y="545148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37" name="타원 73"/>
          <p:cNvSpPr/>
          <p:nvPr/>
        </p:nvSpPr>
        <p:spPr>
          <a:xfrm>
            <a:off x="2626560" y="528804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38" name="타원 74"/>
          <p:cNvSpPr/>
          <p:nvPr/>
        </p:nvSpPr>
        <p:spPr>
          <a:xfrm>
            <a:off x="2843280" y="523404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39" name="타원 75"/>
          <p:cNvSpPr/>
          <p:nvPr/>
        </p:nvSpPr>
        <p:spPr>
          <a:xfrm>
            <a:off x="3053880" y="532764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40" name="타원 76"/>
          <p:cNvSpPr/>
          <p:nvPr/>
        </p:nvSpPr>
        <p:spPr>
          <a:xfrm>
            <a:off x="2897280" y="534348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41" name="타원 77"/>
          <p:cNvSpPr/>
          <p:nvPr/>
        </p:nvSpPr>
        <p:spPr>
          <a:xfrm>
            <a:off x="3242520" y="521964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42" name="타원 78"/>
          <p:cNvSpPr/>
          <p:nvPr/>
        </p:nvSpPr>
        <p:spPr>
          <a:xfrm>
            <a:off x="3462480" y="523548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43" name="타원 79"/>
          <p:cNvSpPr/>
          <p:nvPr/>
        </p:nvSpPr>
        <p:spPr>
          <a:xfrm>
            <a:off x="3387960" y="511776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44" name="타원 80"/>
          <p:cNvSpPr/>
          <p:nvPr/>
        </p:nvSpPr>
        <p:spPr>
          <a:xfrm>
            <a:off x="3660120" y="521964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45" name="타원 81"/>
          <p:cNvSpPr/>
          <p:nvPr/>
        </p:nvSpPr>
        <p:spPr>
          <a:xfrm>
            <a:off x="5922000" y="549432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46" name="타원 82"/>
          <p:cNvSpPr/>
          <p:nvPr/>
        </p:nvSpPr>
        <p:spPr>
          <a:xfrm>
            <a:off x="6107040" y="532764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47" name="타원 83"/>
          <p:cNvSpPr/>
          <p:nvPr/>
        </p:nvSpPr>
        <p:spPr>
          <a:xfrm>
            <a:off x="6330960" y="532764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48" name="타원 84"/>
          <p:cNvSpPr/>
          <p:nvPr/>
        </p:nvSpPr>
        <p:spPr>
          <a:xfrm>
            <a:off x="6554520" y="508608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49" name="타원 85"/>
          <p:cNvSpPr/>
          <p:nvPr/>
        </p:nvSpPr>
        <p:spPr>
          <a:xfrm>
            <a:off x="6822000" y="499932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50" name="타원 86"/>
          <p:cNvSpPr/>
          <p:nvPr/>
        </p:nvSpPr>
        <p:spPr>
          <a:xfrm>
            <a:off x="6719040" y="514008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51" name="타원 87"/>
          <p:cNvSpPr/>
          <p:nvPr/>
        </p:nvSpPr>
        <p:spPr>
          <a:xfrm>
            <a:off x="6662520" y="489420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52" name="타원 88"/>
          <p:cNvSpPr/>
          <p:nvPr/>
        </p:nvSpPr>
        <p:spPr>
          <a:xfrm>
            <a:off x="7016400" y="476316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53" name="타원 89"/>
          <p:cNvSpPr/>
          <p:nvPr/>
        </p:nvSpPr>
        <p:spPr>
          <a:xfrm>
            <a:off x="7369920" y="470916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54" name="타원 90"/>
          <p:cNvSpPr/>
          <p:nvPr/>
        </p:nvSpPr>
        <p:spPr>
          <a:xfrm>
            <a:off x="7246800" y="456948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55" name="타원 91"/>
          <p:cNvSpPr/>
          <p:nvPr/>
        </p:nvSpPr>
        <p:spPr>
          <a:xfrm>
            <a:off x="7477920" y="4550400"/>
            <a:ext cx="107640" cy="1076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cxnSp>
        <p:nvCxnSpPr>
          <p:cNvPr id="1056" name="직선 화살표 연결선 92"/>
          <p:cNvCxnSpPr/>
          <p:nvPr/>
        </p:nvCxnSpPr>
        <p:spPr>
          <a:xfrm>
            <a:off x="2184480" y="2676600"/>
            <a:ext cx="1968480" cy="632880"/>
          </a:xfrm>
          <a:prstGeom prst="straightConnector1">
            <a:avLst/>
          </a:prstGeom>
          <a:ln w="12700">
            <a:solidFill>
              <a:srgbClr val="d55633"/>
            </a:solidFill>
            <a:tailEnd len="med" type="triangle" w="med"/>
          </a:ln>
        </p:spPr>
      </p:cxnSp>
      <p:cxnSp>
        <p:nvCxnSpPr>
          <p:cNvPr id="1057" name="직선 화살표 연결선 93"/>
          <p:cNvCxnSpPr/>
          <p:nvPr/>
        </p:nvCxnSpPr>
        <p:spPr>
          <a:xfrm flipV="1">
            <a:off x="2203560" y="4998960"/>
            <a:ext cx="1510560" cy="343080"/>
          </a:xfrm>
          <a:prstGeom prst="straightConnector1">
            <a:avLst/>
          </a:prstGeom>
          <a:ln w="12700">
            <a:solidFill>
              <a:srgbClr val="d55633"/>
            </a:solidFill>
            <a:tailEnd len="med" type="triangle" w="med"/>
          </a:ln>
        </p:spPr>
      </p:cxnSp>
      <p:cxnSp>
        <p:nvCxnSpPr>
          <p:cNvPr id="1058" name="직선 화살표 연결선 94"/>
          <p:cNvCxnSpPr/>
          <p:nvPr/>
        </p:nvCxnSpPr>
        <p:spPr>
          <a:xfrm flipV="1">
            <a:off x="2541240" y="5351760"/>
            <a:ext cx="1234800" cy="280800"/>
          </a:xfrm>
          <a:prstGeom prst="straightConnector1">
            <a:avLst/>
          </a:prstGeom>
          <a:ln w="12700">
            <a:solidFill>
              <a:srgbClr val="d55633"/>
            </a:solidFill>
            <a:tailEnd len="med" type="triangle" w="med"/>
          </a:ln>
        </p:spPr>
      </p:cxnSp>
      <p:cxnSp>
        <p:nvCxnSpPr>
          <p:cNvPr id="1059" name="직선 화살표 연결선 95"/>
          <p:cNvCxnSpPr/>
          <p:nvPr/>
        </p:nvCxnSpPr>
        <p:spPr>
          <a:xfrm flipV="1">
            <a:off x="5840640" y="4432320"/>
            <a:ext cx="1468440" cy="949680"/>
          </a:xfrm>
          <a:prstGeom prst="straightConnector1">
            <a:avLst/>
          </a:prstGeom>
          <a:ln w="12700">
            <a:solidFill>
              <a:srgbClr val="d55633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06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06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063" name="PlaceHolder 4"/>
          <p:cNvSpPr>
            <a:spLocks noGrp="1"/>
          </p:cNvSpPr>
          <p:nvPr>
            <p:ph type="sldNum" idx="82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3DAD7B3-1152-4CC8-93E6-F82934B4527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064" name="PlaceHolder 5"/>
          <p:cNvSpPr>
            <a:spLocks noGrp="1"/>
          </p:cNvSpPr>
          <p:nvPr>
            <p:ph type="ftr" idx="83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065" name="Retângulo 45"/>
          <p:cNvSpPr/>
          <p:nvPr/>
        </p:nvSpPr>
        <p:spPr>
          <a:xfrm>
            <a:off x="767880" y="1626480"/>
            <a:ext cx="1010160" cy="841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Extreme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&gt; USD 100 MM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66" name="Retângulo 46"/>
          <p:cNvSpPr/>
          <p:nvPr/>
        </p:nvSpPr>
        <p:spPr>
          <a:xfrm>
            <a:off x="767880" y="2501280"/>
            <a:ext cx="1010160" cy="841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&gt; USD 50 MM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&lt; USD 100 MM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67" name="Retângulo 47"/>
          <p:cNvSpPr/>
          <p:nvPr/>
        </p:nvSpPr>
        <p:spPr>
          <a:xfrm>
            <a:off x="767880" y="3376080"/>
            <a:ext cx="1010160" cy="841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&gt; USD 20 MM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&lt; USD 50 MM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68" name="Retângulo 48"/>
          <p:cNvSpPr/>
          <p:nvPr/>
        </p:nvSpPr>
        <p:spPr>
          <a:xfrm>
            <a:off x="767880" y="4250880"/>
            <a:ext cx="1010160" cy="841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Low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&lt; USD 20 MM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69" name="Retângulo 3"/>
          <p:cNvSpPr/>
          <p:nvPr/>
        </p:nvSpPr>
        <p:spPr>
          <a:xfrm>
            <a:off x="1811160" y="1626480"/>
            <a:ext cx="1439640" cy="84168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8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70" name="Retângulo 25"/>
          <p:cNvSpPr/>
          <p:nvPr/>
        </p:nvSpPr>
        <p:spPr>
          <a:xfrm>
            <a:off x="1811160" y="2503440"/>
            <a:ext cx="1439640" cy="84168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0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71" name="Retângulo 29"/>
          <p:cNvSpPr/>
          <p:nvPr/>
        </p:nvSpPr>
        <p:spPr>
          <a:xfrm>
            <a:off x="1811160" y="3380760"/>
            <a:ext cx="1439640" cy="8416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Low Exposure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34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72" name="Retângulo 35"/>
          <p:cNvSpPr/>
          <p:nvPr/>
        </p:nvSpPr>
        <p:spPr>
          <a:xfrm>
            <a:off x="1811160" y="4257720"/>
            <a:ext cx="1439640" cy="8416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Low Exposure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80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73" name="Retângulo 41"/>
          <p:cNvSpPr/>
          <p:nvPr/>
        </p:nvSpPr>
        <p:spPr>
          <a:xfrm>
            <a:off x="1815840" y="5126040"/>
            <a:ext cx="1434960" cy="67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Remote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Extremely rare or relatively uncommon risks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74" name="Retângulo 22"/>
          <p:cNvSpPr/>
          <p:nvPr/>
        </p:nvSpPr>
        <p:spPr>
          <a:xfrm>
            <a:off x="4756680" y="1626480"/>
            <a:ext cx="1439640" cy="841680"/>
          </a:xfrm>
          <a:prstGeom prst="rect">
            <a:avLst/>
          </a:prstGeom>
          <a:solidFill>
            <a:schemeClr val="accent5"/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 Exposure 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3</a:t>
            </a:r>
            <a:endParaRPr b="0" lang="en-US" sz="149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75" name="Retângulo 27"/>
          <p:cNvSpPr/>
          <p:nvPr/>
        </p:nvSpPr>
        <p:spPr>
          <a:xfrm>
            <a:off x="4756680" y="2503440"/>
            <a:ext cx="1439640" cy="841680"/>
          </a:xfrm>
          <a:prstGeom prst="rect">
            <a:avLst/>
          </a:prstGeom>
          <a:solidFill>
            <a:schemeClr val="accent5"/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 Exposure 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</a:t>
            </a:r>
            <a:endParaRPr b="0" lang="en-US" sz="149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76" name="Retângulo 32"/>
          <p:cNvSpPr/>
          <p:nvPr/>
        </p:nvSpPr>
        <p:spPr>
          <a:xfrm>
            <a:off x="4756680" y="3380760"/>
            <a:ext cx="1439640" cy="84168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77" name="Retângulo 39"/>
          <p:cNvSpPr/>
          <p:nvPr/>
        </p:nvSpPr>
        <p:spPr>
          <a:xfrm>
            <a:off x="4756680" y="4257720"/>
            <a:ext cx="1439640" cy="84168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8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78" name="Retângulo 43"/>
          <p:cNvSpPr/>
          <p:nvPr/>
        </p:nvSpPr>
        <p:spPr>
          <a:xfrm>
            <a:off x="4756680" y="5126040"/>
            <a:ext cx="1439640" cy="67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Likely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Risks that are highly likely to occur over a period of 2 years.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79" name="Retângulo 23"/>
          <p:cNvSpPr/>
          <p:nvPr/>
        </p:nvSpPr>
        <p:spPr>
          <a:xfrm>
            <a:off x="6229800" y="1626480"/>
            <a:ext cx="1439640" cy="841680"/>
          </a:xfrm>
          <a:prstGeom prst="rect">
            <a:avLst/>
          </a:prstGeom>
          <a:solidFill>
            <a:schemeClr val="accent4"/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Extreme Exposure 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</a:t>
            </a:r>
            <a:endParaRPr b="0" lang="en-US" sz="149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80" name="Retângulo 28"/>
          <p:cNvSpPr/>
          <p:nvPr/>
        </p:nvSpPr>
        <p:spPr>
          <a:xfrm>
            <a:off x="6229800" y="2503440"/>
            <a:ext cx="1439640" cy="841680"/>
          </a:xfrm>
          <a:prstGeom prst="rect">
            <a:avLst/>
          </a:prstGeom>
          <a:solidFill>
            <a:schemeClr val="accent5"/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 Exposure 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0</a:t>
            </a:r>
            <a:endParaRPr b="0" lang="en-US" sz="149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81" name="Retângulo 33"/>
          <p:cNvSpPr/>
          <p:nvPr/>
        </p:nvSpPr>
        <p:spPr>
          <a:xfrm>
            <a:off x="6229800" y="3380760"/>
            <a:ext cx="1439640" cy="841680"/>
          </a:xfrm>
          <a:prstGeom prst="rect">
            <a:avLst/>
          </a:prstGeom>
          <a:solidFill>
            <a:schemeClr val="accent5"/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 Exposure 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</a:t>
            </a:r>
            <a:endParaRPr b="0" lang="en-US" sz="149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82" name="Retângulo 40"/>
          <p:cNvSpPr/>
          <p:nvPr/>
        </p:nvSpPr>
        <p:spPr>
          <a:xfrm>
            <a:off x="6229800" y="4257720"/>
            <a:ext cx="1439640" cy="84168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6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83" name="Retângulo 44"/>
          <p:cNvSpPr/>
          <p:nvPr/>
        </p:nvSpPr>
        <p:spPr>
          <a:xfrm>
            <a:off x="6229800" y="5126040"/>
            <a:ext cx="1439640" cy="67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Very Likely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Risks that are almost certain to manifest over a period of 1 year.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84" name="Retângulo 50"/>
          <p:cNvSpPr/>
          <p:nvPr/>
        </p:nvSpPr>
        <p:spPr>
          <a:xfrm>
            <a:off x="762120" y="5126040"/>
            <a:ext cx="1015560" cy="67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Vs.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85" name="Retângulo 26"/>
          <p:cNvSpPr/>
          <p:nvPr/>
        </p:nvSpPr>
        <p:spPr>
          <a:xfrm>
            <a:off x="3283920" y="2503440"/>
            <a:ext cx="1439640" cy="84168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7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86" name="Retângulo 30"/>
          <p:cNvSpPr/>
          <p:nvPr/>
        </p:nvSpPr>
        <p:spPr>
          <a:xfrm>
            <a:off x="3283920" y="3380760"/>
            <a:ext cx="1439640" cy="84168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9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87" name="Retângulo 37"/>
          <p:cNvSpPr/>
          <p:nvPr/>
        </p:nvSpPr>
        <p:spPr>
          <a:xfrm>
            <a:off x="3283920" y="4257720"/>
            <a:ext cx="1439640" cy="8416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Low Exposure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17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88" name="Retângulo 42"/>
          <p:cNvSpPr/>
          <p:nvPr/>
        </p:nvSpPr>
        <p:spPr>
          <a:xfrm>
            <a:off x="3278160" y="5126040"/>
            <a:ext cx="1445400" cy="67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Possible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More typical risks, with about 50/50 chance 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89" name="Retângulo 79"/>
          <p:cNvSpPr/>
          <p:nvPr/>
        </p:nvSpPr>
        <p:spPr>
          <a:xfrm>
            <a:off x="3283920" y="1626480"/>
            <a:ext cx="1439640" cy="841680"/>
          </a:xfrm>
          <a:prstGeom prst="rect">
            <a:avLst/>
          </a:prstGeom>
          <a:solidFill>
            <a:schemeClr val="accent5"/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 Exposure 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3</a:t>
            </a:r>
            <a:endParaRPr b="0" lang="en-US" sz="149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90" name="CaixaDeTexto 14"/>
          <p:cNvSpPr/>
          <p:nvPr/>
        </p:nvSpPr>
        <p:spPr>
          <a:xfrm rot="16200000">
            <a:off x="-1471320" y="3592080"/>
            <a:ext cx="4172760" cy="24228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25000">
                <a:srgbClr val="d9d9d9"/>
              </a:gs>
              <a:gs pos="50000">
                <a:srgbClr val="b6b6b6"/>
              </a:gs>
              <a:gs pos="75000">
                <a:srgbClr val="a6a6a6"/>
              </a:gs>
              <a:gs pos="100000">
                <a:srgbClr val="757575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IMPACT SCALE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91" name="CaixaDeTexto 81"/>
          <p:cNvSpPr/>
          <p:nvPr/>
        </p:nvSpPr>
        <p:spPr>
          <a:xfrm>
            <a:off x="762120" y="5844600"/>
            <a:ext cx="6907320" cy="24228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25000">
                <a:srgbClr val="d9d9d9"/>
              </a:gs>
              <a:gs pos="50000">
                <a:srgbClr val="b6b6b6"/>
              </a:gs>
              <a:gs pos="75000">
                <a:srgbClr val="a6a6a6"/>
              </a:gs>
              <a:gs pos="100000">
                <a:srgbClr val="757575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PROBABILITY SCALE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92" name="CaixaDeTexto 89"/>
          <p:cNvSpPr/>
          <p:nvPr/>
        </p:nvSpPr>
        <p:spPr>
          <a:xfrm rot="16200000">
            <a:off x="6081840" y="3246840"/>
            <a:ext cx="3473280" cy="232200"/>
          </a:xfrm>
          <a:prstGeom prst="rect">
            <a:avLst/>
          </a:prstGeom>
          <a:gradFill rotWithShape="0">
            <a:gsLst>
              <a:gs pos="0">
                <a:srgbClr val="f6eee0"/>
              </a:gs>
              <a:gs pos="35000">
                <a:srgbClr val="e9b86e"/>
              </a:gs>
              <a:gs pos="70000">
                <a:srgbClr val="d55633"/>
              </a:gs>
              <a:gs pos="100000">
                <a:srgbClr val="c5202a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RISK CLASSIFICATION</a:t>
            </a:r>
            <a:endParaRPr b="0" lang="en-US" sz="939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93" name="Retângulo 90"/>
          <p:cNvSpPr/>
          <p:nvPr/>
        </p:nvSpPr>
        <p:spPr>
          <a:xfrm>
            <a:off x="7971480" y="4257720"/>
            <a:ext cx="1439640" cy="8416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Low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131</a:t>
            </a: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(73%)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94" name="Retângulo 91"/>
          <p:cNvSpPr/>
          <p:nvPr/>
        </p:nvSpPr>
        <p:spPr>
          <a:xfrm>
            <a:off x="7971480" y="3380760"/>
            <a:ext cx="1439640" cy="84168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39</a:t>
            </a: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(21%)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95" name="Retângulo 92"/>
          <p:cNvSpPr/>
          <p:nvPr/>
        </p:nvSpPr>
        <p:spPr>
          <a:xfrm>
            <a:off x="7971480" y="2503440"/>
            <a:ext cx="1439640" cy="841680"/>
          </a:xfrm>
          <a:prstGeom prst="rect">
            <a:avLst/>
          </a:prstGeom>
          <a:solidFill>
            <a:schemeClr val="accent5"/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30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9</a:t>
            </a: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(5%)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96" name="Retângulo 93"/>
          <p:cNvSpPr/>
          <p:nvPr/>
        </p:nvSpPr>
        <p:spPr>
          <a:xfrm>
            <a:off x="7971480" y="1626480"/>
            <a:ext cx="1439640" cy="841680"/>
          </a:xfrm>
          <a:prstGeom prst="rect">
            <a:avLst/>
          </a:prstGeom>
          <a:solidFill>
            <a:schemeClr val="accent4"/>
          </a:solidFill>
          <a:ln w="3175"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Extreme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</a:t>
            </a: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(1%)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97" name="Retângulo 94"/>
          <p:cNvSpPr/>
          <p:nvPr/>
        </p:nvSpPr>
        <p:spPr>
          <a:xfrm>
            <a:off x="7702560" y="5126040"/>
            <a:ext cx="1704960" cy="954720"/>
          </a:xfrm>
          <a:prstGeom prst="rect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Total Risk Events 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Evaluated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endParaRPr b="0" lang="en-US" sz="149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180</a:t>
            </a:r>
            <a:endParaRPr b="0" lang="en-US" sz="1490" spc="-1" strike="noStrike">
              <a:solidFill>
                <a:srgbClr val="ffffff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09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10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101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102" name="PlaceHolder 5"/>
          <p:cNvSpPr>
            <a:spLocks noGrp="1"/>
          </p:cNvSpPr>
          <p:nvPr>
            <p:ph type="sldNum" idx="84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5411663-A378-4E70-8809-3ABFE6DA83E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103" name="PlaceHolder 6"/>
          <p:cNvSpPr>
            <a:spLocks noGrp="1"/>
          </p:cNvSpPr>
          <p:nvPr>
            <p:ph type="ftr" idx="85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104" name="Oval 48"/>
          <p:cNvSpPr/>
          <p:nvPr/>
        </p:nvSpPr>
        <p:spPr>
          <a:xfrm>
            <a:off x="5321880" y="2436480"/>
            <a:ext cx="222120" cy="22212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105" name="그룹 13"/>
          <p:cNvGrpSpPr/>
          <p:nvPr/>
        </p:nvGrpSpPr>
        <p:grpSpPr>
          <a:xfrm>
            <a:off x="1057680" y="2436480"/>
            <a:ext cx="3482640" cy="3170520"/>
            <a:chOff x="1057680" y="2436480"/>
            <a:chExt cx="3482640" cy="3170520"/>
          </a:xfrm>
        </p:grpSpPr>
        <p:sp>
          <p:nvSpPr>
            <p:cNvPr id="1106" name="Oval 31"/>
            <p:cNvSpPr/>
            <p:nvPr/>
          </p:nvSpPr>
          <p:spPr>
            <a:xfrm>
              <a:off x="1888920" y="2436480"/>
              <a:ext cx="1819800" cy="18198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Medium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14pt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07" name="Oval 29"/>
            <p:cNvSpPr/>
            <p:nvPr/>
          </p:nvSpPr>
          <p:spPr>
            <a:xfrm>
              <a:off x="2720520" y="3787200"/>
              <a:ext cx="1819800" cy="18198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Medium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14pt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08" name="Oval 30"/>
            <p:cNvSpPr/>
            <p:nvPr/>
          </p:nvSpPr>
          <p:spPr>
            <a:xfrm>
              <a:off x="1057680" y="3787200"/>
              <a:ext cx="1819800" cy="181980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Medium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14pt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1109" name="Oval 48"/>
          <p:cNvSpPr/>
          <p:nvPr/>
        </p:nvSpPr>
        <p:spPr>
          <a:xfrm>
            <a:off x="5321880" y="3563280"/>
            <a:ext cx="222120" cy="22212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10" name="Oval 48"/>
          <p:cNvSpPr/>
          <p:nvPr/>
        </p:nvSpPr>
        <p:spPr>
          <a:xfrm>
            <a:off x="5321880" y="4691520"/>
            <a:ext cx="222120" cy="22212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111" name="Straight Connector 6"/>
          <p:cNvCxnSpPr/>
          <p:nvPr/>
        </p:nvCxnSpPr>
        <p:spPr>
          <a:xfrm>
            <a:off x="5615640" y="3349440"/>
            <a:ext cx="3024360" cy="36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sp>
        <p:nvSpPr>
          <p:cNvPr id="1112" name="TextBox 25"/>
          <p:cNvSpPr/>
          <p:nvPr/>
        </p:nvSpPr>
        <p:spPr>
          <a:xfrm>
            <a:off x="5615640" y="2468520"/>
            <a:ext cx="3023640" cy="1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spcAft>
                <a:spcPts val="64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113" name="Straight Connector 6"/>
          <p:cNvCxnSpPr/>
          <p:nvPr/>
        </p:nvCxnSpPr>
        <p:spPr>
          <a:xfrm>
            <a:off x="5627520" y="4482360"/>
            <a:ext cx="3024360" cy="36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cxnSp>
        <p:nvCxnSpPr>
          <p:cNvPr id="1114" name="Straight Connector 6"/>
          <p:cNvCxnSpPr/>
          <p:nvPr/>
        </p:nvCxnSpPr>
        <p:spPr>
          <a:xfrm>
            <a:off x="5627520" y="5616000"/>
            <a:ext cx="3024360" cy="72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sp>
        <p:nvSpPr>
          <p:cNvPr id="1115" name="TextBox 28"/>
          <p:cNvSpPr/>
          <p:nvPr/>
        </p:nvSpPr>
        <p:spPr>
          <a:xfrm>
            <a:off x="5627880" y="4735440"/>
            <a:ext cx="3006000" cy="1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spcAft>
                <a:spcPts val="64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16" name="TextBox 29"/>
          <p:cNvSpPr/>
          <p:nvPr/>
        </p:nvSpPr>
        <p:spPr>
          <a:xfrm>
            <a:off x="5627880" y="2687400"/>
            <a:ext cx="30236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17" name="TextBox 30"/>
          <p:cNvSpPr/>
          <p:nvPr/>
        </p:nvSpPr>
        <p:spPr>
          <a:xfrm>
            <a:off x="5532120" y="3831840"/>
            <a:ext cx="31071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18" name="TextBox 31"/>
          <p:cNvSpPr/>
          <p:nvPr/>
        </p:nvSpPr>
        <p:spPr>
          <a:xfrm>
            <a:off x="5532120" y="4977720"/>
            <a:ext cx="31071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19" name="TextBox 32"/>
          <p:cNvSpPr/>
          <p:nvPr/>
        </p:nvSpPr>
        <p:spPr>
          <a:xfrm>
            <a:off x="5627880" y="3601440"/>
            <a:ext cx="3749040" cy="1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spcAft>
                <a:spcPts val="64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12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12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123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124" name="PlaceHolder 5"/>
          <p:cNvSpPr>
            <a:spLocks noGrp="1"/>
          </p:cNvSpPr>
          <p:nvPr>
            <p:ph type="sldNum" idx="86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BE8BC5A-4B7F-44A8-9FD3-9F78961C42E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125" name="PlaceHolder 6"/>
          <p:cNvSpPr>
            <a:spLocks noGrp="1"/>
          </p:cNvSpPr>
          <p:nvPr>
            <p:ph type="ftr" idx="87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126" name="Oval 2"/>
          <p:cNvSpPr/>
          <p:nvPr/>
        </p:nvSpPr>
        <p:spPr>
          <a:xfrm>
            <a:off x="4288320" y="3206880"/>
            <a:ext cx="1329120" cy="132912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e3e3e3"/>
              </a:gs>
            </a:gsLst>
            <a:lin ang="16800000"/>
          </a:gradFill>
          <a:ln w="19050">
            <a:solidFill>
              <a:srgbClr val="ffffff">
                <a:alpha val="65000"/>
              </a:srgbClr>
            </a:solidFill>
            <a:miter/>
          </a:ln>
          <a:effectLst>
            <a:outerShdw algn="tr" blurRad="25560" dir="8100000" dist="12218" rotWithShape="0">
              <a:srgbClr val="000000">
                <a:alpha val="2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grpSp>
        <p:nvGrpSpPr>
          <p:cNvPr id="1127" name="Group 3"/>
          <p:cNvGrpSpPr/>
          <p:nvPr/>
        </p:nvGrpSpPr>
        <p:grpSpPr>
          <a:xfrm>
            <a:off x="3755160" y="2758680"/>
            <a:ext cx="1184040" cy="1124280"/>
            <a:chOff x="3755160" y="2758680"/>
            <a:chExt cx="1184040" cy="1124280"/>
          </a:xfrm>
        </p:grpSpPr>
        <p:sp>
          <p:nvSpPr>
            <p:cNvPr id="1128" name="Rectangle 15"/>
            <p:cNvSpPr/>
            <p:nvPr/>
          </p:nvSpPr>
          <p:spPr>
            <a:xfrm rot="16200000">
              <a:off x="4377240" y="2768400"/>
              <a:ext cx="571680" cy="551880"/>
            </a:xfrm>
            <a:custGeom>
              <a:avLst/>
              <a:gdLst>
                <a:gd name="textAreaLeft" fmla="*/ 0 w 571680"/>
                <a:gd name="textAreaRight" fmla="*/ 572040 w 571680"/>
                <a:gd name="textAreaTop" fmla="*/ 0 h 551880"/>
                <a:gd name="textAreaBottom" fmla="*/ 552240 h 55188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129" name="Rectangle 15"/>
            <p:cNvSpPr/>
            <p:nvPr/>
          </p:nvSpPr>
          <p:spPr>
            <a:xfrm rot="13433400">
              <a:off x="3866400" y="3209760"/>
              <a:ext cx="571680" cy="551880"/>
            </a:xfrm>
            <a:custGeom>
              <a:avLst/>
              <a:gdLst>
                <a:gd name="textAreaLeft" fmla="*/ 0 w 571680"/>
                <a:gd name="textAreaRight" fmla="*/ 572040 w 571680"/>
                <a:gd name="textAreaTop" fmla="*/ 0 h 551880"/>
                <a:gd name="textAreaBottom" fmla="*/ 552240 h 55188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130" name="그룹 121"/>
          <p:cNvGrpSpPr/>
          <p:nvPr/>
        </p:nvGrpSpPr>
        <p:grpSpPr>
          <a:xfrm>
            <a:off x="3808440" y="3890160"/>
            <a:ext cx="1175760" cy="1188000"/>
            <a:chOff x="3808440" y="3890160"/>
            <a:chExt cx="1175760" cy="1188000"/>
          </a:xfrm>
        </p:grpSpPr>
        <p:sp>
          <p:nvSpPr>
            <p:cNvPr id="1131" name="Rectangle 15"/>
            <p:cNvSpPr/>
            <p:nvPr/>
          </p:nvSpPr>
          <p:spPr>
            <a:xfrm rot="10588200">
              <a:off x="3824640" y="3907080"/>
              <a:ext cx="571680" cy="551880"/>
            </a:xfrm>
            <a:custGeom>
              <a:avLst/>
              <a:gdLst>
                <a:gd name="textAreaLeft" fmla="*/ 0 w 571680"/>
                <a:gd name="textAreaRight" fmla="*/ 572040 w 571680"/>
                <a:gd name="textAreaTop" fmla="*/ 0 h 551880"/>
                <a:gd name="textAreaBottom" fmla="*/ 552240 h 55188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132" name="Rectangle 15"/>
            <p:cNvSpPr/>
            <p:nvPr/>
          </p:nvSpPr>
          <p:spPr>
            <a:xfrm rot="8033400">
              <a:off x="4301280" y="4404960"/>
              <a:ext cx="571680" cy="551880"/>
            </a:xfrm>
            <a:custGeom>
              <a:avLst/>
              <a:gdLst>
                <a:gd name="textAreaLeft" fmla="*/ 0 w 571680"/>
                <a:gd name="textAreaRight" fmla="*/ 572040 w 571680"/>
                <a:gd name="textAreaTop" fmla="*/ 0 h 551880"/>
                <a:gd name="textAreaBottom" fmla="*/ 552240 h 55188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133" name="Group 8"/>
          <p:cNvGrpSpPr/>
          <p:nvPr/>
        </p:nvGrpSpPr>
        <p:grpSpPr>
          <a:xfrm>
            <a:off x="4970520" y="3877560"/>
            <a:ext cx="1184040" cy="1123920"/>
            <a:chOff x="4970520" y="3877560"/>
            <a:chExt cx="1184040" cy="1123920"/>
          </a:xfrm>
        </p:grpSpPr>
        <p:sp>
          <p:nvSpPr>
            <p:cNvPr id="1134" name="Rectangle 15"/>
            <p:cNvSpPr/>
            <p:nvPr/>
          </p:nvSpPr>
          <p:spPr>
            <a:xfrm rot="5400000">
              <a:off x="4960440" y="4439520"/>
              <a:ext cx="571680" cy="551880"/>
            </a:xfrm>
            <a:custGeom>
              <a:avLst/>
              <a:gdLst>
                <a:gd name="textAreaLeft" fmla="*/ 0 w 571680"/>
                <a:gd name="textAreaRight" fmla="*/ 572040 w 571680"/>
                <a:gd name="textAreaTop" fmla="*/ 0 h 551880"/>
                <a:gd name="textAreaBottom" fmla="*/ 552240 h 55188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rgbClr val="e6e6e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135" name="Rectangle 15"/>
            <p:cNvSpPr/>
            <p:nvPr/>
          </p:nvSpPr>
          <p:spPr>
            <a:xfrm rot="2633400">
              <a:off x="5471280" y="3998520"/>
              <a:ext cx="571680" cy="551880"/>
            </a:xfrm>
            <a:custGeom>
              <a:avLst/>
              <a:gdLst>
                <a:gd name="textAreaLeft" fmla="*/ 0 w 571680"/>
                <a:gd name="textAreaRight" fmla="*/ 572040 w 571680"/>
                <a:gd name="textAreaTop" fmla="*/ 0 h 551880"/>
                <a:gd name="textAreaBottom" fmla="*/ 552240 h 55188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136" name="Group 11"/>
          <p:cNvGrpSpPr/>
          <p:nvPr/>
        </p:nvGrpSpPr>
        <p:grpSpPr>
          <a:xfrm>
            <a:off x="4953960" y="2693880"/>
            <a:ext cx="1124280" cy="1184400"/>
            <a:chOff x="4953960" y="2693880"/>
            <a:chExt cx="1124280" cy="1184400"/>
          </a:xfrm>
        </p:grpSpPr>
        <p:sp>
          <p:nvSpPr>
            <p:cNvPr id="1137" name="Rectangle 15"/>
            <p:cNvSpPr/>
            <p:nvPr/>
          </p:nvSpPr>
          <p:spPr>
            <a:xfrm>
              <a:off x="5506560" y="3326400"/>
              <a:ext cx="571680" cy="551880"/>
            </a:xfrm>
            <a:custGeom>
              <a:avLst/>
              <a:gdLst>
                <a:gd name="textAreaLeft" fmla="*/ 0 w 571680"/>
                <a:gd name="textAreaRight" fmla="*/ 572040 w 571680"/>
                <a:gd name="textAreaTop" fmla="*/ 0 h 551880"/>
                <a:gd name="textAreaBottom" fmla="*/ 552240 h 55188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138" name="Rectangle 15"/>
            <p:cNvSpPr/>
            <p:nvPr/>
          </p:nvSpPr>
          <p:spPr>
            <a:xfrm rot="18833400">
              <a:off x="5064840" y="2814840"/>
              <a:ext cx="571680" cy="551880"/>
            </a:xfrm>
            <a:custGeom>
              <a:avLst/>
              <a:gdLst>
                <a:gd name="textAreaLeft" fmla="*/ 0 w 571680"/>
                <a:gd name="textAreaRight" fmla="*/ 572040 w 571680"/>
                <a:gd name="textAreaTop" fmla="*/ 0 h 551880"/>
                <a:gd name="textAreaBottom" fmla="*/ 552240 h 55188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139" name="Oval 14"/>
          <p:cNvSpPr/>
          <p:nvPr/>
        </p:nvSpPr>
        <p:spPr>
          <a:xfrm>
            <a:off x="4640040" y="2250360"/>
            <a:ext cx="441000" cy="441000"/>
          </a:xfrm>
          <a:prstGeom prst="ellipse">
            <a:avLst/>
          </a:prstGeom>
          <a:solidFill>
            <a:srgbClr val="e6e6e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40" name="Oval 15"/>
          <p:cNvSpPr/>
          <p:nvPr/>
        </p:nvSpPr>
        <p:spPr>
          <a:xfrm>
            <a:off x="3675600" y="2716920"/>
            <a:ext cx="441000" cy="441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41" name="Oval 16"/>
          <p:cNvSpPr/>
          <p:nvPr/>
        </p:nvSpPr>
        <p:spPr>
          <a:xfrm>
            <a:off x="3325680" y="3771720"/>
            <a:ext cx="441000" cy="441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42" name="Oval 17"/>
          <p:cNvSpPr/>
          <p:nvPr/>
        </p:nvSpPr>
        <p:spPr>
          <a:xfrm>
            <a:off x="3812040" y="4686480"/>
            <a:ext cx="441000" cy="441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43" name="Oval 18"/>
          <p:cNvSpPr/>
          <p:nvPr/>
        </p:nvSpPr>
        <p:spPr>
          <a:xfrm>
            <a:off x="4763880" y="5055480"/>
            <a:ext cx="562680" cy="562680"/>
          </a:xfrm>
          <a:prstGeom prst="ellipse">
            <a:avLst/>
          </a:prstGeom>
          <a:solidFill>
            <a:srgbClr val="e6e6e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44" name="Oval 19"/>
          <p:cNvSpPr/>
          <p:nvPr/>
        </p:nvSpPr>
        <p:spPr>
          <a:xfrm>
            <a:off x="5794560" y="4619520"/>
            <a:ext cx="441000" cy="441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45" name="Oval 20"/>
          <p:cNvSpPr/>
          <p:nvPr/>
        </p:nvSpPr>
        <p:spPr>
          <a:xfrm>
            <a:off x="6139080" y="3594960"/>
            <a:ext cx="441000" cy="441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46" name="Oval 21"/>
          <p:cNvSpPr/>
          <p:nvPr/>
        </p:nvSpPr>
        <p:spPr>
          <a:xfrm>
            <a:off x="5684040" y="2635560"/>
            <a:ext cx="441000" cy="441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47" name="TextBox 138"/>
          <p:cNvSpPr/>
          <p:nvPr/>
        </p:nvSpPr>
        <p:spPr>
          <a:xfrm>
            <a:off x="4401360" y="3931560"/>
            <a:ext cx="11253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48" name="Rectangle 16"/>
          <p:cNvSpPr/>
          <p:nvPr/>
        </p:nvSpPr>
        <p:spPr>
          <a:xfrm>
            <a:off x="4728600" y="3546000"/>
            <a:ext cx="453240" cy="297720"/>
          </a:xfrm>
          <a:custGeom>
            <a:avLst/>
            <a:gdLst>
              <a:gd name="textAreaLeft" fmla="*/ 0 w 453240"/>
              <a:gd name="textAreaRight" fmla="*/ 453600 w 453240"/>
              <a:gd name="textAreaTop" fmla="*/ 0 h 297720"/>
              <a:gd name="textAreaBottom" fmla="*/ 298080 h 297720"/>
            </a:gdLst>
            <a:ahLst/>
            <a:rect l="textAreaLeft" t="textAreaTop" r="textAreaRight" b="textAreaBottom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rgbClr val="524e5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49" name="Parallelogram 30"/>
          <p:cNvSpPr/>
          <p:nvPr/>
        </p:nvSpPr>
        <p:spPr>
          <a:xfrm flipH="1">
            <a:off x="3924720" y="4799520"/>
            <a:ext cx="214200" cy="214920"/>
          </a:xfrm>
          <a:custGeom>
            <a:avLst/>
            <a:gdLst>
              <a:gd name="textAreaLeft" fmla="*/ -360 w 214200"/>
              <a:gd name="textAreaRight" fmla="*/ 214200 w 214200"/>
              <a:gd name="textAreaTop" fmla="*/ 0 h 214920"/>
              <a:gd name="textAreaBottom" fmla="*/ 215280 h 214920"/>
            </a:gdLst>
            <a:ahLst/>
            <a:rect l="textAreaLeft" t="textAreaTop" r="textAreaRight" b="textAreaBottom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50" name="Isosceles Triangle 8"/>
          <p:cNvSpPr/>
          <p:nvPr/>
        </p:nvSpPr>
        <p:spPr>
          <a:xfrm rot="16200000">
            <a:off x="6255720" y="3691800"/>
            <a:ext cx="207720" cy="247680"/>
          </a:xfrm>
          <a:custGeom>
            <a:avLst/>
            <a:gdLst>
              <a:gd name="textAreaLeft" fmla="*/ 0 w 207720"/>
              <a:gd name="textAreaRight" fmla="*/ 208080 w 207720"/>
              <a:gd name="textAreaTop" fmla="*/ 0 h 247680"/>
              <a:gd name="textAreaBottom" fmla="*/ 248040 h 247680"/>
            </a:gdLst>
            <a:ahLst/>
            <a:rect l="textAreaLeft" t="textAreaTop" r="textAreaRight" b="textAreaBottom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51" name="Oval 7"/>
          <p:cNvSpPr/>
          <p:nvPr/>
        </p:nvSpPr>
        <p:spPr>
          <a:xfrm>
            <a:off x="5905080" y="4729680"/>
            <a:ext cx="220320" cy="220320"/>
          </a:xfrm>
          <a:custGeom>
            <a:avLst/>
            <a:gdLst>
              <a:gd name="textAreaLeft" fmla="*/ 0 w 220320"/>
              <a:gd name="textAreaRight" fmla="*/ 220680 w 220320"/>
              <a:gd name="textAreaTop" fmla="*/ 0 h 220320"/>
              <a:gd name="textAreaBottom" fmla="*/ 220680 h 220320"/>
            </a:gdLst>
            <a:ahLst/>
            <a:rect l="textAreaLeft" t="textAreaTop" r="textAreaRight" b="textAreaBottom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52" name="Round Same Side Corner Rectangle 11"/>
          <p:cNvSpPr/>
          <p:nvPr/>
        </p:nvSpPr>
        <p:spPr>
          <a:xfrm rot="9900000">
            <a:off x="3775320" y="2835360"/>
            <a:ext cx="241560" cy="204840"/>
          </a:xfrm>
          <a:custGeom>
            <a:avLst/>
            <a:gdLst>
              <a:gd name="textAreaLeft" fmla="*/ 0 w 241560"/>
              <a:gd name="textAreaRight" fmla="*/ 241920 w 241560"/>
              <a:gd name="textAreaTop" fmla="*/ 0 h 204840"/>
              <a:gd name="textAreaBottom" fmla="*/ 205200 h 204840"/>
            </a:gdLst>
            <a:ahLst/>
            <a:rect l="textAreaLeft" t="textAreaTop" r="textAreaRight" b="textAreaBottom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53" name="Rounded Rectangle 27"/>
          <p:cNvSpPr/>
          <p:nvPr/>
        </p:nvSpPr>
        <p:spPr>
          <a:xfrm>
            <a:off x="4745520" y="2380320"/>
            <a:ext cx="210960" cy="162000"/>
          </a:xfrm>
          <a:custGeom>
            <a:avLst/>
            <a:gdLst>
              <a:gd name="textAreaLeft" fmla="*/ 0 w 210960"/>
              <a:gd name="textAreaRight" fmla="*/ 211320 w 210960"/>
              <a:gd name="textAreaTop" fmla="*/ 0 h 162000"/>
              <a:gd name="textAreaBottom" fmla="*/ 162360 h 162000"/>
            </a:gdLst>
            <a:ahLst/>
            <a:rect l="textAreaLeft" t="textAreaTop" r="textAreaRight" b="textAreaBottom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54" name="Donut 24"/>
          <p:cNvSpPr/>
          <p:nvPr/>
        </p:nvSpPr>
        <p:spPr>
          <a:xfrm>
            <a:off x="4924800" y="5215320"/>
            <a:ext cx="240840" cy="243000"/>
          </a:xfrm>
          <a:custGeom>
            <a:avLst/>
            <a:gdLst>
              <a:gd name="textAreaLeft" fmla="*/ 0 w 240840"/>
              <a:gd name="textAreaRight" fmla="*/ 241200 w 240840"/>
              <a:gd name="textAreaTop" fmla="*/ 0 h 243000"/>
              <a:gd name="textAreaBottom" fmla="*/ 243360 h 243000"/>
            </a:gdLst>
            <a:ahLst/>
            <a:rect l="textAreaLeft" t="textAreaTop" r="textAreaRight" b="textAreaBottom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55" name="Oval 21"/>
          <p:cNvSpPr/>
          <p:nvPr/>
        </p:nvSpPr>
        <p:spPr>
          <a:xfrm>
            <a:off x="3429720" y="3874680"/>
            <a:ext cx="232920" cy="234720"/>
          </a:xfrm>
          <a:custGeom>
            <a:avLst/>
            <a:gdLst>
              <a:gd name="textAreaLeft" fmla="*/ 0 w 232920"/>
              <a:gd name="textAreaRight" fmla="*/ 233280 w 232920"/>
              <a:gd name="textAreaTop" fmla="*/ 0 h 234720"/>
              <a:gd name="textAreaBottom" fmla="*/ 235080 h 234720"/>
            </a:gdLst>
            <a:ahLst/>
            <a:rect l="textAreaLeft" t="textAreaTop" r="textAreaRight" b="textAreaBottom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56" name="Rounded Rectangle 7"/>
          <p:cNvSpPr/>
          <p:nvPr/>
        </p:nvSpPr>
        <p:spPr>
          <a:xfrm>
            <a:off x="5792040" y="2758680"/>
            <a:ext cx="225360" cy="194400"/>
          </a:xfrm>
          <a:custGeom>
            <a:avLst/>
            <a:gdLst>
              <a:gd name="textAreaLeft" fmla="*/ 0 w 225360"/>
              <a:gd name="textAreaRight" fmla="*/ 225720 w 225360"/>
              <a:gd name="textAreaTop" fmla="*/ 0 h 194400"/>
              <a:gd name="textAreaBottom" fmla="*/ 194760 h 194400"/>
            </a:gdLst>
            <a:ahLst/>
            <a:rect l="textAreaLeft" t="textAreaTop" r="textAreaRight" b="textAreaBottom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grpSp>
        <p:nvGrpSpPr>
          <p:cNvPr id="1157" name="Group 25"/>
          <p:cNvGrpSpPr/>
          <p:nvPr/>
        </p:nvGrpSpPr>
        <p:grpSpPr>
          <a:xfrm>
            <a:off x="6168960" y="2481120"/>
            <a:ext cx="2966400" cy="533160"/>
            <a:chOff x="6168960" y="2481120"/>
            <a:chExt cx="2966400" cy="533160"/>
          </a:xfrm>
        </p:grpSpPr>
        <p:sp>
          <p:nvSpPr>
            <p:cNvPr id="1158" name="TextBox 149"/>
            <p:cNvSpPr/>
            <p:nvPr/>
          </p:nvSpPr>
          <p:spPr>
            <a:xfrm>
              <a:off x="6168960" y="2705400"/>
              <a:ext cx="296640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59" name="TextBox 150"/>
            <p:cNvSpPr/>
            <p:nvPr/>
          </p:nvSpPr>
          <p:spPr>
            <a:xfrm>
              <a:off x="6168960" y="2481120"/>
              <a:ext cx="296640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160" name="Group 25"/>
          <p:cNvGrpSpPr/>
          <p:nvPr/>
        </p:nvGrpSpPr>
        <p:grpSpPr>
          <a:xfrm>
            <a:off x="796320" y="4818960"/>
            <a:ext cx="2966400" cy="504720"/>
            <a:chOff x="796320" y="4818960"/>
            <a:chExt cx="2966400" cy="504720"/>
          </a:xfrm>
        </p:grpSpPr>
        <p:sp>
          <p:nvSpPr>
            <p:cNvPr id="1161" name="TextBox 161"/>
            <p:cNvSpPr/>
            <p:nvPr/>
          </p:nvSpPr>
          <p:spPr>
            <a:xfrm>
              <a:off x="796320" y="5014800"/>
              <a:ext cx="296640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Text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62" name="TextBox 162"/>
            <p:cNvSpPr/>
            <p:nvPr/>
          </p:nvSpPr>
          <p:spPr>
            <a:xfrm>
              <a:off x="796320" y="4818960"/>
              <a:ext cx="296640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Contents Title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163" name="Group 25"/>
          <p:cNvGrpSpPr/>
          <p:nvPr/>
        </p:nvGrpSpPr>
        <p:grpSpPr>
          <a:xfrm>
            <a:off x="373680" y="3660120"/>
            <a:ext cx="2966400" cy="533160"/>
            <a:chOff x="373680" y="3660120"/>
            <a:chExt cx="2966400" cy="533160"/>
          </a:xfrm>
        </p:grpSpPr>
        <p:sp>
          <p:nvSpPr>
            <p:cNvPr id="1164" name="TextBox 164"/>
            <p:cNvSpPr/>
            <p:nvPr/>
          </p:nvSpPr>
          <p:spPr>
            <a:xfrm>
              <a:off x="373680" y="3884400"/>
              <a:ext cx="296640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65" name="TextBox 165"/>
            <p:cNvSpPr/>
            <p:nvPr/>
          </p:nvSpPr>
          <p:spPr>
            <a:xfrm>
              <a:off x="373680" y="3660120"/>
              <a:ext cx="296640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166" name="Group 25"/>
          <p:cNvGrpSpPr/>
          <p:nvPr/>
        </p:nvGrpSpPr>
        <p:grpSpPr>
          <a:xfrm>
            <a:off x="747000" y="2564640"/>
            <a:ext cx="2966400" cy="533160"/>
            <a:chOff x="747000" y="2564640"/>
            <a:chExt cx="2966400" cy="533160"/>
          </a:xfrm>
        </p:grpSpPr>
        <p:sp>
          <p:nvSpPr>
            <p:cNvPr id="1167" name="TextBox 62"/>
            <p:cNvSpPr/>
            <p:nvPr/>
          </p:nvSpPr>
          <p:spPr>
            <a:xfrm>
              <a:off x="747000" y="2788920"/>
              <a:ext cx="296640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68" name="TextBox 63"/>
            <p:cNvSpPr/>
            <p:nvPr/>
          </p:nvSpPr>
          <p:spPr>
            <a:xfrm>
              <a:off x="747000" y="2564640"/>
              <a:ext cx="296640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169" name="Group 25"/>
          <p:cNvGrpSpPr/>
          <p:nvPr/>
        </p:nvGrpSpPr>
        <p:grpSpPr>
          <a:xfrm>
            <a:off x="3394440" y="1640520"/>
            <a:ext cx="2966400" cy="533160"/>
            <a:chOff x="3394440" y="1640520"/>
            <a:chExt cx="2966400" cy="533160"/>
          </a:xfrm>
        </p:grpSpPr>
        <p:sp>
          <p:nvSpPr>
            <p:cNvPr id="1170" name="TextBox 65"/>
            <p:cNvSpPr/>
            <p:nvPr/>
          </p:nvSpPr>
          <p:spPr>
            <a:xfrm>
              <a:off x="3394440" y="1864800"/>
              <a:ext cx="296640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71" name="TextBox 66"/>
            <p:cNvSpPr/>
            <p:nvPr/>
          </p:nvSpPr>
          <p:spPr>
            <a:xfrm>
              <a:off x="3394440" y="1640520"/>
              <a:ext cx="296640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172" name="Group 25"/>
          <p:cNvGrpSpPr/>
          <p:nvPr/>
        </p:nvGrpSpPr>
        <p:grpSpPr>
          <a:xfrm>
            <a:off x="6599160" y="3546000"/>
            <a:ext cx="2966400" cy="533160"/>
            <a:chOff x="6599160" y="3546000"/>
            <a:chExt cx="2966400" cy="533160"/>
          </a:xfrm>
        </p:grpSpPr>
        <p:sp>
          <p:nvSpPr>
            <p:cNvPr id="1173" name="TextBox 68"/>
            <p:cNvSpPr/>
            <p:nvPr/>
          </p:nvSpPr>
          <p:spPr>
            <a:xfrm>
              <a:off x="6599160" y="3770280"/>
              <a:ext cx="296640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74" name="TextBox 69"/>
            <p:cNvSpPr/>
            <p:nvPr/>
          </p:nvSpPr>
          <p:spPr>
            <a:xfrm>
              <a:off x="6599160" y="3546000"/>
              <a:ext cx="296640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175" name="Group 25"/>
          <p:cNvGrpSpPr/>
          <p:nvPr/>
        </p:nvGrpSpPr>
        <p:grpSpPr>
          <a:xfrm>
            <a:off x="6274080" y="4590360"/>
            <a:ext cx="2966400" cy="533160"/>
            <a:chOff x="6274080" y="4590360"/>
            <a:chExt cx="2966400" cy="533160"/>
          </a:xfrm>
        </p:grpSpPr>
        <p:sp>
          <p:nvSpPr>
            <p:cNvPr id="1176" name="TextBox 71"/>
            <p:cNvSpPr/>
            <p:nvPr/>
          </p:nvSpPr>
          <p:spPr>
            <a:xfrm>
              <a:off x="6274080" y="4814640"/>
              <a:ext cx="296640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77" name="TextBox 72"/>
            <p:cNvSpPr/>
            <p:nvPr/>
          </p:nvSpPr>
          <p:spPr>
            <a:xfrm>
              <a:off x="6274080" y="4590360"/>
              <a:ext cx="296640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178" name="Group 25"/>
          <p:cNvGrpSpPr/>
          <p:nvPr/>
        </p:nvGrpSpPr>
        <p:grpSpPr>
          <a:xfrm>
            <a:off x="3566880" y="5720400"/>
            <a:ext cx="2966400" cy="533160"/>
            <a:chOff x="3566880" y="5720400"/>
            <a:chExt cx="2966400" cy="533160"/>
          </a:xfrm>
        </p:grpSpPr>
        <p:sp>
          <p:nvSpPr>
            <p:cNvPr id="1179" name="TextBox 77"/>
            <p:cNvSpPr/>
            <p:nvPr/>
          </p:nvSpPr>
          <p:spPr>
            <a:xfrm>
              <a:off x="3566880" y="5944680"/>
              <a:ext cx="296640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80" name="TextBox 78"/>
            <p:cNvSpPr/>
            <p:nvPr/>
          </p:nvSpPr>
          <p:spPr>
            <a:xfrm>
              <a:off x="3566880" y="5720400"/>
              <a:ext cx="296640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18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18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184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185" name="PlaceHolder 5"/>
          <p:cNvSpPr>
            <a:spLocks noGrp="1"/>
          </p:cNvSpPr>
          <p:nvPr>
            <p:ph type="sldNum" idx="88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C7843E7-99FC-4A6B-A86C-89B30F5E274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186" name="PlaceHolder 6"/>
          <p:cNvSpPr>
            <a:spLocks noGrp="1"/>
          </p:cNvSpPr>
          <p:nvPr>
            <p:ph type="ftr" idx="89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187" name="자유형 6"/>
          <p:cNvSpPr/>
          <p:nvPr/>
        </p:nvSpPr>
        <p:spPr>
          <a:xfrm rot="5400000">
            <a:off x="3516840" y="2522880"/>
            <a:ext cx="1409040" cy="1405800"/>
          </a:xfrm>
          <a:custGeom>
            <a:avLst/>
            <a:gdLst>
              <a:gd name="textAreaLeft" fmla="*/ 0 w 1409040"/>
              <a:gd name="textAreaRight" fmla="*/ 1409400 w 1409040"/>
              <a:gd name="textAreaTop" fmla="*/ 0 h 1405800"/>
              <a:gd name="textAreaBottom" fmla="*/ 1406160 h 1405800"/>
            </a:gdLst>
            <a:ahLst/>
            <a:rect l="textAreaLeft" t="textAreaTop" r="textAreaRight" b="textAreaBottom"/>
            <a:pathLst>
              <a:path w="1561413" h="1561414">
                <a:moveTo>
                  <a:pt x="0" y="0"/>
                </a:moveTo>
                <a:lnTo>
                  <a:pt x="1561413" y="0"/>
                </a:lnTo>
                <a:lnTo>
                  <a:pt x="1561413" y="1561414"/>
                </a:lnTo>
                <a:lnTo>
                  <a:pt x="1422431" y="1554396"/>
                </a:lnTo>
                <a:cubicBezTo>
                  <a:pt x="676123" y="1478604"/>
                  <a:pt x="82809" y="885290"/>
                  <a:pt x="7018" y="13898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88" name="자유형 7"/>
          <p:cNvSpPr/>
          <p:nvPr/>
        </p:nvSpPr>
        <p:spPr>
          <a:xfrm rot="5400000">
            <a:off x="4974840" y="2522880"/>
            <a:ext cx="1409040" cy="1405800"/>
          </a:xfrm>
          <a:custGeom>
            <a:avLst/>
            <a:gdLst>
              <a:gd name="textAreaLeft" fmla="*/ 0 w 1409040"/>
              <a:gd name="textAreaRight" fmla="*/ 1409400 w 1409040"/>
              <a:gd name="textAreaTop" fmla="*/ 0 h 1405800"/>
              <a:gd name="textAreaBottom" fmla="*/ 1406160 h 1405800"/>
            </a:gdLst>
            <a:ahLst/>
            <a:rect l="textAreaLeft" t="textAreaTop" r="textAreaRight" b="textAreaBottom"/>
            <a:pathLst>
              <a:path w="1561413" h="1561414">
                <a:moveTo>
                  <a:pt x="0" y="1561414"/>
                </a:moveTo>
                <a:lnTo>
                  <a:pt x="7018" y="1422431"/>
                </a:lnTo>
                <a:cubicBezTo>
                  <a:pt x="82809" y="676124"/>
                  <a:pt x="676123" y="82810"/>
                  <a:pt x="1422431" y="7018"/>
                </a:cubicBezTo>
                <a:lnTo>
                  <a:pt x="1561413" y="0"/>
                </a:lnTo>
                <a:lnTo>
                  <a:pt x="1561413" y="1561414"/>
                </a:lnTo>
                <a:lnTo>
                  <a:pt x="0" y="1561414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89" name="자유형 8"/>
          <p:cNvSpPr/>
          <p:nvPr/>
        </p:nvSpPr>
        <p:spPr>
          <a:xfrm rot="5400000">
            <a:off x="3516840" y="3974400"/>
            <a:ext cx="1409040" cy="1405800"/>
          </a:xfrm>
          <a:custGeom>
            <a:avLst/>
            <a:gdLst>
              <a:gd name="textAreaLeft" fmla="*/ 0 w 1409040"/>
              <a:gd name="textAreaRight" fmla="*/ 1409400 w 1409040"/>
              <a:gd name="textAreaTop" fmla="*/ 0 h 1405800"/>
              <a:gd name="textAreaBottom" fmla="*/ 1406160 h 1405800"/>
            </a:gdLst>
            <a:ahLst/>
            <a:rect l="textAreaLeft" t="textAreaTop" r="textAreaRight" b="textAreaBottom"/>
            <a:pathLst>
              <a:path w="1561415" h="1561414">
                <a:moveTo>
                  <a:pt x="0" y="1561414"/>
                </a:moveTo>
                <a:lnTo>
                  <a:pt x="0" y="0"/>
                </a:lnTo>
                <a:lnTo>
                  <a:pt x="1561415" y="0"/>
                </a:lnTo>
                <a:lnTo>
                  <a:pt x="1554397" y="138983"/>
                </a:lnTo>
                <a:cubicBezTo>
                  <a:pt x="1478605" y="885290"/>
                  <a:pt x="885291" y="1478604"/>
                  <a:pt x="138984" y="1554396"/>
                </a:cubicBezTo>
                <a:lnTo>
                  <a:pt x="0" y="156141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90" name="자유형 9"/>
          <p:cNvSpPr/>
          <p:nvPr/>
        </p:nvSpPr>
        <p:spPr>
          <a:xfrm rot="5400000">
            <a:off x="4974840" y="3974400"/>
            <a:ext cx="1409040" cy="1405800"/>
          </a:xfrm>
          <a:custGeom>
            <a:avLst/>
            <a:gdLst>
              <a:gd name="textAreaLeft" fmla="*/ 0 w 1409040"/>
              <a:gd name="textAreaRight" fmla="*/ 1409400 w 1409040"/>
              <a:gd name="textAreaTop" fmla="*/ 0 h 1405800"/>
              <a:gd name="textAreaBottom" fmla="*/ 1406160 h 1405800"/>
            </a:gdLst>
            <a:ahLst/>
            <a:rect l="textAreaLeft" t="textAreaTop" r="textAreaRight" b="textAreaBottom"/>
            <a:pathLst>
              <a:path w="1561415" h="1561414">
                <a:moveTo>
                  <a:pt x="0" y="1561414"/>
                </a:moveTo>
                <a:lnTo>
                  <a:pt x="0" y="0"/>
                </a:lnTo>
                <a:lnTo>
                  <a:pt x="138984" y="7018"/>
                </a:lnTo>
                <a:cubicBezTo>
                  <a:pt x="885291" y="82810"/>
                  <a:pt x="1478605" y="676124"/>
                  <a:pt x="1554397" y="1422431"/>
                </a:cubicBezTo>
                <a:lnTo>
                  <a:pt x="1561415" y="1561414"/>
                </a:lnTo>
                <a:lnTo>
                  <a:pt x="0" y="1561414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91" name="원형 화살표 10"/>
          <p:cNvSpPr/>
          <p:nvPr/>
        </p:nvSpPr>
        <p:spPr>
          <a:xfrm>
            <a:off x="4624560" y="3540240"/>
            <a:ext cx="656280" cy="656280"/>
          </a:xfrm>
          <a:prstGeom prst="circularArrow">
            <a:avLst>
              <a:gd name="adj1" fmla="val 5403"/>
              <a:gd name="adj2" fmla="val 1142319"/>
              <a:gd name="adj3" fmla="val 20414193"/>
              <a:gd name="adj4" fmla="val 10951345"/>
              <a:gd name="adj5" fmla="val 12500"/>
            </a:avLst>
          </a:pr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92" name="원형 화살표 11"/>
          <p:cNvSpPr/>
          <p:nvPr/>
        </p:nvSpPr>
        <p:spPr>
          <a:xfrm rot="10971600">
            <a:off x="4637520" y="3703320"/>
            <a:ext cx="656280" cy="656280"/>
          </a:xfrm>
          <a:prstGeom prst="circularArrow">
            <a:avLst>
              <a:gd name="adj1" fmla="val 5403"/>
              <a:gd name="adj2" fmla="val 1142319"/>
              <a:gd name="adj3" fmla="val 20414193"/>
              <a:gd name="adj4" fmla="val 10951345"/>
              <a:gd name="adj5" fmla="val 12500"/>
            </a:avLst>
          </a:pr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93" name="타원 12"/>
          <p:cNvSpPr/>
          <p:nvPr/>
        </p:nvSpPr>
        <p:spPr>
          <a:xfrm>
            <a:off x="1117440" y="2326680"/>
            <a:ext cx="612720" cy="61272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grpSp>
        <p:nvGrpSpPr>
          <p:cNvPr id="1194" name="Group 25"/>
          <p:cNvGrpSpPr/>
          <p:nvPr/>
        </p:nvGrpSpPr>
        <p:grpSpPr>
          <a:xfrm>
            <a:off x="1730520" y="2374200"/>
            <a:ext cx="2187360" cy="577800"/>
            <a:chOff x="1730520" y="2374200"/>
            <a:chExt cx="2187360" cy="577800"/>
          </a:xfrm>
        </p:grpSpPr>
        <p:sp>
          <p:nvSpPr>
            <p:cNvPr id="1195" name="TextBox 14"/>
            <p:cNvSpPr/>
            <p:nvPr/>
          </p:nvSpPr>
          <p:spPr>
            <a:xfrm>
              <a:off x="1730520" y="2570040"/>
              <a:ext cx="218736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6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6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96" name="TextBox 15"/>
            <p:cNvSpPr/>
            <p:nvPr/>
          </p:nvSpPr>
          <p:spPr>
            <a:xfrm>
              <a:off x="1730520" y="2374200"/>
              <a:ext cx="218736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cxnSp>
        <p:nvCxnSpPr>
          <p:cNvPr id="1197" name="직선 연결선 16"/>
          <p:cNvCxnSpPr/>
          <p:nvPr/>
        </p:nvCxnSpPr>
        <p:spPr>
          <a:xfrm>
            <a:off x="1730160" y="2945160"/>
            <a:ext cx="2188080" cy="360"/>
          </a:xfrm>
          <a:prstGeom prst="straightConnector1">
            <a:avLst/>
          </a:prstGeom>
          <a:ln w="12700">
            <a:solidFill>
              <a:srgbClr val="b6b6b6"/>
            </a:solidFill>
            <a:prstDash val="sysDot"/>
            <a:miter/>
            <a:headEnd len="med" type="oval" w="med"/>
            <a:tailEnd len="med" type="oval" w="med"/>
          </a:ln>
        </p:spPr>
      </p:cxnSp>
      <p:sp>
        <p:nvSpPr>
          <p:cNvPr id="1198" name="TextBox 17"/>
          <p:cNvSpPr/>
          <p:nvPr/>
        </p:nvSpPr>
        <p:spPr>
          <a:xfrm>
            <a:off x="1741320" y="3018600"/>
            <a:ext cx="15973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99" name="타원 19"/>
          <p:cNvSpPr/>
          <p:nvPr/>
        </p:nvSpPr>
        <p:spPr>
          <a:xfrm>
            <a:off x="1117440" y="4338000"/>
            <a:ext cx="612720" cy="6127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cxnSp>
        <p:nvCxnSpPr>
          <p:cNvPr id="1200" name="직선 연결선 23"/>
          <p:cNvCxnSpPr/>
          <p:nvPr/>
        </p:nvCxnSpPr>
        <p:spPr>
          <a:xfrm>
            <a:off x="1730160" y="4956840"/>
            <a:ext cx="2188080" cy="360"/>
          </a:xfrm>
          <a:prstGeom prst="straightConnector1">
            <a:avLst/>
          </a:prstGeom>
          <a:ln w="12700">
            <a:solidFill>
              <a:srgbClr val="b6b6b6"/>
            </a:solidFill>
            <a:prstDash val="sysDot"/>
            <a:miter/>
            <a:headEnd len="med" type="oval" w="med"/>
            <a:tailEnd len="med" type="oval" w="med"/>
          </a:ln>
        </p:spPr>
      </p:cxnSp>
      <p:sp>
        <p:nvSpPr>
          <p:cNvPr id="1201" name="타원 26"/>
          <p:cNvSpPr/>
          <p:nvPr/>
        </p:nvSpPr>
        <p:spPr>
          <a:xfrm>
            <a:off x="8170560" y="4338000"/>
            <a:ext cx="612720" cy="61272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cxnSp>
        <p:nvCxnSpPr>
          <p:cNvPr id="1202" name="직선 연결선 30"/>
          <p:cNvCxnSpPr/>
          <p:nvPr/>
        </p:nvCxnSpPr>
        <p:spPr>
          <a:xfrm>
            <a:off x="5982840" y="4947840"/>
            <a:ext cx="2187720" cy="360"/>
          </a:xfrm>
          <a:prstGeom prst="straightConnector1">
            <a:avLst/>
          </a:prstGeom>
          <a:ln w="12700">
            <a:solidFill>
              <a:srgbClr val="b6b6b6"/>
            </a:solidFill>
            <a:prstDash val="sysDot"/>
            <a:miter/>
            <a:headEnd len="med" type="oval" w="med"/>
            <a:tailEnd len="med" type="oval" w="med"/>
          </a:ln>
        </p:spPr>
      </p:cxnSp>
      <p:sp>
        <p:nvSpPr>
          <p:cNvPr id="1203" name="타원 33"/>
          <p:cNvSpPr/>
          <p:nvPr/>
        </p:nvSpPr>
        <p:spPr>
          <a:xfrm>
            <a:off x="8170560" y="2329920"/>
            <a:ext cx="612720" cy="61272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grpSp>
        <p:nvGrpSpPr>
          <p:cNvPr id="1204" name="Group 25"/>
          <p:cNvGrpSpPr/>
          <p:nvPr/>
        </p:nvGrpSpPr>
        <p:grpSpPr>
          <a:xfrm>
            <a:off x="5982840" y="2377440"/>
            <a:ext cx="2036880" cy="577800"/>
            <a:chOff x="5982840" y="2377440"/>
            <a:chExt cx="2036880" cy="577800"/>
          </a:xfrm>
        </p:grpSpPr>
        <p:sp>
          <p:nvSpPr>
            <p:cNvPr id="1205" name="TextBox 35"/>
            <p:cNvSpPr/>
            <p:nvPr/>
          </p:nvSpPr>
          <p:spPr>
            <a:xfrm>
              <a:off x="5982840" y="2573280"/>
              <a:ext cx="203688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6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6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206" name="TextBox 36"/>
            <p:cNvSpPr/>
            <p:nvPr/>
          </p:nvSpPr>
          <p:spPr>
            <a:xfrm>
              <a:off x="5982840" y="2377440"/>
              <a:ext cx="20368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cxnSp>
        <p:nvCxnSpPr>
          <p:cNvPr id="1207" name="직선 연결선 37"/>
          <p:cNvCxnSpPr/>
          <p:nvPr/>
        </p:nvCxnSpPr>
        <p:spPr>
          <a:xfrm>
            <a:off x="5982840" y="2948400"/>
            <a:ext cx="2187720" cy="360"/>
          </a:xfrm>
          <a:prstGeom prst="straightConnector1">
            <a:avLst/>
          </a:prstGeom>
          <a:ln w="12700">
            <a:solidFill>
              <a:srgbClr val="b6b6b6"/>
            </a:solidFill>
            <a:prstDash val="sysDot"/>
            <a:miter/>
            <a:headEnd len="med" type="oval" w="med"/>
            <a:tailEnd len="med" type="oval" w="med"/>
          </a:ln>
        </p:spPr>
      </p:cxnSp>
      <p:sp>
        <p:nvSpPr>
          <p:cNvPr id="1208" name="TextBox 38"/>
          <p:cNvSpPr/>
          <p:nvPr/>
        </p:nvSpPr>
        <p:spPr>
          <a:xfrm>
            <a:off x="6232320" y="2986920"/>
            <a:ext cx="178740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209" name="Group 25"/>
          <p:cNvGrpSpPr/>
          <p:nvPr/>
        </p:nvGrpSpPr>
        <p:grpSpPr>
          <a:xfrm>
            <a:off x="1730520" y="4390920"/>
            <a:ext cx="2187360" cy="577440"/>
            <a:chOff x="1730520" y="4390920"/>
            <a:chExt cx="2187360" cy="577440"/>
          </a:xfrm>
        </p:grpSpPr>
        <p:sp>
          <p:nvSpPr>
            <p:cNvPr id="1210" name="TextBox 41"/>
            <p:cNvSpPr/>
            <p:nvPr/>
          </p:nvSpPr>
          <p:spPr>
            <a:xfrm>
              <a:off x="1730520" y="4586400"/>
              <a:ext cx="218736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6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6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211" name="TextBox 42"/>
            <p:cNvSpPr/>
            <p:nvPr/>
          </p:nvSpPr>
          <p:spPr>
            <a:xfrm>
              <a:off x="1730520" y="4390920"/>
              <a:ext cx="218736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1212" name="TextBox 43"/>
          <p:cNvSpPr/>
          <p:nvPr/>
        </p:nvSpPr>
        <p:spPr>
          <a:xfrm>
            <a:off x="1741320" y="5034960"/>
            <a:ext cx="15973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213" name="Group 25"/>
          <p:cNvGrpSpPr/>
          <p:nvPr/>
        </p:nvGrpSpPr>
        <p:grpSpPr>
          <a:xfrm>
            <a:off x="5982840" y="4394160"/>
            <a:ext cx="2036880" cy="577800"/>
            <a:chOff x="5982840" y="4394160"/>
            <a:chExt cx="2036880" cy="577800"/>
          </a:xfrm>
        </p:grpSpPr>
        <p:sp>
          <p:nvSpPr>
            <p:cNvPr id="1214" name="TextBox 45"/>
            <p:cNvSpPr/>
            <p:nvPr/>
          </p:nvSpPr>
          <p:spPr>
            <a:xfrm>
              <a:off x="5982840" y="4590000"/>
              <a:ext cx="203688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6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6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215" name="TextBox 46"/>
            <p:cNvSpPr/>
            <p:nvPr/>
          </p:nvSpPr>
          <p:spPr>
            <a:xfrm>
              <a:off x="5982840" y="4394160"/>
              <a:ext cx="20368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1216" name="TextBox 47"/>
          <p:cNvSpPr/>
          <p:nvPr/>
        </p:nvSpPr>
        <p:spPr>
          <a:xfrm>
            <a:off x="6232320" y="5003640"/>
            <a:ext cx="178740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2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2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22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221" name="PlaceHolder 5"/>
          <p:cNvSpPr>
            <a:spLocks noGrp="1"/>
          </p:cNvSpPr>
          <p:nvPr>
            <p:ph type="sldNum" idx="90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9B1085D-86F5-411E-B7DA-785CBE7A8A1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222" name="PlaceHolder 6"/>
          <p:cNvSpPr>
            <a:spLocks noGrp="1"/>
          </p:cNvSpPr>
          <p:nvPr>
            <p:ph type="ftr" idx="91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223" name="Oval 8"/>
          <p:cNvSpPr/>
          <p:nvPr/>
        </p:nvSpPr>
        <p:spPr>
          <a:xfrm>
            <a:off x="3092040" y="1857240"/>
            <a:ext cx="3716280" cy="360180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224" name="Oval 9"/>
          <p:cNvSpPr/>
          <p:nvPr/>
        </p:nvSpPr>
        <p:spPr>
          <a:xfrm>
            <a:off x="3507840" y="2260440"/>
            <a:ext cx="2882880" cy="2793600"/>
          </a:xfrm>
          <a:prstGeom prst="ellipse">
            <a:avLst/>
          </a:prstGeom>
          <a:solidFill>
            <a:schemeClr val="accent3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5760" rIns="95760" tIns="47880" bIns="4788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225" name="Oval 10"/>
          <p:cNvSpPr/>
          <p:nvPr/>
        </p:nvSpPr>
        <p:spPr>
          <a:xfrm>
            <a:off x="3966480" y="2706480"/>
            <a:ext cx="1965960" cy="190296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5760" rIns="95760" tIns="47880" bIns="4788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226" name="Oval 11"/>
          <p:cNvSpPr/>
          <p:nvPr/>
        </p:nvSpPr>
        <p:spPr>
          <a:xfrm>
            <a:off x="4413240" y="3139920"/>
            <a:ext cx="1072080" cy="10346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227" name="Rectangle 12"/>
          <p:cNvSpPr/>
          <p:nvPr/>
        </p:nvSpPr>
        <p:spPr>
          <a:xfrm>
            <a:off x="4469760" y="2298600"/>
            <a:ext cx="960840" cy="425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28" name="Rectangle 21"/>
          <p:cNvSpPr/>
          <p:nvPr/>
        </p:nvSpPr>
        <p:spPr>
          <a:xfrm>
            <a:off x="4453200" y="3462120"/>
            <a:ext cx="1008000" cy="4233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29" name="Rectangle 22"/>
          <p:cNvSpPr/>
          <p:nvPr/>
        </p:nvSpPr>
        <p:spPr>
          <a:xfrm>
            <a:off x="4442760" y="2733480"/>
            <a:ext cx="1013040" cy="421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30" name="Rectangle 23"/>
          <p:cNvSpPr/>
          <p:nvPr/>
        </p:nvSpPr>
        <p:spPr>
          <a:xfrm>
            <a:off x="4330800" y="1851840"/>
            <a:ext cx="1239120" cy="421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31" name="Rectangle 6"/>
          <p:cNvSpPr/>
          <p:nvPr/>
        </p:nvSpPr>
        <p:spPr>
          <a:xfrm>
            <a:off x="838800" y="5629320"/>
            <a:ext cx="8221320" cy="5076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32" name="Line 13"/>
          <p:cNvSpPr/>
          <p:nvPr/>
        </p:nvSpPr>
        <p:spPr>
          <a:xfrm flipV="1">
            <a:off x="2861640" y="4302360"/>
            <a:ext cx="457200" cy="379440"/>
          </a:xfrm>
          <a:prstGeom prst="line">
            <a:avLst/>
          </a:prstGeom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233" name="Line 14"/>
          <p:cNvSpPr/>
          <p:nvPr/>
        </p:nvSpPr>
        <p:spPr>
          <a:xfrm flipH="1" flipV="1">
            <a:off x="6073560" y="4012920"/>
            <a:ext cx="933480" cy="604800"/>
          </a:xfrm>
          <a:prstGeom prst="line">
            <a:avLst/>
          </a:prstGeom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234" name="Rectangle 16"/>
          <p:cNvSpPr/>
          <p:nvPr/>
        </p:nvSpPr>
        <p:spPr>
          <a:xfrm>
            <a:off x="7007400" y="4127760"/>
            <a:ext cx="2108880" cy="910440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35" name="Line 17"/>
          <p:cNvSpPr/>
          <p:nvPr/>
        </p:nvSpPr>
        <p:spPr>
          <a:xfrm>
            <a:off x="2900160" y="2455560"/>
            <a:ext cx="1648800" cy="946800"/>
          </a:xfrm>
          <a:prstGeom prst="line">
            <a:avLst/>
          </a:prstGeom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236" name="Line 18"/>
          <p:cNvSpPr/>
          <p:nvPr/>
        </p:nvSpPr>
        <p:spPr>
          <a:xfrm flipH="1">
            <a:off x="5614920" y="2455560"/>
            <a:ext cx="1392120" cy="907920"/>
          </a:xfrm>
          <a:prstGeom prst="line">
            <a:avLst/>
          </a:prstGeom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237" name="Rectangle 15"/>
          <p:cNvSpPr/>
          <p:nvPr/>
        </p:nvSpPr>
        <p:spPr>
          <a:xfrm>
            <a:off x="793800" y="4127760"/>
            <a:ext cx="2108880" cy="910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38" name="Rectangle 19"/>
          <p:cNvSpPr/>
          <p:nvPr/>
        </p:nvSpPr>
        <p:spPr>
          <a:xfrm>
            <a:off x="793800" y="1850760"/>
            <a:ext cx="2106360" cy="9543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39" name="Rectangle 20"/>
          <p:cNvSpPr/>
          <p:nvPr/>
        </p:nvSpPr>
        <p:spPr>
          <a:xfrm>
            <a:off x="7015320" y="1850760"/>
            <a:ext cx="2108880" cy="959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24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24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243" name="PlaceHolder 4"/>
          <p:cNvSpPr>
            <a:spLocks noGrp="1"/>
          </p:cNvSpPr>
          <p:nvPr>
            <p:ph type="sldNum" idx="92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B8DB212-5E3F-45FC-B650-89BC257B44D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244" name="PlaceHolder 5"/>
          <p:cNvSpPr>
            <a:spLocks noGrp="1"/>
          </p:cNvSpPr>
          <p:nvPr>
            <p:ph type="ftr" idx="93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pSp>
        <p:nvGrpSpPr>
          <p:cNvPr id="1245" name="그룹 38"/>
          <p:cNvGrpSpPr/>
          <p:nvPr/>
        </p:nvGrpSpPr>
        <p:grpSpPr>
          <a:xfrm>
            <a:off x="3981600" y="2597040"/>
            <a:ext cx="1903680" cy="2268000"/>
            <a:chOff x="3981600" y="2597040"/>
            <a:chExt cx="1903680" cy="2268000"/>
          </a:xfrm>
        </p:grpSpPr>
        <p:cxnSp>
          <p:nvCxnSpPr>
            <p:cNvPr id="1246" name="직선 연결선 45"/>
            <p:cNvCxnSpPr/>
            <p:nvPr/>
          </p:nvCxnSpPr>
          <p:spPr>
            <a:xfrm flipH="1">
              <a:off x="3981600" y="3695760"/>
              <a:ext cx="1904040" cy="360"/>
            </a:xfrm>
            <a:prstGeom prst="straightConnector1">
              <a:avLst/>
            </a:prstGeom>
            <a:ln>
              <a:solidFill>
                <a:srgbClr val="757575"/>
              </a:solidFill>
            </a:ln>
          </p:spPr>
        </p:cxnSp>
        <p:cxnSp>
          <p:nvCxnSpPr>
            <p:cNvPr id="1247" name="직선 연결선 46"/>
            <p:cNvCxnSpPr/>
            <p:nvPr/>
          </p:nvCxnSpPr>
          <p:spPr>
            <a:xfrm>
              <a:off x="3981600" y="2597040"/>
              <a:ext cx="360" cy="2268360"/>
            </a:xfrm>
            <a:prstGeom prst="straightConnector1">
              <a:avLst/>
            </a:prstGeom>
            <a:ln>
              <a:solidFill>
                <a:srgbClr val="757575"/>
              </a:solidFill>
            </a:ln>
          </p:spPr>
        </p:cxnSp>
        <p:cxnSp>
          <p:nvCxnSpPr>
            <p:cNvPr id="1248" name="직선 연결선 47"/>
            <p:cNvCxnSpPr/>
            <p:nvPr/>
          </p:nvCxnSpPr>
          <p:spPr>
            <a:xfrm>
              <a:off x="5885280" y="2597040"/>
              <a:ext cx="360" cy="2268360"/>
            </a:xfrm>
            <a:prstGeom prst="straightConnector1">
              <a:avLst/>
            </a:prstGeom>
            <a:ln>
              <a:solidFill>
                <a:srgbClr val="757575"/>
              </a:solidFill>
            </a:ln>
          </p:spPr>
        </p:cxnSp>
      </p:grpSp>
      <p:grpSp>
        <p:nvGrpSpPr>
          <p:cNvPr id="1249" name="그룹 39"/>
          <p:cNvGrpSpPr/>
          <p:nvPr/>
        </p:nvGrpSpPr>
        <p:grpSpPr>
          <a:xfrm>
            <a:off x="3612960" y="2606760"/>
            <a:ext cx="374400" cy="2252880"/>
            <a:chOff x="3612960" y="2606760"/>
            <a:chExt cx="374400" cy="2252880"/>
          </a:xfrm>
        </p:grpSpPr>
        <p:cxnSp>
          <p:nvCxnSpPr>
            <p:cNvPr id="1250" name="직선 연결선 43"/>
            <p:cNvCxnSpPr/>
            <p:nvPr/>
          </p:nvCxnSpPr>
          <p:spPr>
            <a:xfrm flipH="1">
              <a:off x="3612960" y="2606760"/>
              <a:ext cx="374760" cy="360"/>
            </a:xfrm>
            <a:prstGeom prst="straightConnector1">
              <a:avLst/>
            </a:prstGeom>
            <a:ln>
              <a:solidFill>
                <a:srgbClr val="757575"/>
              </a:solidFill>
            </a:ln>
          </p:spPr>
        </p:cxnSp>
        <p:cxnSp>
          <p:nvCxnSpPr>
            <p:cNvPr id="1251" name="직선 연결선 44"/>
            <p:cNvCxnSpPr/>
            <p:nvPr/>
          </p:nvCxnSpPr>
          <p:spPr>
            <a:xfrm flipH="1">
              <a:off x="3612960" y="4859640"/>
              <a:ext cx="374760" cy="360"/>
            </a:xfrm>
            <a:prstGeom prst="straightConnector1">
              <a:avLst/>
            </a:prstGeom>
            <a:ln>
              <a:solidFill>
                <a:srgbClr val="757575"/>
              </a:solidFill>
            </a:ln>
          </p:spPr>
        </p:cxnSp>
      </p:grpSp>
      <p:grpSp>
        <p:nvGrpSpPr>
          <p:cNvPr id="1252" name="그룹 40"/>
          <p:cNvGrpSpPr/>
          <p:nvPr/>
        </p:nvGrpSpPr>
        <p:grpSpPr>
          <a:xfrm>
            <a:off x="5870520" y="2606760"/>
            <a:ext cx="374400" cy="2252880"/>
            <a:chOff x="5870520" y="2606760"/>
            <a:chExt cx="374400" cy="2252880"/>
          </a:xfrm>
        </p:grpSpPr>
        <p:cxnSp>
          <p:nvCxnSpPr>
            <p:cNvPr id="1253" name="직선 연결선 41"/>
            <p:cNvCxnSpPr/>
            <p:nvPr/>
          </p:nvCxnSpPr>
          <p:spPr>
            <a:xfrm flipH="1">
              <a:off x="5870520" y="2606760"/>
              <a:ext cx="374760" cy="360"/>
            </a:xfrm>
            <a:prstGeom prst="straightConnector1">
              <a:avLst/>
            </a:prstGeom>
            <a:ln>
              <a:solidFill>
                <a:srgbClr val="757575"/>
              </a:solidFill>
            </a:ln>
          </p:spPr>
        </p:cxnSp>
        <p:cxnSp>
          <p:nvCxnSpPr>
            <p:cNvPr id="1254" name="직선 연결선 42"/>
            <p:cNvCxnSpPr/>
            <p:nvPr/>
          </p:nvCxnSpPr>
          <p:spPr>
            <a:xfrm flipH="1">
              <a:off x="5870520" y="4859640"/>
              <a:ext cx="374760" cy="360"/>
            </a:xfrm>
            <a:prstGeom prst="straightConnector1">
              <a:avLst/>
            </a:prstGeom>
            <a:ln>
              <a:solidFill>
                <a:srgbClr val="757575"/>
              </a:solidFill>
            </a:ln>
          </p:spPr>
        </p:cxnSp>
      </p:grpSp>
      <p:grpSp>
        <p:nvGrpSpPr>
          <p:cNvPr id="1255" name="그룹 35"/>
          <p:cNvGrpSpPr/>
          <p:nvPr/>
        </p:nvGrpSpPr>
        <p:grpSpPr>
          <a:xfrm>
            <a:off x="4339440" y="3074040"/>
            <a:ext cx="1187640" cy="1187640"/>
            <a:chOff x="4339440" y="3074040"/>
            <a:chExt cx="1187640" cy="1187640"/>
          </a:xfrm>
        </p:grpSpPr>
        <p:sp>
          <p:nvSpPr>
            <p:cNvPr id="1256" name="타원 36"/>
            <p:cNvSpPr/>
            <p:nvPr/>
          </p:nvSpPr>
          <p:spPr>
            <a:xfrm>
              <a:off x="4339440" y="3074040"/>
              <a:ext cx="1187640" cy="118764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8da5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296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257" name="직사각형 37"/>
            <p:cNvSpPr/>
            <p:nvPr/>
          </p:nvSpPr>
          <p:spPr>
            <a:xfrm>
              <a:off x="4357440" y="3501360"/>
              <a:ext cx="115164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91296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6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제목</a:t>
              </a:r>
              <a:endParaRPr b="0" lang="en-US" sz="16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258" name="그룹 6"/>
          <p:cNvGrpSpPr/>
          <p:nvPr/>
        </p:nvGrpSpPr>
        <p:grpSpPr>
          <a:xfrm>
            <a:off x="995760" y="1819440"/>
            <a:ext cx="2627640" cy="1627560"/>
            <a:chOff x="995760" y="1819440"/>
            <a:chExt cx="2627640" cy="1627560"/>
          </a:xfrm>
        </p:grpSpPr>
        <p:grpSp>
          <p:nvGrpSpPr>
            <p:cNvPr id="1259" name="그룹 28"/>
            <p:cNvGrpSpPr/>
            <p:nvPr/>
          </p:nvGrpSpPr>
          <p:grpSpPr>
            <a:xfrm>
              <a:off x="995760" y="1819440"/>
              <a:ext cx="2627640" cy="1627560"/>
              <a:chOff x="995760" y="1819440"/>
              <a:chExt cx="2627640" cy="1627560"/>
            </a:xfrm>
          </p:grpSpPr>
          <p:grpSp>
            <p:nvGrpSpPr>
              <p:cNvPr id="1260" name="그룹 30"/>
              <p:cNvGrpSpPr/>
              <p:nvPr/>
            </p:nvGrpSpPr>
            <p:grpSpPr>
              <a:xfrm>
                <a:off x="995760" y="1819440"/>
                <a:ext cx="2627640" cy="1627560"/>
                <a:chOff x="995760" y="1819440"/>
                <a:chExt cx="2627640" cy="1627560"/>
              </a:xfrm>
            </p:grpSpPr>
            <p:sp>
              <p:nvSpPr>
                <p:cNvPr id="1261" name="직사각형 32"/>
                <p:cNvSpPr/>
                <p:nvPr/>
              </p:nvSpPr>
              <p:spPr>
                <a:xfrm>
                  <a:off x="995760" y="1819440"/>
                  <a:ext cx="2627640" cy="431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  <p:sp>
              <p:nvSpPr>
                <p:cNvPr id="1262" name="직사각형 33"/>
                <p:cNvSpPr/>
                <p:nvPr/>
              </p:nvSpPr>
              <p:spPr>
                <a:xfrm>
                  <a:off x="995760" y="2259360"/>
                  <a:ext cx="2627640" cy="11876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b6580">
                      <a:lumMod val="60000"/>
                      <a:lumOff val="4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</p:grpSp>
          <p:sp>
            <p:nvSpPr>
              <p:cNvPr id="1263" name="직사각형 31"/>
              <p:cNvSpPr/>
              <p:nvPr/>
            </p:nvSpPr>
            <p:spPr>
              <a:xfrm>
                <a:off x="1175760" y="1868760"/>
                <a:ext cx="2267640" cy="333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spAutoFit/>
              </a:bodyPr>
              <a:p>
                <a:pPr algn="ctr" defTabSz="91296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ko-KR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/Medium 16pt</a:t>
                </a:r>
                <a:endParaRPr b="0" lang="en-US" sz="16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  <p:sp>
          <p:nvSpPr>
            <p:cNvPr id="1264" name="직사각형 29"/>
            <p:cNvSpPr/>
            <p:nvPr/>
          </p:nvSpPr>
          <p:spPr>
            <a:xfrm>
              <a:off x="1001160" y="2326680"/>
              <a:ext cx="2617200" cy="100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lvl="1" marL="85680" indent="-85680" defTabSz="457200">
                <a:lnSpc>
                  <a:spcPct val="120000"/>
                </a:lnSpc>
                <a:buClr>
                  <a:srgbClr val="003760"/>
                </a:buClr>
                <a:buFont typeface="Symbol" charset="2"/>
                <a:buChar char=""/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265" name="그룹 7"/>
          <p:cNvGrpSpPr/>
          <p:nvPr/>
        </p:nvGrpSpPr>
        <p:grpSpPr>
          <a:xfrm>
            <a:off x="6234480" y="1819440"/>
            <a:ext cx="2636640" cy="1627560"/>
            <a:chOff x="6234480" y="1819440"/>
            <a:chExt cx="2636640" cy="1627560"/>
          </a:xfrm>
        </p:grpSpPr>
        <p:grpSp>
          <p:nvGrpSpPr>
            <p:cNvPr id="1266" name="그룹 22"/>
            <p:cNvGrpSpPr/>
            <p:nvPr/>
          </p:nvGrpSpPr>
          <p:grpSpPr>
            <a:xfrm>
              <a:off x="6243480" y="1819440"/>
              <a:ext cx="2627640" cy="1627560"/>
              <a:chOff x="6243480" y="1819440"/>
              <a:chExt cx="2627640" cy="1627560"/>
            </a:xfrm>
          </p:grpSpPr>
          <p:grpSp>
            <p:nvGrpSpPr>
              <p:cNvPr id="1267" name="그룹 24"/>
              <p:cNvGrpSpPr/>
              <p:nvPr/>
            </p:nvGrpSpPr>
            <p:grpSpPr>
              <a:xfrm>
                <a:off x="6243480" y="1819440"/>
                <a:ext cx="2627640" cy="1627560"/>
                <a:chOff x="6243480" y="1819440"/>
                <a:chExt cx="2627640" cy="1627560"/>
              </a:xfrm>
            </p:grpSpPr>
            <p:sp>
              <p:nvSpPr>
                <p:cNvPr id="1268" name="직사각형 26"/>
                <p:cNvSpPr/>
                <p:nvPr/>
              </p:nvSpPr>
              <p:spPr>
                <a:xfrm>
                  <a:off x="6243480" y="1819440"/>
                  <a:ext cx="2627640" cy="431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  <p:sp>
              <p:nvSpPr>
                <p:cNvPr id="1269" name="직사각형 27"/>
                <p:cNvSpPr/>
                <p:nvPr/>
              </p:nvSpPr>
              <p:spPr>
                <a:xfrm>
                  <a:off x="6243480" y="2259360"/>
                  <a:ext cx="2627640" cy="11876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b6580">
                      <a:lumMod val="60000"/>
                      <a:lumOff val="4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</p:grpSp>
          <p:sp>
            <p:nvSpPr>
              <p:cNvPr id="1270" name="직사각형 25"/>
              <p:cNvSpPr/>
              <p:nvPr/>
            </p:nvSpPr>
            <p:spPr>
              <a:xfrm>
                <a:off x="6423480" y="1868760"/>
                <a:ext cx="2267640" cy="333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spAutoFit/>
              </a:bodyPr>
              <a:p>
                <a:pPr algn="ctr" defTabSz="912960">
                  <a:lnSpc>
                    <a:spcPct val="100000"/>
                  </a:lnSpc>
                </a:pPr>
                <a:r>
                  <a:rPr b="0" lang="ko-KR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/Medium 16pt</a:t>
                </a:r>
                <a:endParaRPr b="0" lang="en-US" sz="16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  <p:sp>
          <p:nvSpPr>
            <p:cNvPr id="1271" name="직사각형 23"/>
            <p:cNvSpPr/>
            <p:nvPr/>
          </p:nvSpPr>
          <p:spPr>
            <a:xfrm>
              <a:off x="6234480" y="2326680"/>
              <a:ext cx="2617200" cy="100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lvl="1" marL="85680" indent="-85680" defTabSz="457200">
                <a:lnSpc>
                  <a:spcPct val="120000"/>
                </a:lnSpc>
                <a:buClr>
                  <a:srgbClr val="003760"/>
                </a:buClr>
                <a:buFont typeface="Symbol" charset="2"/>
                <a:buChar char=""/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272" name="그룹 8"/>
          <p:cNvGrpSpPr/>
          <p:nvPr/>
        </p:nvGrpSpPr>
        <p:grpSpPr>
          <a:xfrm>
            <a:off x="995760" y="4218480"/>
            <a:ext cx="2627640" cy="1627560"/>
            <a:chOff x="995760" y="4218480"/>
            <a:chExt cx="2627640" cy="1627560"/>
          </a:xfrm>
        </p:grpSpPr>
        <p:grpSp>
          <p:nvGrpSpPr>
            <p:cNvPr id="1273" name="그룹 16"/>
            <p:cNvGrpSpPr/>
            <p:nvPr/>
          </p:nvGrpSpPr>
          <p:grpSpPr>
            <a:xfrm>
              <a:off x="995760" y="4218480"/>
              <a:ext cx="2627640" cy="1627560"/>
              <a:chOff x="995760" y="4218480"/>
              <a:chExt cx="2627640" cy="1627560"/>
            </a:xfrm>
          </p:grpSpPr>
          <p:grpSp>
            <p:nvGrpSpPr>
              <p:cNvPr id="1274" name="그룹 18"/>
              <p:cNvGrpSpPr/>
              <p:nvPr/>
            </p:nvGrpSpPr>
            <p:grpSpPr>
              <a:xfrm>
                <a:off x="995760" y="4218480"/>
                <a:ext cx="2627640" cy="1627560"/>
                <a:chOff x="995760" y="4218480"/>
                <a:chExt cx="2627640" cy="1627560"/>
              </a:xfrm>
            </p:grpSpPr>
            <p:sp>
              <p:nvSpPr>
                <p:cNvPr id="1275" name="직사각형 20"/>
                <p:cNvSpPr/>
                <p:nvPr/>
              </p:nvSpPr>
              <p:spPr>
                <a:xfrm>
                  <a:off x="995760" y="4218480"/>
                  <a:ext cx="2627640" cy="431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  <p:sp>
              <p:nvSpPr>
                <p:cNvPr id="1276" name="직사각형 21"/>
                <p:cNvSpPr/>
                <p:nvPr/>
              </p:nvSpPr>
              <p:spPr>
                <a:xfrm>
                  <a:off x="995760" y="4658400"/>
                  <a:ext cx="2627640" cy="11876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b6580">
                      <a:lumMod val="60000"/>
                      <a:lumOff val="4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</p:grpSp>
          <p:sp>
            <p:nvSpPr>
              <p:cNvPr id="1277" name="직사각형 19"/>
              <p:cNvSpPr/>
              <p:nvPr/>
            </p:nvSpPr>
            <p:spPr>
              <a:xfrm>
                <a:off x="1175760" y="4267800"/>
                <a:ext cx="2267640" cy="333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spAutoFit/>
              </a:bodyPr>
              <a:p>
                <a:pPr algn="ctr" defTabSz="912960">
                  <a:lnSpc>
                    <a:spcPct val="100000"/>
                  </a:lnSpc>
                </a:pPr>
                <a:r>
                  <a:rPr b="0" lang="ko-KR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/Medium 16pt</a:t>
                </a:r>
                <a:endParaRPr b="0" lang="en-US" sz="16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  <p:sp>
          <p:nvSpPr>
            <p:cNvPr id="1278" name="직사각형 17"/>
            <p:cNvSpPr/>
            <p:nvPr/>
          </p:nvSpPr>
          <p:spPr>
            <a:xfrm>
              <a:off x="1001160" y="4721400"/>
              <a:ext cx="2617200" cy="100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lvl="1" marL="85680" indent="-85680" defTabSz="457200">
                <a:lnSpc>
                  <a:spcPct val="120000"/>
                </a:lnSpc>
                <a:buClr>
                  <a:srgbClr val="003760"/>
                </a:buClr>
                <a:buFont typeface="Symbol" charset="2"/>
                <a:buChar char=""/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279" name="그룹 9"/>
          <p:cNvGrpSpPr/>
          <p:nvPr/>
        </p:nvGrpSpPr>
        <p:grpSpPr>
          <a:xfrm>
            <a:off x="6234480" y="4218480"/>
            <a:ext cx="2636640" cy="1627560"/>
            <a:chOff x="6234480" y="4218480"/>
            <a:chExt cx="2636640" cy="1627560"/>
          </a:xfrm>
        </p:grpSpPr>
        <p:grpSp>
          <p:nvGrpSpPr>
            <p:cNvPr id="1280" name="그룹 10"/>
            <p:cNvGrpSpPr/>
            <p:nvPr/>
          </p:nvGrpSpPr>
          <p:grpSpPr>
            <a:xfrm>
              <a:off x="6243480" y="4218480"/>
              <a:ext cx="2627640" cy="1627560"/>
              <a:chOff x="6243480" y="4218480"/>
              <a:chExt cx="2627640" cy="1627560"/>
            </a:xfrm>
          </p:grpSpPr>
          <p:grpSp>
            <p:nvGrpSpPr>
              <p:cNvPr id="1281" name="그룹 12"/>
              <p:cNvGrpSpPr/>
              <p:nvPr/>
            </p:nvGrpSpPr>
            <p:grpSpPr>
              <a:xfrm>
                <a:off x="6243480" y="4218480"/>
                <a:ext cx="2627640" cy="1627560"/>
                <a:chOff x="6243480" y="4218480"/>
                <a:chExt cx="2627640" cy="1627560"/>
              </a:xfrm>
            </p:grpSpPr>
            <p:sp>
              <p:nvSpPr>
                <p:cNvPr id="1282" name="직사각형 14"/>
                <p:cNvSpPr/>
                <p:nvPr/>
              </p:nvSpPr>
              <p:spPr>
                <a:xfrm>
                  <a:off x="6243480" y="4218480"/>
                  <a:ext cx="2627640" cy="431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  <p:sp>
              <p:nvSpPr>
                <p:cNvPr id="1283" name="직사각형 15"/>
                <p:cNvSpPr/>
                <p:nvPr/>
              </p:nvSpPr>
              <p:spPr>
                <a:xfrm>
                  <a:off x="6243480" y="4658400"/>
                  <a:ext cx="2627640" cy="11876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b6580">
                      <a:lumMod val="60000"/>
                      <a:lumOff val="4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pc="-1" strike="noStrike">
                    <a:solidFill>
                      <a:srgbClr val="262626"/>
                    </a:solidFill>
                    <a:latin typeface="본고딕 Normal"/>
                    <a:ea typeface="본고딕 Normal"/>
                  </a:endParaRPr>
                </a:p>
              </p:txBody>
            </p:sp>
          </p:grpSp>
          <p:sp>
            <p:nvSpPr>
              <p:cNvPr id="1284" name="직사각형 13"/>
              <p:cNvSpPr/>
              <p:nvPr/>
            </p:nvSpPr>
            <p:spPr>
              <a:xfrm>
                <a:off x="6423480" y="4267800"/>
                <a:ext cx="2267640" cy="333000"/>
              </a:xfrm>
              <a:prstGeom prst="rect">
                <a:avLst/>
              </a:prstGeom>
              <a:noFill/>
              <a:ln w="0">
                <a:solidFill>
                  <a:srgbClr val="8da5bd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spAutoFit/>
              </a:bodyPr>
              <a:p>
                <a:pPr algn="ctr" defTabSz="912960">
                  <a:lnSpc>
                    <a:spcPct val="100000"/>
                  </a:lnSpc>
                </a:pPr>
                <a:r>
                  <a:rPr b="0" lang="ko-KR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/Medium 16pt</a:t>
                </a:r>
                <a:endParaRPr b="0" lang="en-US" sz="16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  <p:sp>
          <p:nvSpPr>
            <p:cNvPr id="1285" name="직사각형 11"/>
            <p:cNvSpPr/>
            <p:nvPr/>
          </p:nvSpPr>
          <p:spPr>
            <a:xfrm>
              <a:off x="6234480" y="4721400"/>
              <a:ext cx="2617200" cy="100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lvl="1" marL="85680" indent="-85680" defTabSz="457200">
                <a:lnSpc>
                  <a:spcPct val="120000"/>
                </a:lnSpc>
                <a:buClr>
                  <a:srgbClr val="003760"/>
                </a:buClr>
                <a:buFont typeface="Symbol" charset="2"/>
                <a:buChar char=""/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28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28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289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290" name="PlaceHolder 5"/>
          <p:cNvSpPr>
            <a:spLocks noGrp="1"/>
          </p:cNvSpPr>
          <p:nvPr>
            <p:ph type="sldNum" idx="94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00CA473-4A2A-474E-B43D-23720D9967A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291" name="PlaceHolder 6"/>
          <p:cNvSpPr>
            <a:spLocks noGrp="1"/>
          </p:cNvSpPr>
          <p:nvPr>
            <p:ph type="ftr" idx="95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pSp>
        <p:nvGrpSpPr>
          <p:cNvPr id="1292" name="Group 1"/>
          <p:cNvGrpSpPr/>
          <p:nvPr/>
        </p:nvGrpSpPr>
        <p:grpSpPr>
          <a:xfrm>
            <a:off x="1161360" y="2466000"/>
            <a:ext cx="7582680" cy="3246480"/>
            <a:chOff x="1161360" y="2466000"/>
            <a:chExt cx="7582680" cy="3246480"/>
          </a:xfrm>
        </p:grpSpPr>
        <p:sp>
          <p:nvSpPr>
            <p:cNvPr id="1293" name="Rounded Rectangle 54"/>
            <p:cNvSpPr/>
            <p:nvPr/>
          </p:nvSpPr>
          <p:spPr>
            <a:xfrm>
              <a:off x="2094480" y="2786040"/>
              <a:ext cx="5793840" cy="2625120"/>
            </a:xfrm>
            <a:prstGeom prst="roundRect">
              <a:avLst>
                <a:gd name="adj" fmla="val 3324"/>
              </a:avLst>
            </a:prstGeom>
            <a:noFill/>
            <a:ln w="25400">
              <a:solidFill>
                <a:srgbClr val="b6b6b6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294" name="Rounded Rectangle 54"/>
            <p:cNvSpPr/>
            <p:nvPr/>
          </p:nvSpPr>
          <p:spPr>
            <a:xfrm>
              <a:off x="2177640" y="4005720"/>
              <a:ext cx="5622840" cy="161640"/>
            </a:xfrm>
            <a:prstGeom prst="roundRect">
              <a:avLst>
                <a:gd name="adj" fmla="val 1963"/>
              </a:avLst>
            </a:prstGeom>
            <a:solidFill>
              <a:schemeClr val="tx1">
                <a:lumMod val="10000"/>
                <a:lumOff val="90000"/>
              </a:schemeClr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295" name="Rounded Rectangle 54"/>
            <p:cNvSpPr/>
            <p:nvPr/>
          </p:nvSpPr>
          <p:spPr>
            <a:xfrm>
              <a:off x="4009320" y="3422160"/>
              <a:ext cx="1887480" cy="1318680"/>
            </a:xfrm>
            <a:prstGeom prst="roundRect">
              <a:avLst>
                <a:gd name="adj" fmla="val 3231"/>
              </a:avLst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296" name="TextBox 46"/>
            <p:cNvSpPr/>
            <p:nvPr/>
          </p:nvSpPr>
          <p:spPr>
            <a:xfrm>
              <a:off x="4143600" y="3518640"/>
              <a:ext cx="1618200" cy="110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텍스트를 입력하세요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297" name="Rounded Rectangle 54"/>
            <p:cNvSpPr/>
            <p:nvPr/>
          </p:nvSpPr>
          <p:spPr>
            <a:xfrm>
              <a:off x="4009320" y="2466000"/>
              <a:ext cx="1887480" cy="667440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298" name="TextBox 46"/>
            <p:cNvSpPr/>
            <p:nvPr/>
          </p:nvSpPr>
          <p:spPr>
            <a:xfrm>
              <a:off x="3980880" y="2646000"/>
              <a:ext cx="19155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Potential entrants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299" name="Rounded Rectangle 54"/>
            <p:cNvSpPr/>
            <p:nvPr/>
          </p:nvSpPr>
          <p:spPr>
            <a:xfrm>
              <a:off x="4009320" y="5045040"/>
              <a:ext cx="1887480" cy="667440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00" name="TextBox 50"/>
            <p:cNvSpPr/>
            <p:nvPr/>
          </p:nvSpPr>
          <p:spPr>
            <a:xfrm>
              <a:off x="4279320" y="5225040"/>
              <a:ext cx="13471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Substitutes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301" name="Rounded Rectangle 54"/>
            <p:cNvSpPr/>
            <p:nvPr/>
          </p:nvSpPr>
          <p:spPr>
            <a:xfrm>
              <a:off x="1161360" y="3739320"/>
              <a:ext cx="1886400" cy="667440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02" name="TextBox 53"/>
            <p:cNvSpPr/>
            <p:nvPr/>
          </p:nvSpPr>
          <p:spPr>
            <a:xfrm>
              <a:off x="1473120" y="3919320"/>
              <a:ext cx="126324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Suppliers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303" name="Rounded Rectangle 54"/>
            <p:cNvSpPr/>
            <p:nvPr/>
          </p:nvSpPr>
          <p:spPr>
            <a:xfrm>
              <a:off x="6857640" y="3742200"/>
              <a:ext cx="1886400" cy="667440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04" name="TextBox 57"/>
            <p:cNvSpPr/>
            <p:nvPr/>
          </p:nvSpPr>
          <p:spPr>
            <a:xfrm>
              <a:off x="7095960" y="3922200"/>
              <a:ext cx="14101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Buyers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cxnSp>
          <p:nvCxnSpPr>
            <p:cNvPr id="1305" name="Straight Arrow Connector 7"/>
            <p:cNvCxnSpPr/>
            <p:nvPr/>
          </p:nvCxnSpPr>
          <p:spPr>
            <a:xfrm>
              <a:off x="4952880" y="3035160"/>
              <a:ext cx="360" cy="387000"/>
            </a:xfrm>
            <a:prstGeom prst="straightConnector1">
              <a:avLst/>
            </a:prstGeom>
            <a:ln w="50800">
              <a:solidFill>
                <a:srgbClr val="4b6580">
                  <a:lumMod val="60000"/>
                  <a:lumOff val="40000"/>
                </a:srgbClr>
              </a:solidFill>
              <a:miter/>
              <a:tailEnd len="med" type="triangle" w="med"/>
            </a:ln>
          </p:spPr>
        </p:cxnSp>
        <p:cxnSp>
          <p:nvCxnSpPr>
            <p:cNvPr id="1306" name="Straight Arrow Connector 63"/>
            <p:cNvCxnSpPr/>
            <p:nvPr/>
          </p:nvCxnSpPr>
          <p:spPr>
            <a:xfrm>
              <a:off x="4952880" y="4740840"/>
              <a:ext cx="360" cy="388080"/>
            </a:xfrm>
            <a:prstGeom prst="straightConnector1">
              <a:avLst/>
            </a:prstGeom>
            <a:ln w="50800">
              <a:solidFill>
                <a:srgbClr val="4b6580">
                  <a:lumMod val="60000"/>
                  <a:lumOff val="40000"/>
                </a:srgbClr>
              </a:solidFill>
              <a:miter/>
              <a:headEnd len="med" type="triangle" w="med"/>
            </a:ln>
          </p:spPr>
        </p:cxnSp>
        <p:cxnSp>
          <p:nvCxnSpPr>
            <p:cNvPr id="1307" name="Straight Arrow Connector 64"/>
            <p:cNvCxnSpPr/>
            <p:nvPr/>
          </p:nvCxnSpPr>
          <p:spPr>
            <a:xfrm>
              <a:off x="5920200" y="4086720"/>
              <a:ext cx="938520" cy="360"/>
            </a:xfrm>
            <a:prstGeom prst="straightConnector1">
              <a:avLst/>
            </a:prstGeom>
            <a:ln w="50800">
              <a:solidFill>
                <a:srgbClr val="4b6580">
                  <a:lumMod val="60000"/>
                  <a:lumOff val="40000"/>
                </a:srgbClr>
              </a:solidFill>
              <a:miter/>
              <a:headEnd len="med" type="triangle" w="med"/>
            </a:ln>
          </p:spPr>
        </p:cxnSp>
        <p:cxnSp>
          <p:nvCxnSpPr>
            <p:cNvPr id="1308" name="Straight Arrow Connector 68"/>
            <p:cNvCxnSpPr/>
            <p:nvPr/>
          </p:nvCxnSpPr>
          <p:spPr>
            <a:xfrm>
              <a:off x="2967840" y="4086720"/>
              <a:ext cx="1015920" cy="360"/>
            </a:xfrm>
            <a:prstGeom prst="straightConnector1">
              <a:avLst/>
            </a:prstGeom>
            <a:ln w="50800">
              <a:solidFill>
                <a:srgbClr val="4b6580">
                  <a:lumMod val="60000"/>
                  <a:lumOff val="40000"/>
                </a:srgbClr>
              </a:solidFill>
              <a:miter/>
              <a:tailEnd len="med" type="triangle" w="med"/>
            </a:ln>
          </p:spPr>
        </p:cxnSp>
        <p:sp>
          <p:nvSpPr>
            <p:cNvPr id="1309" name="Text Box 27"/>
            <p:cNvSpPr/>
            <p:nvPr/>
          </p:nvSpPr>
          <p:spPr>
            <a:xfrm>
              <a:off x="6212520" y="3162960"/>
              <a:ext cx="1487160" cy="377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t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310" name="Text Box 27"/>
            <p:cNvSpPr/>
            <p:nvPr/>
          </p:nvSpPr>
          <p:spPr>
            <a:xfrm>
              <a:off x="6212520" y="4615920"/>
              <a:ext cx="1487160" cy="377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t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311" name="Text Box 27"/>
            <p:cNvSpPr/>
            <p:nvPr/>
          </p:nvSpPr>
          <p:spPr>
            <a:xfrm>
              <a:off x="2262600" y="3162960"/>
              <a:ext cx="1487160" cy="377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312" name="Text Box 27"/>
            <p:cNvSpPr/>
            <p:nvPr/>
          </p:nvSpPr>
          <p:spPr>
            <a:xfrm>
              <a:off x="2262600" y="4615920"/>
              <a:ext cx="1487160" cy="377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31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31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316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 텍스트를 입력하세요 텍스트를 입력하세요 </a:t>
            </a:r>
            <a:endParaRPr b="0" lang="en-US" sz="19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9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1317" name="PlaceHolder 5"/>
          <p:cNvSpPr>
            <a:spLocks noGrp="1"/>
          </p:cNvSpPr>
          <p:nvPr>
            <p:ph type="sldNum" idx="96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3F704AF-B670-47F4-890B-CA71D750622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318" name="PlaceHolder 6"/>
          <p:cNvSpPr>
            <a:spLocks noGrp="1"/>
          </p:cNvSpPr>
          <p:nvPr>
            <p:ph type="ftr" idx="97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aphicFrame/>
      <p:cxnSp>
        <p:nvCxnSpPr>
          <p:cNvPr id="1319" name="AutoShape 31"/>
          <p:cNvCxnSpPr/>
          <p:nvPr/>
        </p:nvCxnSpPr>
        <p:spPr>
          <a:xfrm>
            <a:off x="1527480" y="4393080"/>
            <a:ext cx="360" cy="18036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stealth" w="med"/>
          </a:ln>
        </p:spPr>
      </p:cxnSp>
      <p:cxnSp>
        <p:nvCxnSpPr>
          <p:cNvPr id="1320" name="AutoShape 31"/>
          <p:cNvCxnSpPr/>
          <p:nvPr/>
        </p:nvCxnSpPr>
        <p:spPr>
          <a:xfrm flipV="1">
            <a:off x="5410440" y="4437720"/>
            <a:ext cx="360" cy="96192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stealth" w="med"/>
          </a:ln>
        </p:spPr>
      </p:cxnSp>
      <p:grpSp>
        <p:nvGrpSpPr>
          <p:cNvPr id="1321" name="그룹 5"/>
          <p:cNvGrpSpPr/>
          <p:nvPr/>
        </p:nvGrpSpPr>
        <p:grpSpPr>
          <a:xfrm>
            <a:off x="7114680" y="5259960"/>
            <a:ext cx="953280" cy="495360"/>
            <a:chOff x="7114680" y="5259960"/>
            <a:chExt cx="953280" cy="495360"/>
          </a:xfrm>
        </p:grpSpPr>
        <p:cxnSp>
          <p:nvCxnSpPr>
            <p:cNvPr id="1322" name="AutoShape 31"/>
            <p:cNvCxnSpPr/>
            <p:nvPr/>
          </p:nvCxnSpPr>
          <p:spPr>
            <a:xfrm flipV="1">
              <a:off x="8061840" y="5259960"/>
              <a:ext cx="360" cy="495720"/>
            </a:xfrm>
            <a:prstGeom prst="straightConnector1">
              <a:avLst/>
            </a:prstGeom>
            <a:ln w="6350">
              <a:solidFill>
                <a:srgbClr val="757575"/>
              </a:solidFill>
              <a:round/>
              <a:tailEnd len="med" type="stealth" w="med"/>
            </a:ln>
          </p:spPr>
        </p:cxnSp>
        <p:cxnSp>
          <p:nvCxnSpPr>
            <p:cNvPr id="1323" name="직선 연결선 76"/>
            <p:cNvCxnSpPr/>
            <p:nvPr/>
          </p:nvCxnSpPr>
          <p:spPr>
            <a:xfrm flipH="1">
              <a:off x="7114680" y="5752080"/>
              <a:ext cx="953640" cy="360"/>
            </a:xfrm>
            <a:prstGeom prst="straightConnector1">
              <a:avLst/>
            </a:prstGeom>
            <a:ln w="6350">
              <a:solidFill>
                <a:srgbClr val="757575"/>
              </a:solidFill>
              <a:miter/>
            </a:ln>
          </p:spPr>
        </p:cxnSp>
      </p:grpSp>
      <p:graphicFrame/>
      <p:sp>
        <p:nvSpPr>
          <p:cNvPr id="1324" name="TextBox 78"/>
          <p:cNvSpPr/>
          <p:nvPr/>
        </p:nvSpPr>
        <p:spPr>
          <a:xfrm>
            <a:off x="2197080" y="2997720"/>
            <a:ext cx="1254960" cy="1439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25" name="TextBox 79"/>
          <p:cNvSpPr/>
          <p:nvPr/>
        </p:nvSpPr>
        <p:spPr>
          <a:xfrm>
            <a:off x="3501720" y="2997720"/>
            <a:ext cx="1254960" cy="1439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26" name="TextBox 80"/>
          <p:cNvSpPr/>
          <p:nvPr/>
        </p:nvSpPr>
        <p:spPr>
          <a:xfrm>
            <a:off x="7416720" y="2997720"/>
            <a:ext cx="1254960" cy="1439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27" name="TextBox 81"/>
          <p:cNvSpPr/>
          <p:nvPr/>
        </p:nvSpPr>
        <p:spPr>
          <a:xfrm>
            <a:off x="4806720" y="2997720"/>
            <a:ext cx="1254960" cy="1439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28" name="TextBox 82"/>
          <p:cNvSpPr/>
          <p:nvPr/>
        </p:nvSpPr>
        <p:spPr>
          <a:xfrm>
            <a:off x="6111720" y="2997720"/>
            <a:ext cx="1254960" cy="1439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29" name="TextBox 83"/>
          <p:cNvSpPr/>
          <p:nvPr/>
        </p:nvSpPr>
        <p:spPr>
          <a:xfrm>
            <a:off x="892080" y="4573080"/>
            <a:ext cx="1254960" cy="6865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0" name="TextBox 84"/>
          <p:cNvSpPr/>
          <p:nvPr/>
        </p:nvSpPr>
        <p:spPr>
          <a:xfrm>
            <a:off x="2197080" y="4573080"/>
            <a:ext cx="1254960" cy="6865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1" name="TextBox 85"/>
          <p:cNvSpPr/>
          <p:nvPr/>
        </p:nvSpPr>
        <p:spPr>
          <a:xfrm>
            <a:off x="3500640" y="4573080"/>
            <a:ext cx="1254960" cy="6865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2" name="TextBox 87"/>
          <p:cNvSpPr/>
          <p:nvPr/>
        </p:nvSpPr>
        <p:spPr>
          <a:xfrm>
            <a:off x="4806720" y="5373360"/>
            <a:ext cx="1254960" cy="6865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3" name="TextBox 88"/>
          <p:cNvSpPr/>
          <p:nvPr/>
        </p:nvSpPr>
        <p:spPr>
          <a:xfrm>
            <a:off x="6111720" y="5373360"/>
            <a:ext cx="1254960" cy="6865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4" name="TextBox 89"/>
          <p:cNvSpPr/>
          <p:nvPr/>
        </p:nvSpPr>
        <p:spPr>
          <a:xfrm>
            <a:off x="7416720" y="4573080"/>
            <a:ext cx="1254960" cy="6865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5" name="TextBox 41"/>
          <p:cNvSpPr/>
          <p:nvPr/>
        </p:nvSpPr>
        <p:spPr>
          <a:xfrm>
            <a:off x="892080" y="2997720"/>
            <a:ext cx="1254960" cy="1439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6" name="직사각형 26"/>
          <p:cNvSpPr/>
          <p:nvPr/>
        </p:nvSpPr>
        <p:spPr>
          <a:xfrm>
            <a:off x="6111720" y="5373360"/>
            <a:ext cx="1254960" cy="68652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33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33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34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341" name="PlaceHolder 5"/>
          <p:cNvSpPr>
            <a:spLocks noGrp="1"/>
          </p:cNvSpPr>
          <p:nvPr>
            <p:ph type="sldNum" idx="98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81FE594-0894-4644-B443-EE0FB52FC767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342" name="PlaceHolder 6"/>
          <p:cNvSpPr>
            <a:spLocks noGrp="1"/>
          </p:cNvSpPr>
          <p:nvPr>
            <p:ph type="ftr" idx="99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343" name="텍스트 개체 틀 16"/>
          <p:cNvSpPr/>
          <p:nvPr/>
        </p:nvSpPr>
        <p:spPr>
          <a:xfrm>
            <a:off x="881280" y="3481200"/>
            <a:ext cx="1586160" cy="23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44" name="갈매기형 수장 5"/>
          <p:cNvSpPr/>
          <p:nvPr/>
        </p:nvSpPr>
        <p:spPr>
          <a:xfrm>
            <a:off x="881280" y="2495520"/>
            <a:ext cx="1826640" cy="847440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45" name="갈매기형 수장 6"/>
          <p:cNvSpPr/>
          <p:nvPr/>
        </p:nvSpPr>
        <p:spPr>
          <a:xfrm>
            <a:off x="2467800" y="2495520"/>
            <a:ext cx="1826640" cy="847440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46" name="갈매기형 수장 7"/>
          <p:cNvSpPr/>
          <p:nvPr/>
        </p:nvSpPr>
        <p:spPr>
          <a:xfrm>
            <a:off x="4054320" y="2495520"/>
            <a:ext cx="1826640" cy="847440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47" name="갈매기형 수장 8"/>
          <p:cNvSpPr/>
          <p:nvPr/>
        </p:nvSpPr>
        <p:spPr>
          <a:xfrm>
            <a:off x="5640480" y="2495520"/>
            <a:ext cx="1826640" cy="847440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48" name="갈매기형 수장 9"/>
          <p:cNvSpPr/>
          <p:nvPr/>
        </p:nvSpPr>
        <p:spPr>
          <a:xfrm>
            <a:off x="7227000" y="2495520"/>
            <a:ext cx="1826640" cy="847440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349" name="직선 화살표 연결선 10"/>
          <p:cNvCxnSpPr/>
          <p:nvPr/>
        </p:nvCxnSpPr>
        <p:spPr>
          <a:xfrm>
            <a:off x="2467440" y="3359520"/>
            <a:ext cx="360" cy="2710800"/>
          </a:xfrm>
          <a:prstGeom prst="straightConnector1">
            <a:avLst/>
          </a:prstGeom>
          <a:ln w="6350">
            <a:solidFill>
              <a:srgbClr val="757575"/>
            </a:solidFill>
            <a:miter/>
            <a:headEnd len="lg" type="stealth" w="lg"/>
          </a:ln>
        </p:spPr>
      </p:cxnSp>
      <p:cxnSp>
        <p:nvCxnSpPr>
          <p:cNvPr id="1350" name="직선 화살표 연결선 11"/>
          <p:cNvCxnSpPr/>
          <p:nvPr/>
        </p:nvCxnSpPr>
        <p:spPr>
          <a:xfrm>
            <a:off x="4053960" y="3359520"/>
            <a:ext cx="360" cy="2710800"/>
          </a:xfrm>
          <a:prstGeom prst="straightConnector1">
            <a:avLst/>
          </a:prstGeom>
          <a:ln w="6350">
            <a:solidFill>
              <a:srgbClr val="757575"/>
            </a:solidFill>
            <a:miter/>
            <a:headEnd len="lg" type="stealth" w="lg"/>
          </a:ln>
        </p:spPr>
      </p:cxnSp>
      <p:cxnSp>
        <p:nvCxnSpPr>
          <p:cNvPr id="1351" name="직선 화살표 연결선 12"/>
          <p:cNvCxnSpPr/>
          <p:nvPr/>
        </p:nvCxnSpPr>
        <p:spPr>
          <a:xfrm>
            <a:off x="5640480" y="3359520"/>
            <a:ext cx="360" cy="2710800"/>
          </a:xfrm>
          <a:prstGeom prst="straightConnector1">
            <a:avLst/>
          </a:prstGeom>
          <a:ln w="6350">
            <a:solidFill>
              <a:srgbClr val="757575"/>
            </a:solidFill>
            <a:miter/>
            <a:headEnd len="lg" type="stealth" w="lg"/>
          </a:ln>
        </p:spPr>
      </p:cxnSp>
      <p:cxnSp>
        <p:nvCxnSpPr>
          <p:cNvPr id="1352" name="직선 화살표 연결선 13"/>
          <p:cNvCxnSpPr/>
          <p:nvPr/>
        </p:nvCxnSpPr>
        <p:spPr>
          <a:xfrm>
            <a:off x="7227000" y="3359520"/>
            <a:ext cx="360" cy="2710800"/>
          </a:xfrm>
          <a:prstGeom prst="straightConnector1">
            <a:avLst/>
          </a:prstGeom>
          <a:ln w="6350">
            <a:solidFill>
              <a:srgbClr val="757575"/>
            </a:solidFill>
            <a:miter/>
            <a:headEnd len="lg" type="stealth" w="lg"/>
          </a:ln>
        </p:spPr>
      </p:cxnSp>
      <p:sp>
        <p:nvSpPr>
          <p:cNvPr id="1353" name="텍스트 개체 틀 16"/>
          <p:cNvSpPr/>
          <p:nvPr/>
        </p:nvSpPr>
        <p:spPr>
          <a:xfrm>
            <a:off x="881280" y="2058480"/>
            <a:ext cx="158616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54" name="텍스트 개체 틀 16"/>
          <p:cNvSpPr/>
          <p:nvPr/>
        </p:nvSpPr>
        <p:spPr>
          <a:xfrm>
            <a:off x="2467800" y="2058480"/>
            <a:ext cx="158616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55" name="텍스트 개체 틀 16"/>
          <p:cNvSpPr/>
          <p:nvPr/>
        </p:nvSpPr>
        <p:spPr>
          <a:xfrm>
            <a:off x="4054320" y="2058480"/>
            <a:ext cx="158616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56" name="텍스트 개체 틀 16"/>
          <p:cNvSpPr/>
          <p:nvPr/>
        </p:nvSpPr>
        <p:spPr>
          <a:xfrm>
            <a:off x="5640480" y="2058480"/>
            <a:ext cx="158616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57" name="텍스트 개체 틀 16"/>
          <p:cNvSpPr/>
          <p:nvPr/>
        </p:nvSpPr>
        <p:spPr>
          <a:xfrm>
            <a:off x="7227000" y="2058480"/>
            <a:ext cx="158616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58" name="텍스트 개체 틀 16"/>
          <p:cNvSpPr/>
          <p:nvPr/>
        </p:nvSpPr>
        <p:spPr>
          <a:xfrm>
            <a:off x="2467800" y="3481200"/>
            <a:ext cx="1586160" cy="23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59" name="텍스트 개체 틀 16"/>
          <p:cNvSpPr/>
          <p:nvPr/>
        </p:nvSpPr>
        <p:spPr>
          <a:xfrm>
            <a:off x="4054320" y="3481200"/>
            <a:ext cx="1586160" cy="23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60" name="AutoShape 35"/>
          <p:cNvSpPr/>
          <p:nvPr/>
        </p:nvSpPr>
        <p:spPr>
          <a:xfrm>
            <a:off x="2386440" y="5951880"/>
            <a:ext cx="162000" cy="15192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1320" bIns="31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361" name="AutoShape 35"/>
          <p:cNvSpPr/>
          <p:nvPr/>
        </p:nvSpPr>
        <p:spPr>
          <a:xfrm>
            <a:off x="3972960" y="5951880"/>
            <a:ext cx="162000" cy="15192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1320" bIns="31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362" name="AutoShape 35"/>
          <p:cNvSpPr/>
          <p:nvPr/>
        </p:nvSpPr>
        <p:spPr>
          <a:xfrm>
            <a:off x="5559480" y="5951880"/>
            <a:ext cx="162000" cy="15192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1320" bIns="31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363" name="AutoShape 35"/>
          <p:cNvSpPr/>
          <p:nvPr/>
        </p:nvSpPr>
        <p:spPr>
          <a:xfrm>
            <a:off x="7145640" y="5951880"/>
            <a:ext cx="162000" cy="15192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1320" bIns="31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364" name="텍스트 개체 틀 16"/>
          <p:cNvSpPr/>
          <p:nvPr/>
        </p:nvSpPr>
        <p:spPr>
          <a:xfrm>
            <a:off x="5640480" y="3481200"/>
            <a:ext cx="1586160" cy="23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65" name="텍스트 개체 틀 16"/>
          <p:cNvSpPr/>
          <p:nvPr/>
        </p:nvSpPr>
        <p:spPr>
          <a:xfrm>
            <a:off x="7227000" y="3481200"/>
            <a:ext cx="1586160" cy="23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36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36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369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370" name="PlaceHolder 5"/>
          <p:cNvSpPr>
            <a:spLocks noGrp="1"/>
          </p:cNvSpPr>
          <p:nvPr>
            <p:ph type="sldNum" idx="100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8BBF87F-2644-4085-8F1F-F91BB112ADF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371" name="PlaceHolder 6"/>
          <p:cNvSpPr>
            <a:spLocks noGrp="1"/>
          </p:cNvSpPr>
          <p:nvPr>
            <p:ph type="ftr" idx="101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372" name="Chevron 1"/>
          <p:cNvSpPr/>
          <p:nvPr/>
        </p:nvSpPr>
        <p:spPr>
          <a:xfrm rot="10800000">
            <a:off x="6307200" y="2324160"/>
            <a:ext cx="1598040" cy="47664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73" name="Chevron 2"/>
          <p:cNvSpPr/>
          <p:nvPr/>
        </p:nvSpPr>
        <p:spPr>
          <a:xfrm rot="10800000">
            <a:off x="4746240" y="2324160"/>
            <a:ext cx="1598040" cy="47664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74" name="Chevron 3"/>
          <p:cNvSpPr/>
          <p:nvPr/>
        </p:nvSpPr>
        <p:spPr>
          <a:xfrm rot="10800000">
            <a:off x="3186360" y="2324160"/>
            <a:ext cx="1598040" cy="47664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75" name="Chevron 4"/>
          <p:cNvSpPr/>
          <p:nvPr/>
        </p:nvSpPr>
        <p:spPr>
          <a:xfrm rot="10800000">
            <a:off x="1636920" y="2314800"/>
            <a:ext cx="1598040" cy="47664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76" name="Chevron 5"/>
          <p:cNvSpPr/>
          <p:nvPr/>
        </p:nvSpPr>
        <p:spPr>
          <a:xfrm>
            <a:off x="2081160" y="3619080"/>
            <a:ext cx="1598040" cy="47664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4b6580">
                <a:lumMod val="60000"/>
                <a:lumOff val="40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77" name="Chevron 6"/>
          <p:cNvSpPr/>
          <p:nvPr/>
        </p:nvSpPr>
        <p:spPr>
          <a:xfrm>
            <a:off x="3612600" y="3619080"/>
            <a:ext cx="1598040" cy="47664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4b6580">
                <a:lumMod val="60000"/>
                <a:lumOff val="40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78" name="Chevron 7"/>
          <p:cNvSpPr/>
          <p:nvPr/>
        </p:nvSpPr>
        <p:spPr>
          <a:xfrm>
            <a:off x="5151600" y="3619080"/>
            <a:ext cx="1598040" cy="47664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4b6580">
                <a:lumMod val="60000"/>
                <a:lumOff val="40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79" name="Chevron 8"/>
          <p:cNvSpPr/>
          <p:nvPr/>
        </p:nvSpPr>
        <p:spPr>
          <a:xfrm>
            <a:off x="6683040" y="3619080"/>
            <a:ext cx="1598040" cy="47664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4b6580">
                <a:lumMod val="60000"/>
                <a:lumOff val="40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80" name="Pentagon 4"/>
          <p:cNvSpPr/>
          <p:nvPr/>
        </p:nvSpPr>
        <p:spPr>
          <a:xfrm rot="16200000">
            <a:off x="7522560" y="2842920"/>
            <a:ext cx="1788840" cy="788400"/>
          </a:xfrm>
          <a:custGeom>
            <a:avLst/>
            <a:gdLst>
              <a:gd name="textAreaLeft" fmla="*/ 0 w 1788840"/>
              <a:gd name="textAreaRight" fmla="*/ 1789200 w 1788840"/>
              <a:gd name="textAreaTop" fmla="*/ 0 h 788400"/>
              <a:gd name="textAreaBottom" fmla="*/ 788760 h 788400"/>
            </a:gdLst>
            <a:ahLst/>
            <a:rect l="textAreaLeft" t="textAreaTop" r="textAreaRight" b="textAreaBottom"/>
            <a:pathLst>
              <a:path w="2131080" h="768112">
                <a:moveTo>
                  <a:pt x="0" y="0"/>
                </a:moveTo>
                <a:lnTo>
                  <a:pt x="1718450" y="0"/>
                </a:lnTo>
                <a:lnTo>
                  <a:pt x="2131080" y="384056"/>
                </a:lnTo>
                <a:lnTo>
                  <a:pt x="1718450" y="768112"/>
                </a:lnTo>
                <a:lnTo>
                  <a:pt x="762000" y="7585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76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381" name="TextBox 78"/>
          <p:cNvSpPr/>
          <p:nvPr/>
        </p:nvSpPr>
        <p:spPr>
          <a:xfrm>
            <a:off x="1882080" y="2403720"/>
            <a:ext cx="1107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82" name="Pentagon 4"/>
          <p:cNvSpPr/>
          <p:nvPr/>
        </p:nvSpPr>
        <p:spPr>
          <a:xfrm rot="5400000">
            <a:off x="577080" y="2776320"/>
            <a:ext cx="1792800" cy="788400"/>
          </a:xfrm>
          <a:custGeom>
            <a:avLst/>
            <a:gdLst>
              <a:gd name="textAreaLeft" fmla="*/ 0 w 1792800"/>
              <a:gd name="textAreaRight" fmla="*/ 1793160 w 1792800"/>
              <a:gd name="textAreaTop" fmla="*/ 0 h 788400"/>
              <a:gd name="textAreaBottom" fmla="*/ 788760 h 788400"/>
            </a:gdLst>
            <a:ahLst/>
            <a:rect l="textAreaLeft" t="textAreaTop" r="textAreaRight" b="textAreaBottom"/>
            <a:pathLst>
              <a:path w="2131080" h="768112">
                <a:moveTo>
                  <a:pt x="0" y="0"/>
                </a:moveTo>
                <a:lnTo>
                  <a:pt x="1718450" y="0"/>
                </a:lnTo>
                <a:lnTo>
                  <a:pt x="2131080" y="384056"/>
                </a:lnTo>
                <a:lnTo>
                  <a:pt x="1718450" y="768112"/>
                </a:lnTo>
                <a:lnTo>
                  <a:pt x="762000" y="758587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76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383" name="TextBox 80"/>
          <p:cNvSpPr/>
          <p:nvPr/>
        </p:nvSpPr>
        <p:spPr>
          <a:xfrm>
            <a:off x="1186200" y="3015000"/>
            <a:ext cx="5742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A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84" name="TextBox 81"/>
          <p:cNvSpPr/>
          <p:nvPr/>
        </p:nvSpPr>
        <p:spPr>
          <a:xfrm>
            <a:off x="8129880" y="2995200"/>
            <a:ext cx="5742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B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385" name="Group 24"/>
          <p:cNvGrpSpPr/>
          <p:nvPr/>
        </p:nvGrpSpPr>
        <p:grpSpPr>
          <a:xfrm>
            <a:off x="728640" y="4409640"/>
            <a:ext cx="3940560" cy="1667520"/>
            <a:chOff x="728640" y="4409640"/>
            <a:chExt cx="3940560" cy="1667520"/>
          </a:xfrm>
        </p:grpSpPr>
        <p:sp>
          <p:nvSpPr>
            <p:cNvPr id="1386" name="Rectangle 25"/>
            <p:cNvSpPr/>
            <p:nvPr/>
          </p:nvSpPr>
          <p:spPr>
            <a:xfrm>
              <a:off x="728640" y="4835520"/>
              <a:ext cx="3940560" cy="1241640"/>
            </a:xfrm>
            <a:prstGeom prst="rect">
              <a:avLst/>
            </a:prstGeom>
            <a:solidFill>
              <a:srgbClr val="ffffff"/>
            </a:solidFill>
            <a:ln w="63500">
              <a:solidFill>
                <a:srgbClr val="b6b6b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endPara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87" name="Round Same Side Corner Rectangle 23"/>
            <p:cNvSpPr/>
            <p:nvPr/>
          </p:nvSpPr>
          <p:spPr>
            <a:xfrm>
              <a:off x="728640" y="4409640"/>
              <a:ext cx="3940560" cy="32868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bg2"/>
            </a:solidFill>
            <a:ln w="63500">
              <a:solidFill>
                <a:srgbClr val="b6b6b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endPara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388" name="Group 27"/>
          <p:cNvGrpSpPr/>
          <p:nvPr/>
        </p:nvGrpSpPr>
        <p:grpSpPr>
          <a:xfrm>
            <a:off x="5265720" y="4397400"/>
            <a:ext cx="3940560" cy="1674720"/>
            <a:chOff x="5265720" y="4397400"/>
            <a:chExt cx="3940560" cy="1674720"/>
          </a:xfrm>
        </p:grpSpPr>
        <p:sp>
          <p:nvSpPr>
            <p:cNvPr id="1389" name="Rectangle 28"/>
            <p:cNvSpPr/>
            <p:nvPr/>
          </p:nvSpPr>
          <p:spPr>
            <a:xfrm>
              <a:off x="5265720" y="4830480"/>
              <a:ext cx="3940560" cy="1241640"/>
            </a:xfrm>
            <a:prstGeom prst="rect">
              <a:avLst/>
            </a:prstGeom>
            <a:solidFill>
              <a:srgbClr val="ffffff"/>
            </a:solidFill>
            <a:ln w="63500">
              <a:solidFill>
                <a:srgbClr val="4b6580">
                  <a:lumMod val="60000"/>
                  <a:lumOff val="40000"/>
                </a:srgb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endPara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90" name="Round Same Side Corner Rectangle 26"/>
            <p:cNvSpPr/>
            <p:nvPr/>
          </p:nvSpPr>
          <p:spPr>
            <a:xfrm>
              <a:off x="5265720" y="4397400"/>
              <a:ext cx="3940560" cy="32868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rgbClr val="8da5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endPara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391" name="TextBox 88"/>
          <p:cNvSpPr/>
          <p:nvPr/>
        </p:nvSpPr>
        <p:spPr>
          <a:xfrm>
            <a:off x="765000" y="4410000"/>
            <a:ext cx="30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92" name="TextBox 89"/>
          <p:cNvSpPr/>
          <p:nvPr/>
        </p:nvSpPr>
        <p:spPr>
          <a:xfrm>
            <a:off x="5290200" y="4410000"/>
            <a:ext cx="30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93" name="TextBox 90"/>
          <p:cNvSpPr/>
          <p:nvPr/>
        </p:nvSpPr>
        <p:spPr>
          <a:xfrm>
            <a:off x="5338800" y="4989600"/>
            <a:ext cx="3727080" cy="96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94" name="TextBox 95"/>
          <p:cNvSpPr/>
          <p:nvPr/>
        </p:nvSpPr>
        <p:spPr>
          <a:xfrm>
            <a:off x="778680" y="4994640"/>
            <a:ext cx="3727080" cy="96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95" name="TextBox 36"/>
          <p:cNvSpPr/>
          <p:nvPr/>
        </p:nvSpPr>
        <p:spPr>
          <a:xfrm>
            <a:off x="3400920" y="2403720"/>
            <a:ext cx="1107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96" name="TextBox 37"/>
          <p:cNvSpPr/>
          <p:nvPr/>
        </p:nvSpPr>
        <p:spPr>
          <a:xfrm>
            <a:off x="4954320" y="2403720"/>
            <a:ext cx="1107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97" name="TextBox 38"/>
          <p:cNvSpPr/>
          <p:nvPr/>
        </p:nvSpPr>
        <p:spPr>
          <a:xfrm>
            <a:off x="6510240" y="2403720"/>
            <a:ext cx="1107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98" name="TextBox 39"/>
          <p:cNvSpPr/>
          <p:nvPr/>
        </p:nvSpPr>
        <p:spPr>
          <a:xfrm>
            <a:off x="6928560" y="3708360"/>
            <a:ext cx="1107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99" name="TextBox 40"/>
          <p:cNvSpPr/>
          <p:nvPr/>
        </p:nvSpPr>
        <p:spPr>
          <a:xfrm>
            <a:off x="5443200" y="3708360"/>
            <a:ext cx="1107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00" name="TextBox 41"/>
          <p:cNvSpPr/>
          <p:nvPr/>
        </p:nvSpPr>
        <p:spPr>
          <a:xfrm>
            <a:off x="3891960" y="3708360"/>
            <a:ext cx="1107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01" name="TextBox 42"/>
          <p:cNvSpPr/>
          <p:nvPr/>
        </p:nvSpPr>
        <p:spPr>
          <a:xfrm>
            <a:off x="2352960" y="3708360"/>
            <a:ext cx="1107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40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40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40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406" name="PlaceHolder 5"/>
          <p:cNvSpPr>
            <a:spLocks noGrp="1"/>
          </p:cNvSpPr>
          <p:nvPr>
            <p:ph type="sldNum" idx="102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E7B1EC9-1ECC-40B8-864A-6B614DDF5AB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407" name="PlaceHolder 6"/>
          <p:cNvSpPr>
            <a:spLocks noGrp="1"/>
          </p:cNvSpPr>
          <p:nvPr>
            <p:ph type="ftr" idx="103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408" name="화살표: 오른쪽 3"/>
          <p:cNvSpPr/>
          <p:nvPr/>
        </p:nvSpPr>
        <p:spPr>
          <a:xfrm>
            <a:off x="1892520" y="2597760"/>
            <a:ext cx="1089720" cy="1020240"/>
          </a:xfrm>
          <a:prstGeom prst="rightArrow">
            <a:avLst>
              <a:gd name="adj1" fmla="val 68750"/>
              <a:gd name="adj2" fmla="val 50000"/>
            </a:avLst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09" name="타원 7"/>
          <p:cNvSpPr/>
          <p:nvPr/>
        </p:nvSpPr>
        <p:spPr>
          <a:xfrm>
            <a:off x="1571760" y="3180960"/>
            <a:ext cx="641160" cy="64116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10" name="화살표: 오른쪽 31"/>
          <p:cNvSpPr/>
          <p:nvPr/>
        </p:nvSpPr>
        <p:spPr>
          <a:xfrm>
            <a:off x="3623760" y="2597760"/>
            <a:ext cx="1089720" cy="1020240"/>
          </a:xfrm>
          <a:prstGeom prst="rightArrow">
            <a:avLst>
              <a:gd name="adj1" fmla="val 68750"/>
              <a:gd name="adj2" fmla="val 50000"/>
            </a:avLst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11" name="타원 9"/>
          <p:cNvSpPr/>
          <p:nvPr/>
        </p:nvSpPr>
        <p:spPr>
          <a:xfrm>
            <a:off x="3303000" y="3180960"/>
            <a:ext cx="641160" cy="641160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12" name="화살표: 오른쪽 41"/>
          <p:cNvSpPr/>
          <p:nvPr/>
        </p:nvSpPr>
        <p:spPr>
          <a:xfrm>
            <a:off x="5355360" y="2597760"/>
            <a:ext cx="1089720" cy="1020240"/>
          </a:xfrm>
          <a:prstGeom prst="rightArrow">
            <a:avLst>
              <a:gd name="adj1" fmla="val 68750"/>
              <a:gd name="adj2" fmla="val 50000"/>
            </a:avLst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13" name="화살표: 오른쪽 43"/>
          <p:cNvSpPr/>
          <p:nvPr/>
        </p:nvSpPr>
        <p:spPr>
          <a:xfrm>
            <a:off x="7086600" y="2597760"/>
            <a:ext cx="1089720" cy="1020240"/>
          </a:xfrm>
          <a:prstGeom prst="rightArrow">
            <a:avLst>
              <a:gd name="adj1" fmla="val 68750"/>
              <a:gd name="adj2" fmla="val 50000"/>
            </a:avLst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14" name="타원 13"/>
          <p:cNvSpPr/>
          <p:nvPr/>
        </p:nvSpPr>
        <p:spPr>
          <a:xfrm>
            <a:off x="6765840" y="3180960"/>
            <a:ext cx="641160" cy="641160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15" name="TextBox 14"/>
          <p:cNvSpPr/>
          <p:nvPr/>
        </p:nvSpPr>
        <p:spPr>
          <a:xfrm>
            <a:off x="1660680" y="3996360"/>
            <a:ext cx="13640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16" name="TextBox 15"/>
          <p:cNvSpPr/>
          <p:nvPr/>
        </p:nvSpPr>
        <p:spPr>
          <a:xfrm>
            <a:off x="1821240" y="4343760"/>
            <a:ext cx="1042920" cy="14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17" name="TextBox 16"/>
          <p:cNvSpPr/>
          <p:nvPr/>
        </p:nvSpPr>
        <p:spPr>
          <a:xfrm>
            <a:off x="3394080" y="3996360"/>
            <a:ext cx="13640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18" name="TextBox 17"/>
          <p:cNvSpPr/>
          <p:nvPr/>
        </p:nvSpPr>
        <p:spPr>
          <a:xfrm>
            <a:off x="5127840" y="3996360"/>
            <a:ext cx="13640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19" name="TextBox 18"/>
          <p:cNvSpPr/>
          <p:nvPr/>
        </p:nvSpPr>
        <p:spPr>
          <a:xfrm>
            <a:off x="6861240" y="3996360"/>
            <a:ext cx="13640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20" name="TextBox 29"/>
          <p:cNvSpPr/>
          <p:nvPr/>
        </p:nvSpPr>
        <p:spPr>
          <a:xfrm>
            <a:off x="2006280" y="2921760"/>
            <a:ext cx="7322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STEP A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21" name="TextBox 30"/>
          <p:cNvSpPr/>
          <p:nvPr/>
        </p:nvSpPr>
        <p:spPr>
          <a:xfrm>
            <a:off x="3736440" y="2921760"/>
            <a:ext cx="7340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STEP B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22" name="TextBox 31"/>
          <p:cNvSpPr/>
          <p:nvPr/>
        </p:nvSpPr>
        <p:spPr>
          <a:xfrm>
            <a:off x="5469480" y="2921760"/>
            <a:ext cx="7308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STEP C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23" name="TextBox 32"/>
          <p:cNvSpPr/>
          <p:nvPr/>
        </p:nvSpPr>
        <p:spPr>
          <a:xfrm>
            <a:off x="7192440" y="2921760"/>
            <a:ext cx="7477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STEP D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24" name="TextBox 33"/>
          <p:cNvSpPr/>
          <p:nvPr/>
        </p:nvSpPr>
        <p:spPr>
          <a:xfrm>
            <a:off x="3529080" y="4343760"/>
            <a:ext cx="1042920" cy="14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25" name="TextBox 34"/>
          <p:cNvSpPr/>
          <p:nvPr/>
        </p:nvSpPr>
        <p:spPr>
          <a:xfrm>
            <a:off x="5288040" y="4343760"/>
            <a:ext cx="1042920" cy="14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26" name="TextBox 35"/>
          <p:cNvSpPr/>
          <p:nvPr/>
        </p:nvSpPr>
        <p:spPr>
          <a:xfrm>
            <a:off x="7021440" y="4343760"/>
            <a:ext cx="1042920" cy="14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27" name="Group 74"/>
          <p:cNvGrpSpPr/>
          <p:nvPr/>
        </p:nvGrpSpPr>
        <p:grpSpPr>
          <a:xfrm>
            <a:off x="3403080" y="3348360"/>
            <a:ext cx="444600" cy="285120"/>
            <a:chOff x="3403080" y="3348360"/>
            <a:chExt cx="444600" cy="285120"/>
          </a:xfrm>
        </p:grpSpPr>
        <p:sp>
          <p:nvSpPr>
            <p:cNvPr id="1428" name="AutoShape 73"/>
            <p:cNvSpPr/>
            <p:nvPr/>
          </p:nvSpPr>
          <p:spPr>
            <a:xfrm>
              <a:off x="3403080" y="3348360"/>
              <a:ext cx="444600" cy="28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29" name="Freeform 75"/>
            <p:cNvSpPr/>
            <p:nvPr/>
          </p:nvSpPr>
          <p:spPr>
            <a:xfrm>
              <a:off x="3403080" y="3348360"/>
              <a:ext cx="444600" cy="285120"/>
            </a:xfrm>
            <a:custGeom>
              <a:avLst/>
              <a:gdLst>
                <a:gd name="textAreaLeft" fmla="*/ 0 w 444600"/>
                <a:gd name="textAreaRight" fmla="*/ 444960 w 444600"/>
                <a:gd name="textAreaTop" fmla="*/ 0 h 285120"/>
                <a:gd name="textAreaBottom" fmla="*/ 285480 h 285120"/>
              </a:gdLst>
              <a:ahLst/>
              <a:rect l="textAreaLeft" t="textAreaTop" r="textAreaRight" b="textAreaBottom"/>
              <a:pathLst>
                <a:path w="1971" h="1264">
                  <a:moveTo>
                    <a:pt x="1921" y="115"/>
                  </a:moveTo>
                  <a:lnTo>
                    <a:pt x="1756" y="192"/>
                  </a:lnTo>
                  <a:lnTo>
                    <a:pt x="1658" y="159"/>
                  </a:lnTo>
                  <a:lnTo>
                    <a:pt x="1658" y="19"/>
                  </a:lnTo>
                  <a:lnTo>
                    <a:pt x="1607" y="0"/>
                  </a:lnTo>
                  <a:lnTo>
                    <a:pt x="0" y="716"/>
                  </a:lnTo>
                  <a:lnTo>
                    <a:pt x="0" y="1106"/>
                  </a:lnTo>
                  <a:lnTo>
                    <a:pt x="59" y="1127"/>
                  </a:lnTo>
                  <a:lnTo>
                    <a:pt x="211" y="1027"/>
                  </a:lnTo>
                  <a:lnTo>
                    <a:pt x="372" y="1087"/>
                  </a:lnTo>
                  <a:lnTo>
                    <a:pt x="372" y="1242"/>
                  </a:lnTo>
                  <a:lnTo>
                    <a:pt x="430" y="1264"/>
                  </a:lnTo>
                  <a:lnTo>
                    <a:pt x="1965" y="469"/>
                  </a:lnTo>
                  <a:lnTo>
                    <a:pt x="1971" y="465"/>
                  </a:lnTo>
                  <a:lnTo>
                    <a:pt x="1971" y="134"/>
                  </a:lnTo>
                  <a:lnTo>
                    <a:pt x="1921" y="115"/>
                  </a:lnTo>
                  <a:close/>
                  <a:moveTo>
                    <a:pt x="1922" y="142"/>
                  </a:moveTo>
                  <a:lnTo>
                    <a:pt x="1929" y="144"/>
                  </a:lnTo>
                  <a:lnTo>
                    <a:pt x="429" y="863"/>
                  </a:lnTo>
                  <a:lnTo>
                    <a:pt x="415" y="859"/>
                  </a:lnTo>
                  <a:lnTo>
                    <a:pt x="1762" y="215"/>
                  </a:lnTo>
                  <a:lnTo>
                    <a:pt x="1922" y="142"/>
                  </a:lnTo>
                  <a:close/>
                  <a:moveTo>
                    <a:pt x="1725" y="206"/>
                  </a:moveTo>
                  <a:lnTo>
                    <a:pt x="372" y="853"/>
                  </a:lnTo>
                  <a:lnTo>
                    <a:pt x="372" y="1010"/>
                  </a:lnTo>
                  <a:lnTo>
                    <a:pt x="83" y="908"/>
                  </a:lnTo>
                  <a:lnTo>
                    <a:pt x="1646" y="181"/>
                  </a:lnTo>
                  <a:lnTo>
                    <a:pt x="1725" y="206"/>
                  </a:lnTo>
                  <a:close/>
                  <a:moveTo>
                    <a:pt x="1634" y="159"/>
                  </a:moveTo>
                  <a:lnTo>
                    <a:pt x="70" y="887"/>
                  </a:lnTo>
                  <a:lnTo>
                    <a:pt x="70" y="748"/>
                  </a:lnTo>
                  <a:lnTo>
                    <a:pt x="1634" y="46"/>
                  </a:lnTo>
                  <a:lnTo>
                    <a:pt x="1634" y="159"/>
                  </a:lnTo>
                  <a:close/>
                  <a:moveTo>
                    <a:pt x="1608" y="26"/>
                  </a:moveTo>
                  <a:lnTo>
                    <a:pt x="1614" y="29"/>
                  </a:lnTo>
                  <a:lnTo>
                    <a:pt x="58" y="727"/>
                  </a:lnTo>
                  <a:lnTo>
                    <a:pt x="43" y="722"/>
                  </a:lnTo>
                  <a:lnTo>
                    <a:pt x="1608" y="26"/>
                  </a:lnTo>
                  <a:close/>
                  <a:moveTo>
                    <a:pt x="70" y="1091"/>
                  </a:moveTo>
                  <a:lnTo>
                    <a:pt x="70" y="975"/>
                  </a:lnTo>
                  <a:lnTo>
                    <a:pt x="182" y="1017"/>
                  </a:lnTo>
                  <a:lnTo>
                    <a:pt x="70" y="1091"/>
                  </a:lnTo>
                  <a:close/>
                  <a:moveTo>
                    <a:pt x="213" y="1003"/>
                  </a:moveTo>
                  <a:lnTo>
                    <a:pt x="213" y="1003"/>
                  </a:lnTo>
                  <a:lnTo>
                    <a:pt x="209" y="1001"/>
                  </a:lnTo>
                  <a:lnTo>
                    <a:pt x="207" y="1000"/>
                  </a:lnTo>
                  <a:lnTo>
                    <a:pt x="207" y="1000"/>
                  </a:lnTo>
                  <a:lnTo>
                    <a:pt x="46" y="941"/>
                  </a:lnTo>
                  <a:lnTo>
                    <a:pt x="46" y="1097"/>
                  </a:lnTo>
                  <a:lnTo>
                    <a:pt x="24" y="1089"/>
                  </a:lnTo>
                  <a:lnTo>
                    <a:pt x="24" y="740"/>
                  </a:lnTo>
                  <a:lnTo>
                    <a:pt x="46" y="748"/>
                  </a:lnTo>
                  <a:lnTo>
                    <a:pt x="46" y="920"/>
                  </a:lnTo>
                  <a:lnTo>
                    <a:pt x="52" y="922"/>
                  </a:lnTo>
                  <a:lnTo>
                    <a:pt x="396" y="1043"/>
                  </a:lnTo>
                  <a:lnTo>
                    <a:pt x="396" y="877"/>
                  </a:lnTo>
                  <a:lnTo>
                    <a:pt x="417" y="885"/>
                  </a:lnTo>
                  <a:lnTo>
                    <a:pt x="417" y="1234"/>
                  </a:lnTo>
                  <a:lnTo>
                    <a:pt x="396" y="1226"/>
                  </a:lnTo>
                  <a:lnTo>
                    <a:pt x="396" y="1070"/>
                  </a:lnTo>
                  <a:lnTo>
                    <a:pt x="213" y="1003"/>
                  </a:lnTo>
                  <a:close/>
                  <a:moveTo>
                    <a:pt x="441" y="1230"/>
                  </a:moveTo>
                  <a:lnTo>
                    <a:pt x="441" y="884"/>
                  </a:lnTo>
                  <a:lnTo>
                    <a:pt x="1947" y="162"/>
                  </a:lnTo>
                  <a:lnTo>
                    <a:pt x="1947" y="451"/>
                  </a:lnTo>
                  <a:lnTo>
                    <a:pt x="441" y="123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430" name="그룹 1"/>
          <p:cNvGrpSpPr/>
          <p:nvPr/>
        </p:nvGrpSpPr>
        <p:grpSpPr>
          <a:xfrm>
            <a:off x="6881040" y="3333240"/>
            <a:ext cx="379440" cy="345960"/>
            <a:chOff x="6881040" y="3333240"/>
            <a:chExt cx="379440" cy="345960"/>
          </a:xfrm>
        </p:grpSpPr>
        <p:sp>
          <p:nvSpPr>
            <p:cNvPr id="1431" name="AutoShape 56"/>
            <p:cNvSpPr/>
            <p:nvPr/>
          </p:nvSpPr>
          <p:spPr>
            <a:xfrm>
              <a:off x="6881040" y="3333240"/>
              <a:ext cx="379440" cy="34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32" name="Freeform 58"/>
            <p:cNvSpPr/>
            <p:nvPr/>
          </p:nvSpPr>
          <p:spPr>
            <a:xfrm>
              <a:off x="6899040" y="3465720"/>
              <a:ext cx="148680" cy="193320"/>
            </a:xfrm>
            <a:custGeom>
              <a:avLst/>
              <a:gdLst>
                <a:gd name="textAreaLeft" fmla="*/ 0 w 148680"/>
                <a:gd name="textAreaRight" fmla="*/ 149040 w 148680"/>
                <a:gd name="textAreaTop" fmla="*/ 0 h 193320"/>
                <a:gd name="textAreaBottom" fmla="*/ 193680 h 193320"/>
              </a:gdLst>
              <a:ahLst/>
              <a:rect l="textAreaLeft" t="textAreaTop" r="textAreaRight" b="textAreaBottom"/>
              <a:pathLst>
                <a:path w="1010" h="1313">
                  <a:moveTo>
                    <a:pt x="1010" y="945"/>
                  </a:moveTo>
                  <a:lnTo>
                    <a:pt x="1010" y="939"/>
                  </a:lnTo>
                  <a:lnTo>
                    <a:pt x="1010" y="939"/>
                  </a:lnTo>
                  <a:lnTo>
                    <a:pt x="1010" y="939"/>
                  </a:lnTo>
                  <a:lnTo>
                    <a:pt x="1010" y="939"/>
                  </a:lnTo>
                  <a:lnTo>
                    <a:pt x="1008" y="913"/>
                  </a:lnTo>
                  <a:lnTo>
                    <a:pt x="1008" y="911"/>
                  </a:lnTo>
                  <a:lnTo>
                    <a:pt x="1008" y="911"/>
                  </a:lnTo>
                  <a:lnTo>
                    <a:pt x="1006" y="891"/>
                  </a:lnTo>
                  <a:lnTo>
                    <a:pt x="1006" y="891"/>
                  </a:lnTo>
                  <a:lnTo>
                    <a:pt x="1004" y="877"/>
                  </a:lnTo>
                  <a:lnTo>
                    <a:pt x="1004" y="877"/>
                  </a:lnTo>
                  <a:lnTo>
                    <a:pt x="1002" y="854"/>
                  </a:lnTo>
                  <a:lnTo>
                    <a:pt x="1002" y="852"/>
                  </a:lnTo>
                  <a:lnTo>
                    <a:pt x="1002" y="852"/>
                  </a:lnTo>
                  <a:lnTo>
                    <a:pt x="996" y="816"/>
                  </a:lnTo>
                  <a:lnTo>
                    <a:pt x="988" y="778"/>
                  </a:lnTo>
                  <a:lnTo>
                    <a:pt x="978" y="740"/>
                  </a:lnTo>
                  <a:lnTo>
                    <a:pt x="966" y="702"/>
                  </a:lnTo>
                  <a:lnTo>
                    <a:pt x="954" y="664"/>
                  </a:lnTo>
                  <a:lnTo>
                    <a:pt x="940" y="626"/>
                  </a:lnTo>
                  <a:lnTo>
                    <a:pt x="924" y="588"/>
                  </a:lnTo>
                  <a:lnTo>
                    <a:pt x="906" y="550"/>
                  </a:lnTo>
                  <a:lnTo>
                    <a:pt x="902" y="544"/>
                  </a:lnTo>
                  <a:lnTo>
                    <a:pt x="902" y="544"/>
                  </a:lnTo>
                  <a:lnTo>
                    <a:pt x="892" y="522"/>
                  </a:lnTo>
                  <a:lnTo>
                    <a:pt x="892" y="522"/>
                  </a:lnTo>
                  <a:lnTo>
                    <a:pt x="888" y="512"/>
                  </a:lnTo>
                  <a:lnTo>
                    <a:pt x="888" y="512"/>
                  </a:lnTo>
                  <a:lnTo>
                    <a:pt x="874" y="488"/>
                  </a:lnTo>
                  <a:lnTo>
                    <a:pt x="874" y="488"/>
                  </a:lnTo>
                  <a:lnTo>
                    <a:pt x="858" y="458"/>
                  </a:lnTo>
                  <a:lnTo>
                    <a:pt x="858" y="458"/>
                  </a:lnTo>
                  <a:lnTo>
                    <a:pt x="840" y="430"/>
                  </a:lnTo>
                  <a:lnTo>
                    <a:pt x="840" y="430"/>
                  </a:lnTo>
                  <a:lnTo>
                    <a:pt x="822" y="400"/>
                  </a:lnTo>
                  <a:lnTo>
                    <a:pt x="822" y="400"/>
                  </a:lnTo>
                  <a:lnTo>
                    <a:pt x="822" y="400"/>
                  </a:lnTo>
                  <a:lnTo>
                    <a:pt x="786" y="348"/>
                  </a:lnTo>
                  <a:lnTo>
                    <a:pt x="748" y="298"/>
                  </a:lnTo>
                  <a:lnTo>
                    <a:pt x="708" y="252"/>
                  </a:lnTo>
                  <a:lnTo>
                    <a:pt x="666" y="208"/>
                  </a:lnTo>
                  <a:lnTo>
                    <a:pt x="624" y="168"/>
                  </a:lnTo>
                  <a:lnTo>
                    <a:pt x="580" y="132"/>
                  </a:lnTo>
                  <a:lnTo>
                    <a:pt x="534" y="98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68" y="58"/>
                  </a:lnTo>
                  <a:lnTo>
                    <a:pt x="468" y="58"/>
                  </a:lnTo>
                  <a:lnTo>
                    <a:pt x="462" y="54"/>
                  </a:lnTo>
                  <a:lnTo>
                    <a:pt x="462" y="54"/>
                  </a:lnTo>
                  <a:lnTo>
                    <a:pt x="456" y="52"/>
                  </a:lnTo>
                  <a:lnTo>
                    <a:pt x="456" y="52"/>
                  </a:lnTo>
                  <a:lnTo>
                    <a:pt x="446" y="46"/>
                  </a:lnTo>
                  <a:lnTo>
                    <a:pt x="446" y="46"/>
                  </a:lnTo>
                  <a:lnTo>
                    <a:pt x="442" y="46"/>
                  </a:lnTo>
                  <a:lnTo>
                    <a:pt x="442" y="46"/>
                  </a:lnTo>
                  <a:lnTo>
                    <a:pt x="416" y="34"/>
                  </a:lnTo>
                  <a:lnTo>
                    <a:pt x="416" y="34"/>
                  </a:lnTo>
                  <a:lnTo>
                    <a:pt x="398" y="26"/>
                  </a:lnTo>
                  <a:lnTo>
                    <a:pt x="398" y="26"/>
                  </a:lnTo>
                  <a:lnTo>
                    <a:pt x="388" y="22"/>
                  </a:lnTo>
                  <a:lnTo>
                    <a:pt x="388" y="22"/>
                  </a:lnTo>
                  <a:lnTo>
                    <a:pt x="378" y="20"/>
                  </a:lnTo>
                  <a:lnTo>
                    <a:pt x="378" y="20"/>
                  </a:lnTo>
                  <a:lnTo>
                    <a:pt x="362" y="14"/>
                  </a:lnTo>
                  <a:lnTo>
                    <a:pt x="362" y="14"/>
                  </a:lnTo>
                  <a:lnTo>
                    <a:pt x="354" y="12"/>
                  </a:lnTo>
                  <a:lnTo>
                    <a:pt x="354" y="12"/>
                  </a:lnTo>
                  <a:lnTo>
                    <a:pt x="316" y="4"/>
                  </a:lnTo>
                  <a:lnTo>
                    <a:pt x="278" y="0"/>
                  </a:lnTo>
                  <a:lnTo>
                    <a:pt x="278" y="0"/>
                  </a:lnTo>
                  <a:lnTo>
                    <a:pt x="272" y="0"/>
                  </a:lnTo>
                  <a:lnTo>
                    <a:pt x="272" y="0"/>
                  </a:lnTo>
                  <a:lnTo>
                    <a:pt x="262" y="0"/>
                  </a:lnTo>
                  <a:lnTo>
                    <a:pt x="262" y="0"/>
                  </a:lnTo>
                  <a:lnTo>
                    <a:pt x="242" y="0"/>
                  </a:lnTo>
                  <a:lnTo>
                    <a:pt x="222" y="2"/>
                  </a:lnTo>
                  <a:lnTo>
                    <a:pt x="222" y="2"/>
                  </a:lnTo>
                  <a:lnTo>
                    <a:pt x="214" y="4"/>
                  </a:lnTo>
                  <a:lnTo>
                    <a:pt x="214" y="4"/>
                  </a:lnTo>
                  <a:lnTo>
                    <a:pt x="194" y="8"/>
                  </a:lnTo>
                  <a:lnTo>
                    <a:pt x="194" y="8"/>
                  </a:lnTo>
                  <a:lnTo>
                    <a:pt x="192" y="8"/>
                  </a:lnTo>
                  <a:lnTo>
                    <a:pt x="192" y="8"/>
                  </a:lnTo>
                  <a:lnTo>
                    <a:pt x="186" y="10"/>
                  </a:lnTo>
                  <a:lnTo>
                    <a:pt x="186" y="10"/>
                  </a:lnTo>
                  <a:lnTo>
                    <a:pt x="176" y="14"/>
                  </a:lnTo>
                  <a:lnTo>
                    <a:pt x="176" y="14"/>
                  </a:lnTo>
                  <a:lnTo>
                    <a:pt x="172" y="16"/>
                  </a:lnTo>
                  <a:lnTo>
                    <a:pt x="172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42" y="30"/>
                  </a:lnTo>
                  <a:lnTo>
                    <a:pt x="142" y="30"/>
                  </a:lnTo>
                  <a:lnTo>
                    <a:pt x="126" y="38"/>
                  </a:lnTo>
                  <a:lnTo>
                    <a:pt x="126" y="38"/>
                  </a:lnTo>
                  <a:lnTo>
                    <a:pt x="112" y="50"/>
                  </a:lnTo>
                  <a:lnTo>
                    <a:pt x="98" y="62"/>
                  </a:lnTo>
                  <a:lnTo>
                    <a:pt x="84" y="74"/>
                  </a:lnTo>
                  <a:lnTo>
                    <a:pt x="72" y="88"/>
                  </a:lnTo>
                  <a:lnTo>
                    <a:pt x="62" y="104"/>
                  </a:lnTo>
                  <a:lnTo>
                    <a:pt x="50" y="122"/>
                  </a:lnTo>
                  <a:lnTo>
                    <a:pt x="42" y="138"/>
                  </a:lnTo>
                  <a:lnTo>
                    <a:pt x="32" y="158"/>
                  </a:lnTo>
                  <a:lnTo>
                    <a:pt x="26" y="178"/>
                  </a:lnTo>
                  <a:lnTo>
                    <a:pt x="18" y="198"/>
                  </a:lnTo>
                  <a:lnTo>
                    <a:pt x="8" y="244"/>
                  </a:lnTo>
                  <a:lnTo>
                    <a:pt x="2" y="292"/>
                  </a:lnTo>
                  <a:lnTo>
                    <a:pt x="0" y="344"/>
                  </a:lnTo>
                  <a:lnTo>
                    <a:pt x="0" y="344"/>
                  </a:lnTo>
                  <a:lnTo>
                    <a:pt x="2" y="400"/>
                  </a:lnTo>
                  <a:lnTo>
                    <a:pt x="8" y="458"/>
                  </a:lnTo>
                  <a:lnTo>
                    <a:pt x="20" y="518"/>
                  </a:lnTo>
                  <a:lnTo>
                    <a:pt x="34" y="580"/>
                  </a:lnTo>
                  <a:lnTo>
                    <a:pt x="54" y="640"/>
                  </a:lnTo>
                  <a:lnTo>
                    <a:pt x="78" y="702"/>
                  </a:lnTo>
                  <a:lnTo>
                    <a:pt x="104" y="764"/>
                  </a:lnTo>
                  <a:lnTo>
                    <a:pt x="136" y="824"/>
                  </a:lnTo>
                  <a:lnTo>
                    <a:pt x="136" y="824"/>
                  </a:lnTo>
                  <a:lnTo>
                    <a:pt x="152" y="854"/>
                  </a:lnTo>
                  <a:lnTo>
                    <a:pt x="152" y="854"/>
                  </a:lnTo>
                  <a:lnTo>
                    <a:pt x="170" y="883"/>
                  </a:lnTo>
                  <a:lnTo>
                    <a:pt x="170" y="883"/>
                  </a:lnTo>
                  <a:lnTo>
                    <a:pt x="206" y="941"/>
                  </a:lnTo>
                  <a:lnTo>
                    <a:pt x="246" y="995"/>
                  </a:lnTo>
                  <a:lnTo>
                    <a:pt x="288" y="1047"/>
                  </a:lnTo>
                  <a:lnTo>
                    <a:pt x="332" y="1093"/>
                  </a:lnTo>
                  <a:lnTo>
                    <a:pt x="378" y="1137"/>
                  </a:lnTo>
                  <a:lnTo>
                    <a:pt x="426" y="1177"/>
                  </a:lnTo>
                  <a:lnTo>
                    <a:pt x="474" y="1213"/>
                  </a:lnTo>
                  <a:lnTo>
                    <a:pt x="522" y="1243"/>
                  </a:lnTo>
                  <a:lnTo>
                    <a:pt x="522" y="1243"/>
                  </a:lnTo>
                  <a:lnTo>
                    <a:pt x="568" y="1267"/>
                  </a:lnTo>
                  <a:lnTo>
                    <a:pt x="614" y="1287"/>
                  </a:lnTo>
                  <a:lnTo>
                    <a:pt x="658" y="1301"/>
                  </a:lnTo>
                  <a:lnTo>
                    <a:pt x="680" y="1307"/>
                  </a:lnTo>
                  <a:lnTo>
                    <a:pt x="702" y="1309"/>
                  </a:lnTo>
                  <a:lnTo>
                    <a:pt x="722" y="1313"/>
                  </a:lnTo>
                  <a:lnTo>
                    <a:pt x="742" y="1313"/>
                  </a:lnTo>
                  <a:lnTo>
                    <a:pt x="762" y="1313"/>
                  </a:lnTo>
                  <a:lnTo>
                    <a:pt x="782" y="1311"/>
                  </a:lnTo>
                  <a:lnTo>
                    <a:pt x="802" y="1309"/>
                  </a:lnTo>
                  <a:lnTo>
                    <a:pt x="820" y="1305"/>
                  </a:lnTo>
                  <a:lnTo>
                    <a:pt x="838" y="1299"/>
                  </a:lnTo>
                  <a:lnTo>
                    <a:pt x="854" y="1291"/>
                  </a:lnTo>
                  <a:lnTo>
                    <a:pt x="854" y="1291"/>
                  </a:lnTo>
                  <a:lnTo>
                    <a:pt x="870" y="1283"/>
                  </a:lnTo>
                  <a:lnTo>
                    <a:pt x="870" y="1283"/>
                  </a:lnTo>
                  <a:lnTo>
                    <a:pt x="876" y="1281"/>
                  </a:lnTo>
                  <a:lnTo>
                    <a:pt x="876" y="1281"/>
                  </a:lnTo>
                  <a:lnTo>
                    <a:pt x="878" y="1279"/>
                  </a:lnTo>
                  <a:lnTo>
                    <a:pt x="878" y="1279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906" y="1259"/>
                  </a:lnTo>
                  <a:lnTo>
                    <a:pt x="926" y="1239"/>
                  </a:lnTo>
                  <a:lnTo>
                    <a:pt x="944" y="1217"/>
                  </a:lnTo>
                  <a:lnTo>
                    <a:pt x="960" y="1191"/>
                  </a:lnTo>
                  <a:lnTo>
                    <a:pt x="974" y="1165"/>
                  </a:lnTo>
                  <a:lnTo>
                    <a:pt x="986" y="1135"/>
                  </a:lnTo>
                  <a:lnTo>
                    <a:pt x="994" y="1103"/>
                  </a:lnTo>
                  <a:lnTo>
                    <a:pt x="1002" y="1071"/>
                  </a:lnTo>
                  <a:lnTo>
                    <a:pt x="1002" y="1071"/>
                  </a:lnTo>
                  <a:lnTo>
                    <a:pt x="1002" y="1069"/>
                  </a:lnTo>
                  <a:lnTo>
                    <a:pt x="1002" y="1069"/>
                  </a:lnTo>
                  <a:lnTo>
                    <a:pt x="1006" y="1049"/>
                  </a:lnTo>
                  <a:lnTo>
                    <a:pt x="1006" y="1049"/>
                  </a:lnTo>
                  <a:lnTo>
                    <a:pt x="1006" y="1045"/>
                  </a:lnTo>
                  <a:lnTo>
                    <a:pt x="1006" y="1043"/>
                  </a:lnTo>
                  <a:lnTo>
                    <a:pt x="1006" y="1043"/>
                  </a:lnTo>
                  <a:lnTo>
                    <a:pt x="1006" y="1041"/>
                  </a:lnTo>
                  <a:lnTo>
                    <a:pt x="1006" y="1041"/>
                  </a:lnTo>
                  <a:lnTo>
                    <a:pt x="1008" y="1023"/>
                  </a:lnTo>
                  <a:lnTo>
                    <a:pt x="1008" y="1021"/>
                  </a:lnTo>
                  <a:lnTo>
                    <a:pt x="1008" y="1021"/>
                  </a:lnTo>
                  <a:lnTo>
                    <a:pt x="1010" y="1011"/>
                  </a:lnTo>
                  <a:lnTo>
                    <a:pt x="1010" y="1011"/>
                  </a:lnTo>
                  <a:lnTo>
                    <a:pt x="1010" y="999"/>
                  </a:lnTo>
                  <a:lnTo>
                    <a:pt x="1010" y="995"/>
                  </a:lnTo>
                  <a:lnTo>
                    <a:pt x="1010" y="995"/>
                  </a:lnTo>
                  <a:lnTo>
                    <a:pt x="1010" y="969"/>
                  </a:lnTo>
                  <a:lnTo>
                    <a:pt x="1010" y="969"/>
                  </a:lnTo>
                  <a:lnTo>
                    <a:pt x="1010" y="945"/>
                  </a:lnTo>
                  <a:lnTo>
                    <a:pt x="1010" y="945"/>
                  </a:lnTo>
                  <a:close/>
                  <a:moveTo>
                    <a:pt x="960" y="961"/>
                  </a:moveTo>
                  <a:lnTo>
                    <a:pt x="960" y="963"/>
                  </a:lnTo>
                  <a:lnTo>
                    <a:pt x="960" y="963"/>
                  </a:lnTo>
                  <a:lnTo>
                    <a:pt x="958" y="975"/>
                  </a:lnTo>
                  <a:lnTo>
                    <a:pt x="958" y="975"/>
                  </a:lnTo>
                  <a:lnTo>
                    <a:pt x="958" y="985"/>
                  </a:lnTo>
                  <a:lnTo>
                    <a:pt x="958" y="987"/>
                  </a:lnTo>
                  <a:lnTo>
                    <a:pt x="958" y="987"/>
                  </a:lnTo>
                  <a:lnTo>
                    <a:pt x="956" y="1003"/>
                  </a:lnTo>
                  <a:lnTo>
                    <a:pt x="956" y="1003"/>
                  </a:lnTo>
                  <a:lnTo>
                    <a:pt x="956" y="1003"/>
                  </a:lnTo>
                  <a:lnTo>
                    <a:pt x="956" y="1005"/>
                  </a:lnTo>
                  <a:lnTo>
                    <a:pt x="956" y="1005"/>
                  </a:lnTo>
                  <a:lnTo>
                    <a:pt x="956" y="1009"/>
                  </a:lnTo>
                  <a:lnTo>
                    <a:pt x="956" y="1009"/>
                  </a:lnTo>
                  <a:lnTo>
                    <a:pt x="952" y="1027"/>
                  </a:lnTo>
                  <a:lnTo>
                    <a:pt x="952" y="1027"/>
                  </a:lnTo>
                  <a:lnTo>
                    <a:pt x="952" y="1029"/>
                  </a:lnTo>
                  <a:lnTo>
                    <a:pt x="952" y="1029"/>
                  </a:lnTo>
                  <a:lnTo>
                    <a:pt x="946" y="1059"/>
                  </a:lnTo>
                  <a:lnTo>
                    <a:pt x="938" y="1087"/>
                  </a:lnTo>
                  <a:lnTo>
                    <a:pt x="926" y="1115"/>
                  </a:lnTo>
                  <a:lnTo>
                    <a:pt x="914" y="1139"/>
                  </a:lnTo>
                  <a:lnTo>
                    <a:pt x="900" y="1161"/>
                  </a:lnTo>
                  <a:lnTo>
                    <a:pt x="884" y="1181"/>
                  </a:lnTo>
                  <a:lnTo>
                    <a:pt x="866" y="1197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0" y="1217"/>
                  </a:lnTo>
                  <a:lnTo>
                    <a:pt x="840" y="1217"/>
                  </a:lnTo>
                  <a:lnTo>
                    <a:pt x="838" y="1217"/>
                  </a:lnTo>
                  <a:lnTo>
                    <a:pt x="838" y="1217"/>
                  </a:lnTo>
                  <a:lnTo>
                    <a:pt x="832" y="1221"/>
                  </a:lnTo>
                  <a:lnTo>
                    <a:pt x="832" y="1221"/>
                  </a:lnTo>
                  <a:lnTo>
                    <a:pt x="820" y="1227"/>
                  </a:lnTo>
                  <a:lnTo>
                    <a:pt x="820" y="1227"/>
                  </a:lnTo>
                  <a:lnTo>
                    <a:pt x="804" y="1235"/>
                  </a:lnTo>
                  <a:lnTo>
                    <a:pt x="788" y="1239"/>
                  </a:lnTo>
                  <a:lnTo>
                    <a:pt x="772" y="1243"/>
                  </a:lnTo>
                  <a:lnTo>
                    <a:pt x="754" y="1245"/>
                  </a:lnTo>
                  <a:lnTo>
                    <a:pt x="738" y="1247"/>
                  </a:lnTo>
                  <a:lnTo>
                    <a:pt x="720" y="1247"/>
                  </a:lnTo>
                  <a:lnTo>
                    <a:pt x="682" y="1245"/>
                  </a:lnTo>
                  <a:lnTo>
                    <a:pt x="644" y="1237"/>
                  </a:lnTo>
                  <a:lnTo>
                    <a:pt x="604" y="1225"/>
                  </a:lnTo>
                  <a:lnTo>
                    <a:pt x="562" y="1207"/>
                  </a:lnTo>
                  <a:lnTo>
                    <a:pt x="520" y="1185"/>
                  </a:lnTo>
                  <a:lnTo>
                    <a:pt x="520" y="1185"/>
                  </a:lnTo>
                  <a:lnTo>
                    <a:pt x="476" y="1157"/>
                  </a:lnTo>
                  <a:lnTo>
                    <a:pt x="434" y="1125"/>
                  </a:lnTo>
                  <a:lnTo>
                    <a:pt x="392" y="1089"/>
                  </a:lnTo>
                  <a:lnTo>
                    <a:pt x="350" y="1051"/>
                  </a:lnTo>
                  <a:lnTo>
                    <a:pt x="310" y="1007"/>
                  </a:lnTo>
                  <a:lnTo>
                    <a:pt x="272" y="961"/>
                  </a:lnTo>
                  <a:lnTo>
                    <a:pt x="236" y="913"/>
                  </a:lnTo>
                  <a:lnTo>
                    <a:pt x="204" y="860"/>
                  </a:lnTo>
                  <a:lnTo>
                    <a:pt x="204" y="860"/>
                  </a:lnTo>
                  <a:lnTo>
                    <a:pt x="188" y="834"/>
                  </a:lnTo>
                  <a:lnTo>
                    <a:pt x="188" y="834"/>
                  </a:lnTo>
                  <a:lnTo>
                    <a:pt x="174" y="808"/>
                  </a:lnTo>
                  <a:lnTo>
                    <a:pt x="174" y="808"/>
                  </a:lnTo>
                  <a:lnTo>
                    <a:pt x="144" y="752"/>
                  </a:lnTo>
                  <a:lnTo>
                    <a:pt x="120" y="698"/>
                  </a:lnTo>
                  <a:lnTo>
                    <a:pt x="100" y="642"/>
                  </a:lnTo>
                  <a:lnTo>
                    <a:pt x="82" y="586"/>
                  </a:lnTo>
                  <a:lnTo>
                    <a:pt x="68" y="532"/>
                  </a:lnTo>
                  <a:lnTo>
                    <a:pt x="58" y="478"/>
                  </a:lnTo>
                  <a:lnTo>
                    <a:pt x="52" y="426"/>
                  </a:lnTo>
                  <a:lnTo>
                    <a:pt x="50" y="374"/>
                  </a:lnTo>
                  <a:lnTo>
                    <a:pt x="50" y="374"/>
                  </a:lnTo>
                  <a:lnTo>
                    <a:pt x="52" y="328"/>
                  </a:lnTo>
                  <a:lnTo>
                    <a:pt x="58" y="284"/>
                  </a:lnTo>
                  <a:lnTo>
                    <a:pt x="68" y="244"/>
                  </a:lnTo>
                  <a:lnTo>
                    <a:pt x="80" y="208"/>
                  </a:lnTo>
                  <a:lnTo>
                    <a:pt x="96" y="174"/>
                  </a:lnTo>
                  <a:lnTo>
                    <a:pt x="106" y="160"/>
                  </a:lnTo>
                  <a:lnTo>
                    <a:pt x="116" y="146"/>
                  </a:lnTo>
                  <a:lnTo>
                    <a:pt x="126" y="132"/>
                  </a:lnTo>
                  <a:lnTo>
                    <a:pt x="138" y="120"/>
                  </a:lnTo>
                  <a:lnTo>
                    <a:pt x="152" y="110"/>
                  </a:lnTo>
                  <a:lnTo>
                    <a:pt x="164" y="100"/>
                  </a:lnTo>
                  <a:lnTo>
                    <a:pt x="164" y="100"/>
                  </a:lnTo>
                  <a:lnTo>
                    <a:pt x="178" y="92"/>
                  </a:lnTo>
                  <a:lnTo>
                    <a:pt x="178" y="92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200" y="82"/>
                  </a:lnTo>
                  <a:lnTo>
                    <a:pt x="200" y="82"/>
                  </a:lnTo>
                  <a:lnTo>
                    <a:pt x="204" y="80"/>
                  </a:lnTo>
                  <a:lnTo>
                    <a:pt x="204" y="80"/>
                  </a:lnTo>
                  <a:lnTo>
                    <a:pt x="206" y="80"/>
                  </a:lnTo>
                  <a:lnTo>
                    <a:pt x="206" y="80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18" y="74"/>
                  </a:lnTo>
                  <a:lnTo>
                    <a:pt x="218" y="74"/>
                  </a:lnTo>
                  <a:lnTo>
                    <a:pt x="224" y="74"/>
                  </a:lnTo>
                  <a:lnTo>
                    <a:pt x="224" y="74"/>
                  </a:lnTo>
                  <a:lnTo>
                    <a:pt x="226" y="72"/>
                  </a:lnTo>
                  <a:lnTo>
                    <a:pt x="226" y="72"/>
                  </a:lnTo>
                  <a:lnTo>
                    <a:pt x="244" y="68"/>
                  </a:lnTo>
                  <a:lnTo>
                    <a:pt x="244" y="68"/>
                  </a:lnTo>
                  <a:lnTo>
                    <a:pt x="250" y="68"/>
                  </a:lnTo>
                  <a:lnTo>
                    <a:pt x="250" y="68"/>
                  </a:lnTo>
                  <a:lnTo>
                    <a:pt x="268" y="66"/>
                  </a:lnTo>
                  <a:lnTo>
                    <a:pt x="286" y="66"/>
                  </a:lnTo>
                  <a:lnTo>
                    <a:pt x="286" y="66"/>
                  </a:lnTo>
                  <a:lnTo>
                    <a:pt x="296" y="66"/>
                  </a:lnTo>
                  <a:lnTo>
                    <a:pt x="296" y="66"/>
                  </a:lnTo>
                  <a:lnTo>
                    <a:pt x="300" y="66"/>
                  </a:lnTo>
                  <a:lnTo>
                    <a:pt x="300" y="66"/>
                  </a:lnTo>
                  <a:lnTo>
                    <a:pt x="334" y="70"/>
                  </a:lnTo>
                  <a:lnTo>
                    <a:pt x="370" y="76"/>
                  </a:lnTo>
                  <a:lnTo>
                    <a:pt x="370" y="76"/>
                  </a:lnTo>
                  <a:lnTo>
                    <a:pt x="376" y="78"/>
                  </a:lnTo>
                  <a:lnTo>
                    <a:pt x="376" y="78"/>
                  </a:lnTo>
                  <a:lnTo>
                    <a:pt x="390" y="84"/>
                  </a:lnTo>
                  <a:lnTo>
                    <a:pt x="390" y="84"/>
                  </a:lnTo>
                  <a:lnTo>
                    <a:pt x="400" y="86"/>
                  </a:lnTo>
                  <a:lnTo>
                    <a:pt x="400" y="86"/>
                  </a:lnTo>
                  <a:lnTo>
                    <a:pt x="408" y="90"/>
                  </a:lnTo>
                  <a:lnTo>
                    <a:pt x="408" y="90"/>
                  </a:lnTo>
                  <a:lnTo>
                    <a:pt x="424" y="96"/>
                  </a:lnTo>
                  <a:lnTo>
                    <a:pt x="424" y="96"/>
                  </a:lnTo>
                  <a:lnTo>
                    <a:pt x="450" y="106"/>
                  </a:lnTo>
                  <a:lnTo>
                    <a:pt x="450" y="106"/>
                  </a:lnTo>
                  <a:lnTo>
                    <a:pt x="452" y="108"/>
                  </a:lnTo>
                  <a:lnTo>
                    <a:pt x="452" y="108"/>
                  </a:lnTo>
                  <a:lnTo>
                    <a:pt x="462" y="112"/>
                  </a:lnTo>
                  <a:lnTo>
                    <a:pt x="462" y="112"/>
                  </a:lnTo>
                  <a:lnTo>
                    <a:pt x="466" y="114"/>
                  </a:lnTo>
                  <a:lnTo>
                    <a:pt x="466" y="114"/>
                  </a:lnTo>
                  <a:lnTo>
                    <a:pt x="470" y="118"/>
                  </a:lnTo>
                  <a:lnTo>
                    <a:pt x="470" y="11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532" y="154"/>
                  </a:lnTo>
                  <a:lnTo>
                    <a:pt x="572" y="184"/>
                  </a:lnTo>
                  <a:lnTo>
                    <a:pt x="612" y="216"/>
                  </a:lnTo>
                  <a:lnTo>
                    <a:pt x="650" y="252"/>
                  </a:lnTo>
                  <a:lnTo>
                    <a:pt x="688" y="292"/>
                  </a:lnTo>
                  <a:lnTo>
                    <a:pt x="724" y="334"/>
                  </a:lnTo>
                  <a:lnTo>
                    <a:pt x="758" y="380"/>
                  </a:lnTo>
                  <a:lnTo>
                    <a:pt x="790" y="426"/>
                  </a:lnTo>
                  <a:lnTo>
                    <a:pt x="790" y="426"/>
                  </a:lnTo>
                  <a:lnTo>
                    <a:pt x="790" y="426"/>
                  </a:lnTo>
                  <a:lnTo>
                    <a:pt x="808" y="452"/>
                  </a:lnTo>
                  <a:lnTo>
                    <a:pt x="808" y="452"/>
                  </a:lnTo>
                  <a:lnTo>
                    <a:pt x="822" y="478"/>
                  </a:lnTo>
                  <a:lnTo>
                    <a:pt x="822" y="478"/>
                  </a:lnTo>
                  <a:lnTo>
                    <a:pt x="838" y="504"/>
                  </a:lnTo>
                  <a:lnTo>
                    <a:pt x="838" y="504"/>
                  </a:lnTo>
                  <a:lnTo>
                    <a:pt x="850" y="526"/>
                  </a:lnTo>
                  <a:lnTo>
                    <a:pt x="850" y="526"/>
                  </a:lnTo>
                  <a:lnTo>
                    <a:pt x="854" y="536"/>
                  </a:lnTo>
                  <a:lnTo>
                    <a:pt x="854" y="536"/>
                  </a:lnTo>
                  <a:lnTo>
                    <a:pt x="864" y="554"/>
                  </a:lnTo>
                  <a:lnTo>
                    <a:pt x="866" y="560"/>
                  </a:lnTo>
                  <a:lnTo>
                    <a:pt x="866" y="560"/>
                  </a:lnTo>
                  <a:lnTo>
                    <a:pt x="882" y="594"/>
                  </a:lnTo>
                  <a:lnTo>
                    <a:pt x="896" y="630"/>
                  </a:lnTo>
                  <a:lnTo>
                    <a:pt x="908" y="664"/>
                  </a:lnTo>
                  <a:lnTo>
                    <a:pt x="920" y="698"/>
                  </a:lnTo>
                  <a:lnTo>
                    <a:pt x="930" y="732"/>
                  </a:lnTo>
                  <a:lnTo>
                    <a:pt x="940" y="766"/>
                  </a:lnTo>
                  <a:lnTo>
                    <a:pt x="946" y="800"/>
                  </a:lnTo>
                  <a:lnTo>
                    <a:pt x="952" y="834"/>
                  </a:lnTo>
                  <a:lnTo>
                    <a:pt x="952" y="834"/>
                  </a:lnTo>
                  <a:lnTo>
                    <a:pt x="952" y="834"/>
                  </a:lnTo>
                  <a:lnTo>
                    <a:pt x="954" y="854"/>
                  </a:lnTo>
                  <a:lnTo>
                    <a:pt x="954" y="854"/>
                  </a:lnTo>
                  <a:lnTo>
                    <a:pt x="956" y="867"/>
                  </a:lnTo>
                  <a:lnTo>
                    <a:pt x="956" y="867"/>
                  </a:lnTo>
                  <a:lnTo>
                    <a:pt x="958" y="887"/>
                  </a:lnTo>
                  <a:lnTo>
                    <a:pt x="958" y="889"/>
                  </a:lnTo>
                  <a:lnTo>
                    <a:pt x="958" y="889"/>
                  </a:lnTo>
                  <a:lnTo>
                    <a:pt x="960" y="911"/>
                  </a:lnTo>
                  <a:lnTo>
                    <a:pt x="960" y="911"/>
                  </a:lnTo>
                  <a:lnTo>
                    <a:pt x="960" y="911"/>
                  </a:lnTo>
                  <a:lnTo>
                    <a:pt x="960" y="915"/>
                  </a:lnTo>
                  <a:lnTo>
                    <a:pt x="960" y="915"/>
                  </a:lnTo>
                  <a:lnTo>
                    <a:pt x="960" y="939"/>
                  </a:lnTo>
                  <a:lnTo>
                    <a:pt x="960" y="939"/>
                  </a:lnTo>
                  <a:lnTo>
                    <a:pt x="960" y="961"/>
                  </a:lnTo>
                  <a:lnTo>
                    <a:pt x="960" y="961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33" name="Freeform 59"/>
            <p:cNvSpPr/>
            <p:nvPr/>
          </p:nvSpPr>
          <p:spPr>
            <a:xfrm>
              <a:off x="6913080" y="3483720"/>
              <a:ext cx="120240" cy="15660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156600"/>
                <a:gd name="textAreaBottom" fmla="*/ 156960 h 156600"/>
              </a:gdLst>
              <a:ahLst/>
              <a:rect l="textAreaLeft" t="textAreaTop" r="textAreaRight" b="textAreaBottom"/>
              <a:pathLst>
                <a:path w="818" h="1065">
                  <a:moveTo>
                    <a:pt x="818" y="761"/>
                  </a:moveTo>
                  <a:lnTo>
                    <a:pt x="818" y="761"/>
                  </a:lnTo>
                  <a:lnTo>
                    <a:pt x="818" y="761"/>
                  </a:lnTo>
                  <a:lnTo>
                    <a:pt x="818" y="761"/>
                  </a:lnTo>
                  <a:lnTo>
                    <a:pt x="816" y="740"/>
                  </a:lnTo>
                  <a:lnTo>
                    <a:pt x="816" y="738"/>
                  </a:lnTo>
                  <a:lnTo>
                    <a:pt x="816" y="738"/>
                  </a:lnTo>
                  <a:lnTo>
                    <a:pt x="816" y="722"/>
                  </a:lnTo>
                  <a:lnTo>
                    <a:pt x="816" y="722"/>
                  </a:lnTo>
                  <a:lnTo>
                    <a:pt x="814" y="710"/>
                  </a:lnTo>
                  <a:lnTo>
                    <a:pt x="814" y="710"/>
                  </a:lnTo>
                  <a:lnTo>
                    <a:pt x="812" y="692"/>
                  </a:lnTo>
                  <a:lnTo>
                    <a:pt x="812" y="692"/>
                  </a:lnTo>
                  <a:lnTo>
                    <a:pt x="812" y="692"/>
                  </a:lnTo>
                  <a:lnTo>
                    <a:pt x="806" y="662"/>
                  </a:lnTo>
                  <a:lnTo>
                    <a:pt x="800" y="632"/>
                  </a:lnTo>
                  <a:lnTo>
                    <a:pt x="792" y="600"/>
                  </a:lnTo>
                  <a:lnTo>
                    <a:pt x="782" y="570"/>
                  </a:lnTo>
                  <a:lnTo>
                    <a:pt x="760" y="508"/>
                  </a:lnTo>
                  <a:lnTo>
                    <a:pt x="734" y="446"/>
                  </a:lnTo>
                  <a:lnTo>
                    <a:pt x="732" y="440"/>
                  </a:lnTo>
                  <a:lnTo>
                    <a:pt x="732" y="440"/>
                  </a:lnTo>
                  <a:lnTo>
                    <a:pt x="722" y="424"/>
                  </a:lnTo>
                  <a:lnTo>
                    <a:pt x="722" y="424"/>
                  </a:lnTo>
                  <a:lnTo>
                    <a:pt x="718" y="416"/>
                  </a:lnTo>
                  <a:lnTo>
                    <a:pt x="718" y="416"/>
                  </a:lnTo>
                  <a:lnTo>
                    <a:pt x="708" y="396"/>
                  </a:lnTo>
                  <a:lnTo>
                    <a:pt x="708" y="396"/>
                  </a:lnTo>
                  <a:lnTo>
                    <a:pt x="694" y="372"/>
                  </a:lnTo>
                  <a:lnTo>
                    <a:pt x="694" y="372"/>
                  </a:lnTo>
                  <a:lnTo>
                    <a:pt x="682" y="348"/>
                  </a:lnTo>
                  <a:lnTo>
                    <a:pt x="682" y="348"/>
                  </a:lnTo>
                  <a:lnTo>
                    <a:pt x="666" y="326"/>
                  </a:lnTo>
                  <a:lnTo>
                    <a:pt x="666" y="326"/>
                  </a:lnTo>
                  <a:lnTo>
                    <a:pt x="666" y="326"/>
                  </a:lnTo>
                  <a:lnTo>
                    <a:pt x="636" y="282"/>
                  </a:lnTo>
                  <a:lnTo>
                    <a:pt x="606" y="242"/>
                  </a:lnTo>
                  <a:lnTo>
                    <a:pt x="574" y="204"/>
                  </a:lnTo>
                  <a:lnTo>
                    <a:pt x="540" y="170"/>
                  </a:lnTo>
                  <a:lnTo>
                    <a:pt x="504" y="136"/>
                  </a:lnTo>
                  <a:lnTo>
                    <a:pt x="470" y="106"/>
                  </a:lnTo>
                  <a:lnTo>
                    <a:pt x="432" y="80"/>
                  </a:lnTo>
                  <a:lnTo>
                    <a:pt x="396" y="58"/>
                  </a:lnTo>
                  <a:lnTo>
                    <a:pt x="396" y="58"/>
                  </a:lnTo>
                  <a:lnTo>
                    <a:pt x="396" y="56"/>
                  </a:lnTo>
                  <a:lnTo>
                    <a:pt x="396" y="56"/>
                  </a:lnTo>
                  <a:lnTo>
                    <a:pt x="378" y="48"/>
                  </a:lnTo>
                  <a:lnTo>
                    <a:pt x="378" y="48"/>
                  </a:lnTo>
                  <a:lnTo>
                    <a:pt x="374" y="44"/>
                  </a:lnTo>
                  <a:lnTo>
                    <a:pt x="374" y="44"/>
                  </a:lnTo>
                  <a:lnTo>
                    <a:pt x="370" y="42"/>
                  </a:lnTo>
                  <a:lnTo>
                    <a:pt x="370" y="42"/>
                  </a:lnTo>
                  <a:lnTo>
                    <a:pt x="360" y="38"/>
                  </a:lnTo>
                  <a:lnTo>
                    <a:pt x="360" y="38"/>
                  </a:lnTo>
                  <a:lnTo>
                    <a:pt x="358" y="38"/>
                  </a:lnTo>
                  <a:lnTo>
                    <a:pt x="358" y="38"/>
                  </a:lnTo>
                  <a:lnTo>
                    <a:pt x="336" y="28"/>
                  </a:lnTo>
                  <a:lnTo>
                    <a:pt x="336" y="28"/>
                  </a:lnTo>
                  <a:lnTo>
                    <a:pt x="322" y="22"/>
                  </a:lnTo>
                  <a:lnTo>
                    <a:pt x="322" y="22"/>
                  </a:lnTo>
                  <a:lnTo>
                    <a:pt x="314" y="20"/>
                  </a:lnTo>
                  <a:lnTo>
                    <a:pt x="314" y="20"/>
                  </a:lnTo>
                  <a:lnTo>
                    <a:pt x="306" y="16"/>
                  </a:lnTo>
                  <a:lnTo>
                    <a:pt x="306" y="16"/>
                  </a:lnTo>
                  <a:lnTo>
                    <a:pt x="294" y="12"/>
                  </a:lnTo>
                  <a:lnTo>
                    <a:pt x="294" y="12"/>
                  </a:lnTo>
                  <a:lnTo>
                    <a:pt x="288" y="10"/>
                  </a:lnTo>
                  <a:lnTo>
                    <a:pt x="288" y="10"/>
                  </a:lnTo>
                  <a:lnTo>
                    <a:pt x="256" y="4"/>
                  </a:lnTo>
                  <a:lnTo>
                    <a:pt x="224" y="0"/>
                  </a:lnTo>
                  <a:lnTo>
                    <a:pt x="224" y="0"/>
                  </a:lnTo>
                  <a:lnTo>
                    <a:pt x="220" y="0"/>
                  </a:lnTo>
                  <a:lnTo>
                    <a:pt x="220" y="0"/>
                  </a:lnTo>
                  <a:lnTo>
                    <a:pt x="212" y="0"/>
                  </a:lnTo>
                  <a:lnTo>
                    <a:pt x="212" y="0"/>
                  </a:lnTo>
                  <a:lnTo>
                    <a:pt x="196" y="0"/>
                  </a:lnTo>
                  <a:lnTo>
                    <a:pt x="180" y="2"/>
                  </a:lnTo>
                  <a:lnTo>
                    <a:pt x="180" y="2"/>
                  </a:lnTo>
                  <a:lnTo>
                    <a:pt x="174" y="4"/>
                  </a:lnTo>
                  <a:lnTo>
                    <a:pt x="174" y="4"/>
                  </a:lnTo>
                  <a:lnTo>
                    <a:pt x="158" y="8"/>
                  </a:lnTo>
                  <a:lnTo>
                    <a:pt x="158" y="8"/>
                  </a:lnTo>
                  <a:lnTo>
                    <a:pt x="156" y="8"/>
                  </a:lnTo>
                  <a:lnTo>
                    <a:pt x="156" y="8"/>
                  </a:lnTo>
                  <a:lnTo>
                    <a:pt x="150" y="10"/>
                  </a:lnTo>
                  <a:lnTo>
                    <a:pt x="150" y="10"/>
                  </a:lnTo>
                  <a:lnTo>
                    <a:pt x="142" y="12"/>
                  </a:lnTo>
                  <a:lnTo>
                    <a:pt x="142" y="12"/>
                  </a:lnTo>
                  <a:lnTo>
                    <a:pt x="140" y="12"/>
                  </a:lnTo>
                  <a:lnTo>
                    <a:pt x="140" y="12"/>
                  </a:lnTo>
                  <a:lnTo>
                    <a:pt x="138" y="14"/>
                  </a:lnTo>
                  <a:lnTo>
                    <a:pt x="138" y="14"/>
                  </a:lnTo>
                  <a:lnTo>
                    <a:pt x="134" y="16"/>
                  </a:lnTo>
                  <a:lnTo>
                    <a:pt x="134" y="16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90" y="40"/>
                  </a:lnTo>
                  <a:lnTo>
                    <a:pt x="80" y="50"/>
                  </a:lnTo>
                  <a:lnTo>
                    <a:pt x="58" y="72"/>
                  </a:lnTo>
                  <a:lnTo>
                    <a:pt x="42" y="98"/>
                  </a:lnTo>
                  <a:lnTo>
                    <a:pt x="26" y="128"/>
                  </a:lnTo>
                  <a:lnTo>
                    <a:pt x="16" y="162"/>
                  </a:lnTo>
                  <a:lnTo>
                    <a:pt x="6" y="198"/>
                  </a:lnTo>
                  <a:lnTo>
                    <a:pt x="2" y="236"/>
                  </a:lnTo>
                  <a:lnTo>
                    <a:pt x="0" y="278"/>
                  </a:lnTo>
                  <a:lnTo>
                    <a:pt x="0" y="278"/>
                  </a:lnTo>
                  <a:lnTo>
                    <a:pt x="2" y="324"/>
                  </a:lnTo>
                  <a:lnTo>
                    <a:pt x="6" y="372"/>
                  </a:lnTo>
                  <a:lnTo>
                    <a:pt x="16" y="420"/>
                  </a:lnTo>
                  <a:lnTo>
                    <a:pt x="28" y="470"/>
                  </a:lnTo>
                  <a:lnTo>
                    <a:pt x="44" y="520"/>
                  </a:lnTo>
                  <a:lnTo>
                    <a:pt x="62" y="570"/>
                  </a:lnTo>
                  <a:lnTo>
                    <a:pt x="84" y="620"/>
                  </a:lnTo>
                  <a:lnTo>
                    <a:pt x="110" y="668"/>
                  </a:lnTo>
                  <a:lnTo>
                    <a:pt x="110" y="668"/>
                  </a:lnTo>
                  <a:lnTo>
                    <a:pt x="124" y="692"/>
                  </a:lnTo>
                  <a:lnTo>
                    <a:pt x="124" y="692"/>
                  </a:lnTo>
                  <a:lnTo>
                    <a:pt x="138" y="714"/>
                  </a:lnTo>
                  <a:lnTo>
                    <a:pt x="138" y="714"/>
                  </a:lnTo>
                  <a:lnTo>
                    <a:pt x="168" y="763"/>
                  </a:lnTo>
                  <a:lnTo>
                    <a:pt x="200" y="807"/>
                  </a:lnTo>
                  <a:lnTo>
                    <a:pt x="234" y="849"/>
                  </a:lnTo>
                  <a:lnTo>
                    <a:pt x="270" y="887"/>
                  </a:lnTo>
                  <a:lnTo>
                    <a:pt x="306" y="923"/>
                  </a:lnTo>
                  <a:lnTo>
                    <a:pt x="344" y="955"/>
                  </a:lnTo>
                  <a:lnTo>
                    <a:pt x="384" y="983"/>
                  </a:lnTo>
                  <a:lnTo>
                    <a:pt x="422" y="1009"/>
                  </a:lnTo>
                  <a:lnTo>
                    <a:pt x="422" y="1009"/>
                  </a:lnTo>
                  <a:lnTo>
                    <a:pt x="460" y="1027"/>
                  </a:lnTo>
                  <a:lnTo>
                    <a:pt x="498" y="1043"/>
                  </a:lnTo>
                  <a:lnTo>
                    <a:pt x="534" y="1055"/>
                  </a:lnTo>
                  <a:lnTo>
                    <a:pt x="568" y="1061"/>
                  </a:lnTo>
                  <a:lnTo>
                    <a:pt x="602" y="1065"/>
                  </a:lnTo>
                  <a:lnTo>
                    <a:pt x="634" y="1063"/>
                  </a:lnTo>
                  <a:lnTo>
                    <a:pt x="664" y="1057"/>
                  </a:lnTo>
                  <a:lnTo>
                    <a:pt x="678" y="1053"/>
                  </a:lnTo>
                  <a:lnTo>
                    <a:pt x="692" y="1047"/>
                  </a:lnTo>
                  <a:lnTo>
                    <a:pt x="692" y="1047"/>
                  </a:lnTo>
                  <a:lnTo>
                    <a:pt x="704" y="1041"/>
                  </a:lnTo>
                  <a:lnTo>
                    <a:pt x="704" y="1041"/>
                  </a:lnTo>
                  <a:lnTo>
                    <a:pt x="708" y="1037"/>
                  </a:lnTo>
                  <a:lnTo>
                    <a:pt x="708" y="1037"/>
                  </a:lnTo>
                  <a:lnTo>
                    <a:pt x="710" y="1037"/>
                  </a:lnTo>
                  <a:lnTo>
                    <a:pt x="710" y="1037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34" y="1019"/>
                  </a:lnTo>
                  <a:lnTo>
                    <a:pt x="750" y="1005"/>
                  </a:lnTo>
                  <a:lnTo>
                    <a:pt x="764" y="987"/>
                  </a:lnTo>
                  <a:lnTo>
                    <a:pt x="778" y="967"/>
                  </a:lnTo>
                  <a:lnTo>
                    <a:pt x="788" y="945"/>
                  </a:lnTo>
                  <a:lnTo>
                    <a:pt x="798" y="921"/>
                  </a:lnTo>
                  <a:lnTo>
                    <a:pt x="806" y="895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4" y="851"/>
                  </a:lnTo>
                  <a:lnTo>
                    <a:pt x="814" y="851"/>
                  </a:lnTo>
                  <a:lnTo>
                    <a:pt x="814" y="847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6" y="829"/>
                  </a:lnTo>
                  <a:lnTo>
                    <a:pt x="816" y="829"/>
                  </a:lnTo>
                  <a:lnTo>
                    <a:pt x="816" y="829"/>
                  </a:lnTo>
                  <a:lnTo>
                    <a:pt x="818" y="819"/>
                  </a:lnTo>
                  <a:lnTo>
                    <a:pt x="818" y="819"/>
                  </a:lnTo>
                  <a:lnTo>
                    <a:pt x="818" y="809"/>
                  </a:lnTo>
                  <a:lnTo>
                    <a:pt x="818" y="807"/>
                  </a:lnTo>
                  <a:lnTo>
                    <a:pt x="818" y="807"/>
                  </a:lnTo>
                  <a:lnTo>
                    <a:pt x="818" y="787"/>
                  </a:lnTo>
                  <a:lnTo>
                    <a:pt x="818" y="787"/>
                  </a:lnTo>
                  <a:lnTo>
                    <a:pt x="818" y="767"/>
                  </a:lnTo>
                  <a:lnTo>
                    <a:pt x="818" y="761"/>
                  </a:lnTo>
                  <a:close/>
                  <a:moveTo>
                    <a:pt x="778" y="779"/>
                  </a:moveTo>
                  <a:lnTo>
                    <a:pt x="776" y="781"/>
                  </a:lnTo>
                  <a:lnTo>
                    <a:pt x="776" y="781"/>
                  </a:lnTo>
                  <a:lnTo>
                    <a:pt x="776" y="791"/>
                  </a:lnTo>
                  <a:lnTo>
                    <a:pt x="776" y="791"/>
                  </a:lnTo>
                  <a:lnTo>
                    <a:pt x="776" y="799"/>
                  </a:lnTo>
                  <a:lnTo>
                    <a:pt x="776" y="799"/>
                  </a:lnTo>
                  <a:lnTo>
                    <a:pt x="776" y="799"/>
                  </a:lnTo>
                  <a:lnTo>
                    <a:pt x="774" y="813"/>
                  </a:lnTo>
                  <a:lnTo>
                    <a:pt x="774" y="813"/>
                  </a:lnTo>
                  <a:lnTo>
                    <a:pt x="774" y="815"/>
                  </a:lnTo>
                  <a:lnTo>
                    <a:pt x="774" y="815"/>
                  </a:lnTo>
                  <a:lnTo>
                    <a:pt x="774" y="815"/>
                  </a:lnTo>
                  <a:lnTo>
                    <a:pt x="774" y="819"/>
                  </a:lnTo>
                  <a:lnTo>
                    <a:pt x="774" y="819"/>
                  </a:lnTo>
                  <a:lnTo>
                    <a:pt x="772" y="833"/>
                  </a:lnTo>
                  <a:lnTo>
                    <a:pt x="772" y="833"/>
                  </a:lnTo>
                  <a:lnTo>
                    <a:pt x="772" y="835"/>
                  </a:lnTo>
                  <a:lnTo>
                    <a:pt x="772" y="835"/>
                  </a:lnTo>
                  <a:lnTo>
                    <a:pt x="766" y="859"/>
                  </a:lnTo>
                  <a:lnTo>
                    <a:pt x="758" y="881"/>
                  </a:lnTo>
                  <a:lnTo>
                    <a:pt x="750" y="903"/>
                  </a:lnTo>
                  <a:lnTo>
                    <a:pt x="740" y="923"/>
                  </a:lnTo>
                  <a:lnTo>
                    <a:pt x="728" y="941"/>
                  </a:lnTo>
                  <a:lnTo>
                    <a:pt x="716" y="957"/>
                  </a:lnTo>
                  <a:lnTo>
                    <a:pt x="700" y="971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0" y="987"/>
                  </a:lnTo>
                  <a:lnTo>
                    <a:pt x="680" y="987"/>
                  </a:lnTo>
                  <a:lnTo>
                    <a:pt x="678" y="987"/>
                  </a:lnTo>
                  <a:lnTo>
                    <a:pt x="678" y="987"/>
                  </a:lnTo>
                  <a:lnTo>
                    <a:pt x="674" y="989"/>
                  </a:lnTo>
                  <a:lnTo>
                    <a:pt x="674" y="989"/>
                  </a:lnTo>
                  <a:lnTo>
                    <a:pt x="664" y="995"/>
                  </a:lnTo>
                  <a:lnTo>
                    <a:pt x="664" y="995"/>
                  </a:lnTo>
                  <a:lnTo>
                    <a:pt x="638" y="1005"/>
                  </a:lnTo>
                  <a:lnTo>
                    <a:pt x="612" y="1011"/>
                  </a:lnTo>
                  <a:lnTo>
                    <a:pt x="582" y="1011"/>
                  </a:lnTo>
                  <a:lnTo>
                    <a:pt x="552" y="1009"/>
                  </a:lnTo>
                  <a:lnTo>
                    <a:pt x="520" y="1003"/>
                  </a:lnTo>
                  <a:lnTo>
                    <a:pt x="488" y="993"/>
                  </a:lnTo>
                  <a:lnTo>
                    <a:pt x="456" y="979"/>
                  </a:lnTo>
                  <a:lnTo>
                    <a:pt x="422" y="961"/>
                  </a:lnTo>
                  <a:lnTo>
                    <a:pt x="422" y="961"/>
                  </a:lnTo>
                  <a:lnTo>
                    <a:pt x="386" y="939"/>
                  </a:lnTo>
                  <a:lnTo>
                    <a:pt x="350" y="913"/>
                  </a:lnTo>
                  <a:lnTo>
                    <a:pt x="316" y="883"/>
                  </a:lnTo>
                  <a:lnTo>
                    <a:pt x="284" y="851"/>
                  </a:lnTo>
                  <a:lnTo>
                    <a:pt x="252" y="817"/>
                  </a:lnTo>
                  <a:lnTo>
                    <a:pt x="220" y="779"/>
                  </a:lnTo>
                  <a:lnTo>
                    <a:pt x="192" y="738"/>
                  </a:lnTo>
                  <a:lnTo>
                    <a:pt x="164" y="696"/>
                  </a:lnTo>
                  <a:lnTo>
                    <a:pt x="164" y="696"/>
                  </a:lnTo>
                  <a:lnTo>
                    <a:pt x="152" y="676"/>
                  </a:lnTo>
                  <a:lnTo>
                    <a:pt x="152" y="676"/>
                  </a:lnTo>
                  <a:lnTo>
                    <a:pt x="140" y="654"/>
                  </a:lnTo>
                  <a:lnTo>
                    <a:pt x="140" y="654"/>
                  </a:lnTo>
                  <a:lnTo>
                    <a:pt x="118" y="610"/>
                  </a:lnTo>
                  <a:lnTo>
                    <a:pt x="98" y="566"/>
                  </a:lnTo>
                  <a:lnTo>
                    <a:pt x="80" y="520"/>
                  </a:lnTo>
                  <a:lnTo>
                    <a:pt x="66" y="476"/>
                  </a:lnTo>
                  <a:lnTo>
                    <a:pt x="56" y="432"/>
                  </a:lnTo>
                  <a:lnTo>
                    <a:pt x="48" y="388"/>
                  </a:lnTo>
                  <a:lnTo>
                    <a:pt x="42" y="346"/>
                  </a:lnTo>
                  <a:lnTo>
                    <a:pt x="40" y="304"/>
                  </a:lnTo>
                  <a:lnTo>
                    <a:pt x="40" y="304"/>
                  </a:lnTo>
                  <a:lnTo>
                    <a:pt x="42" y="266"/>
                  </a:lnTo>
                  <a:lnTo>
                    <a:pt x="46" y="230"/>
                  </a:lnTo>
                  <a:lnTo>
                    <a:pt x="54" y="198"/>
                  </a:lnTo>
                  <a:lnTo>
                    <a:pt x="64" y="168"/>
                  </a:lnTo>
                  <a:lnTo>
                    <a:pt x="78" y="142"/>
                  </a:lnTo>
                  <a:lnTo>
                    <a:pt x="94" y="118"/>
                  </a:lnTo>
                  <a:lnTo>
                    <a:pt x="112" y="98"/>
                  </a:lnTo>
                  <a:lnTo>
                    <a:pt x="134" y="82"/>
                  </a:lnTo>
                  <a:lnTo>
                    <a:pt x="134" y="82"/>
                  </a:lnTo>
                  <a:lnTo>
                    <a:pt x="144" y="76"/>
                  </a:lnTo>
                  <a:lnTo>
                    <a:pt x="144" y="76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62" y="66"/>
                  </a:lnTo>
                  <a:lnTo>
                    <a:pt x="162" y="66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6" y="64"/>
                  </a:lnTo>
                  <a:lnTo>
                    <a:pt x="166" y="64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96" y="56"/>
                  </a:lnTo>
                  <a:lnTo>
                    <a:pt x="196" y="56"/>
                  </a:lnTo>
                  <a:lnTo>
                    <a:pt x="202" y="56"/>
                  </a:lnTo>
                  <a:lnTo>
                    <a:pt x="202" y="56"/>
                  </a:lnTo>
                  <a:lnTo>
                    <a:pt x="232" y="54"/>
                  </a:lnTo>
                  <a:lnTo>
                    <a:pt x="232" y="54"/>
                  </a:lnTo>
                  <a:lnTo>
                    <a:pt x="240" y="54"/>
                  </a:lnTo>
                  <a:lnTo>
                    <a:pt x="240" y="54"/>
                  </a:lnTo>
                  <a:lnTo>
                    <a:pt x="242" y="54"/>
                  </a:lnTo>
                  <a:lnTo>
                    <a:pt x="242" y="54"/>
                  </a:lnTo>
                  <a:lnTo>
                    <a:pt x="270" y="56"/>
                  </a:lnTo>
                  <a:lnTo>
                    <a:pt x="300" y="62"/>
                  </a:lnTo>
                  <a:lnTo>
                    <a:pt x="300" y="62"/>
                  </a:lnTo>
                  <a:lnTo>
                    <a:pt x="304" y="64"/>
                  </a:lnTo>
                  <a:lnTo>
                    <a:pt x="304" y="64"/>
                  </a:lnTo>
                  <a:lnTo>
                    <a:pt x="316" y="68"/>
                  </a:lnTo>
                  <a:lnTo>
                    <a:pt x="316" y="68"/>
                  </a:lnTo>
                  <a:lnTo>
                    <a:pt x="324" y="70"/>
                  </a:lnTo>
                  <a:lnTo>
                    <a:pt x="324" y="70"/>
                  </a:lnTo>
                  <a:lnTo>
                    <a:pt x="330" y="72"/>
                  </a:lnTo>
                  <a:lnTo>
                    <a:pt x="330" y="72"/>
                  </a:lnTo>
                  <a:lnTo>
                    <a:pt x="344" y="78"/>
                  </a:lnTo>
                  <a:lnTo>
                    <a:pt x="344" y="78"/>
                  </a:lnTo>
                  <a:lnTo>
                    <a:pt x="364" y="86"/>
                  </a:lnTo>
                  <a:lnTo>
                    <a:pt x="364" y="86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74" y="92"/>
                  </a:lnTo>
                  <a:lnTo>
                    <a:pt x="374" y="92"/>
                  </a:lnTo>
                  <a:lnTo>
                    <a:pt x="376" y="94"/>
                  </a:lnTo>
                  <a:lnTo>
                    <a:pt x="376" y="94"/>
                  </a:lnTo>
                  <a:lnTo>
                    <a:pt x="382" y="96"/>
                  </a:lnTo>
                  <a:lnTo>
                    <a:pt x="382" y="96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430" y="126"/>
                  </a:lnTo>
                  <a:lnTo>
                    <a:pt x="464" y="150"/>
                  </a:lnTo>
                  <a:lnTo>
                    <a:pt x="496" y="176"/>
                  </a:lnTo>
                  <a:lnTo>
                    <a:pt x="526" y="206"/>
                  </a:lnTo>
                  <a:lnTo>
                    <a:pt x="556" y="238"/>
                  </a:lnTo>
                  <a:lnTo>
                    <a:pt x="586" y="272"/>
                  </a:lnTo>
                  <a:lnTo>
                    <a:pt x="614" y="308"/>
                  </a:lnTo>
                  <a:lnTo>
                    <a:pt x="640" y="346"/>
                  </a:lnTo>
                  <a:lnTo>
                    <a:pt x="640" y="346"/>
                  </a:lnTo>
                  <a:lnTo>
                    <a:pt x="640" y="346"/>
                  </a:lnTo>
                  <a:lnTo>
                    <a:pt x="654" y="368"/>
                  </a:lnTo>
                  <a:lnTo>
                    <a:pt x="654" y="368"/>
                  </a:lnTo>
                  <a:lnTo>
                    <a:pt x="666" y="388"/>
                  </a:lnTo>
                  <a:lnTo>
                    <a:pt x="666" y="388"/>
                  </a:lnTo>
                  <a:lnTo>
                    <a:pt x="678" y="410"/>
                  </a:lnTo>
                  <a:lnTo>
                    <a:pt x="678" y="410"/>
                  </a:lnTo>
                  <a:lnTo>
                    <a:pt x="688" y="428"/>
                  </a:lnTo>
                  <a:lnTo>
                    <a:pt x="688" y="428"/>
                  </a:lnTo>
                  <a:lnTo>
                    <a:pt x="692" y="434"/>
                  </a:lnTo>
                  <a:lnTo>
                    <a:pt x="692" y="434"/>
                  </a:lnTo>
                  <a:lnTo>
                    <a:pt x="700" y="450"/>
                  </a:lnTo>
                  <a:lnTo>
                    <a:pt x="702" y="454"/>
                  </a:lnTo>
                  <a:lnTo>
                    <a:pt x="702" y="454"/>
                  </a:lnTo>
                  <a:lnTo>
                    <a:pt x="726" y="510"/>
                  </a:lnTo>
                  <a:lnTo>
                    <a:pt x="746" y="566"/>
                  </a:lnTo>
                  <a:lnTo>
                    <a:pt x="760" y="622"/>
                  </a:lnTo>
                  <a:lnTo>
                    <a:pt x="772" y="676"/>
                  </a:lnTo>
                  <a:lnTo>
                    <a:pt x="772" y="676"/>
                  </a:lnTo>
                  <a:lnTo>
                    <a:pt x="772" y="676"/>
                  </a:lnTo>
                  <a:lnTo>
                    <a:pt x="774" y="692"/>
                  </a:lnTo>
                  <a:lnTo>
                    <a:pt x="774" y="692"/>
                  </a:lnTo>
                  <a:lnTo>
                    <a:pt x="774" y="702"/>
                  </a:lnTo>
                  <a:lnTo>
                    <a:pt x="774" y="702"/>
                  </a:lnTo>
                  <a:lnTo>
                    <a:pt x="776" y="718"/>
                  </a:lnTo>
                  <a:lnTo>
                    <a:pt x="776" y="720"/>
                  </a:lnTo>
                  <a:lnTo>
                    <a:pt x="776" y="720"/>
                  </a:lnTo>
                  <a:lnTo>
                    <a:pt x="778" y="738"/>
                  </a:lnTo>
                  <a:lnTo>
                    <a:pt x="778" y="738"/>
                  </a:lnTo>
                  <a:lnTo>
                    <a:pt x="778" y="738"/>
                  </a:lnTo>
                  <a:lnTo>
                    <a:pt x="778" y="743"/>
                  </a:lnTo>
                  <a:lnTo>
                    <a:pt x="778" y="743"/>
                  </a:lnTo>
                  <a:lnTo>
                    <a:pt x="778" y="761"/>
                  </a:lnTo>
                  <a:lnTo>
                    <a:pt x="778" y="761"/>
                  </a:lnTo>
                  <a:lnTo>
                    <a:pt x="778" y="779"/>
                  </a:lnTo>
                  <a:lnTo>
                    <a:pt x="778" y="77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34" name="Freeform 60"/>
            <p:cNvSpPr/>
            <p:nvPr/>
          </p:nvSpPr>
          <p:spPr>
            <a:xfrm>
              <a:off x="6924600" y="3498840"/>
              <a:ext cx="97200" cy="126720"/>
            </a:xfrm>
            <a:custGeom>
              <a:avLst/>
              <a:gdLst>
                <a:gd name="textAreaLeft" fmla="*/ 0 w 97200"/>
                <a:gd name="textAreaRight" fmla="*/ 97560 w 9720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662" h="861">
                  <a:moveTo>
                    <a:pt x="662" y="616"/>
                  </a:moveTo>
                  <a:lnTo>
                    <a:pt x="662" y="616"/>
                  </a:lnTo>
                  <a:lnTo>
                    <a:pt x="662" y="614"/>
                  </a:lnTo>
                  <a:lnTo>
                    <a:pt x="662" y="614"/>
                  </a:lnTo>
                  <a:lnTo>
                    <a:pt x="662" y="598"/>
                  </a:lnTo>
                  <a:lnTo>
                    <a:pt x="662" y="596"/>
                  </a:lnTo>
                  <a:lnTo>
                    <a:pt x="662" y="596"/>
                  </a:lnTo>
                  <a:lnTo>
                    <a:pt x="660" y="584"/>
                  </a:lnTo>
                  <a:lnTo>
                    <a:pt x="660" y="584"/>
                  </a:lnTo>
                  <a:lnTo>
                    <a:pt x="658" y="574"/>
                  </a:lnTo>
                  <a:lnTo>
                    <a:pt x="658" y="574"/>
                  </a:lnTo>
                  <a:lnTo>
                    <a:pt x="658" y="560"/>
                  </a:lnTo>
                  <a:lnTo>
                    <a:pt x="656" y="560"/>
                  </a:lnTo>
                  <a:lnTo>
                    <a:pt x="656" y="560"/>
                  </a:lnTo>
                  <a:lnTo>
                    <a:pt x="648" y="510"/>
                  </a:lnTo>
                  <a:lnTo>
                    <a:pt x="634" y="460"/>
                  </a:lnTo>
                  <a:lnTo>
                    <a:pt x="616" y="410"/>
                  </a:lnTo>
                  <a:lnTo>
                    <a:pt x="594" y="360"/>
                  </a:lnTo>
                  <a:lnTo>
                    <a:pt x="592" y="356"/>
                  </a:lnTo>
                  <a:lnTo>
                    <a:pt x="592" y="356"/>
                  </a:lnTo>
                  <a:lnTo>
                    <a:pt x="586" y="342"/>
                  </a:lnTo>
                  <a:lnTo>
                    <a:pt x="586" y="342"/>
                  </a:lnTo>
                  <a:lnTo>
                    <a:pt x="582" y="336"/>
                  </a:lnTo>
                  <a:lnTo>
                    <a:pt x="582" y="336"/>
                  </a:lnTo>
                  <a:lnTo>
                    <a:pt x="574" y="320"/>
                  </a:lnTo>
                  <a:lnTo>
                    <a:pt x="574" y="320"/>
                  </a:lnTo>
                  <a:lnTo>
                    <a:pt x="562" y="300"/>
                  </a:lnTo>
                  <a:lnTo>
                    <a:pt x="562" y="300"/>
                  </a:lnTo>
                  <a:lnTo>
                    <a:pt x="552" y="282"/>
                  </a:lnTo>
                  <a:lnTo>
                    <a:pt x="552" y="282"/>
                  </a:lnTo>
                  <a:lnTo>
                    <a:pt x="540" y="262"/>
                  </a:lnTo>
                  <a:lnTo>
                    <a:pt x="540" y="262"/>
                  </a:lnTo>
                  <a:lnTo>
                    <a:pt x="540" y="262"/>
                  </a:lnTo>
                  <a:lnTo>
                    <a:pt x="516" y="228"/>
                  </a:lnTo>
                  <a:lnTo>
                    <a:pt x="490" y="196"/>
                  </a:lnTo>
                  <a:lnTo>
                    <a:pt x="464" y="164"/>
                  </a:lnTo>
                  <a:lnTo>
                    <a:pt x="436" y="136"/>
                  </a:lnTo>
                  <a:lnTo>
                    <a:pt x="408" y="110"/>
                  </a:lnTo>
                  <a:lnTo>
                    <a:pt x="380" y="86"/>
                  </a:lnTo>
                  <a:lnTo>
                    <a:pt x="350" y="64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06" y="38"/>
                  </a:lnTo>
                  <a:lnTo>
                    <a:pt x="306" y="38"/>
                  </a:lnTo>
                  <a:lnTo>
                    <a:pt x="302" y="36"/>
                  </a:lnTo>
                  <a:lnTo>
                    <a:pt x="302" y="36"/>
                  </a:lnTo>
                  <a:lnTo>
                    <a:pt x="298" y="34"/>
                  </a:lnTo>
                  <a:lnTo>
                    <a:pt x="298" y="34"/>
                  </a:lnTo>
                  <a:lnTo>
                    <a:pt x="292" y="30"/>
                  </a:lnTo>
                  <a:lnTo>
                    <a:pt x="292" y="30"/>
                  </a:lnTo>
                  <a:lnTo>
                    <a:pt x="290" y="30"/>
                  </a:lnTo>
                  <a:lnTo>
                    <a:pt x="290" y="30"/>
                  </a:lnTo>
                  <a:lnTo>
                    <a:pt x="272" y="22"/>
                  </a:lnTo>
                  <a:lnTo>
                    <a:pt x="272" y="22"/>
                  </a:lnTo>
                  <a:lnTo>
                    <a:pt x="260" y="16"/>
                  </a:lnTo>
                  <a:lnTo>
                    <a:pt x="260" y="16"/>
                  </a:lnTo>
                  <a:lnTo>
                    <a:pt x="254" y="14"/>
                  </a:lnTo>
                  <a:lnTo>
                    <a:pt x="254" y="14"/>
                  </a:lnTo>
                  <a:lnTo>
                    <a:pt x="248" y="12"/>
                  </a:lnTo>
                  <a:lnTo>
                    <a:pt x="248" y="12"/>
                  </a:lnTo>
                  <a:lnTo>
                    <a:pt x="238" y="10"/>
                  </a:lnTo>
                  <a:lnTo>
                    <a:pt x="238" y="10"/>
                  </a:lnTo>
                  <a:lnTo>
                    <a:pt x="232" y="8"/>
                  </a:lnTo>
                  <a:lnTo>
                    <a:pt x="232" y="8"/>
                  </a:lnTo>
                  <a:lnTo>
                    <a:pt x="206" y="2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2" y="0"/>
                  </a:lnTo>
                  <a:lnTo>
                    <a:pt x="172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40" y="2"/>
                  </a:lnTo>
                  <a:lnTo>
                    <a:pt x="140" y="2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2" y="6"/>
                  </a:lnTo>
                  <a:lnTo>
                    <a:pt x="122" y="6"/>
                  </a:lnTo>
                  <a:lnTo>
                    <a:pt x="114" y="8"/>
                  </a:lnTo>
                  <a:lnTo>
                    <a:pt x="114" y="8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92" y="18"/>
                  </a:lnTo>
                  <a:lnTo>
                    <a:pt x="92" y="18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4" y="40"/>
                  </a:lnTo>
                  <a:lnTo>
                    <a:pt x="48" y="58"/>
                  </a:lnTo>
                  <a:lnTo>
                    <a:pt x="34" y="80"/>
                  </a:lnTo>
                  <a:lnTo>
                    <a:pt x="22" y="104"/>
                  </a:lnTo>
                  <a:lnTo>
                    <a:pt x="12" y="130"/>
                  </a:lnTo>
                  <a:lnTo>
                    <a:pt x="6" y="160"/>
                  </a:lnTo>
                  <a:lnTo>
                    <a:pt x="2" y="190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62"/>
                  </a:lnTo>
                  <a:lnTo>
                    <a:pt x="6" y="300"/>
                  </a:lnTo>
                  <a:lnTo>
                    <a:pt x="12" y="340"/>
                  </a:lnTo>
                  <a:lnTo>
                    <a:pt x="22" y="380"/>
                  </a:lnTo>
                  <a:lnTo>
                    <a:pt x="36" y="420"/>
                  </a:lnTo>
                  <a:lnTo>
                    <a:pt x="50" y="460"/>
                  </a:lnTo>
                  <a:lnTo>
                    <a:pt x="68" y="500"/>
                  </a:lnTo>
                  <a:lnTo>
                    <a:pt x="88" y="540"/>
                  </a:lnTo>
                  <a:lnTo>
                    <a:pt x="88" y="540"/>
                  </a:lnTo>
                  <a:lnTo>
                    <a:pt x="100" y="560"/>
                  </a:lnTo>
                  <a:lnTo>
                    <a:pt x="100" y="560"/>
                  </a:lnTo>
                  <a:lnTo>
                    <a:pt x="110" y="578"/>
                  </a:lnTo>
                  <a:lnTo>
                    <a:pt x="110" y="578"/>
                  </a:lnTo>
                  <a:lnTo>
                    <a:pt x="136" y="616"/>
                  </a:lnTo>
                  <a:lnTo>
                    <a:pt x="162" y="653"/>
                  </a:lnTo>
                  <a:lnTo>
                    <a:pt x="190" y="687"/>
                  </a:lnTo>
                  <a:lnTo>
                    <a:pt x="218" y="717"/>
                  </a:lnTo>
                  <a:lnTo>
                    <a:pt x="248" y="747"/>
                  </a:lnTo>
                  <a:lnTo>
                    <a:pt x="278" y="773"/>
                  </a:lnTo>
                  <a:lnTo>
                    <a:pt x="310" y="795"/>
                  </a:lnTo>
                  <a:lnTo>
                    <a:pt x="342" y="815"/>
                  </a:lnTo>
                  <a:lnTo>
                    <a:pt x="342" y="815"/>
                  </a:lnTo>
                  <a:lnTo>
                    <a:pt x="372" y="831"/>
                  </a:lnTo>
                  <a:lnTo>
                    <a:pt x="402" y="845"/>
                  </a:lnTo>
                  <a:lnTo>
                    <a:pt x="432" y="853"/>
                  </a:lnTo>
                  <a:lnTo>
                    <a:pt x="460" y="859"/>
                  </a:lnTo>
                  <a:lnTo>
                    <a:pt x="488" y="861"/>
                  </a:lnTo>
                  <a:lnTo>
                    <a:pt x="512" y="861"/>
                  </a:lnTo>
                  <a:lnTo>
                    <a:pt x="538" y="855"/>
                  </a:lnTo>
                  <a:lnTo>
                    <a:pt x="560" y="847"/>
                  </a:lnTo>
                  <a:lnTo>
                    <a:pt x="560" y="847"/>
                  </a:lnTo>
                  <a:lnTo>
                    <a:pt x="570" y="841"/>
                  </a:lnTo>
                  <a:lnTo>
                    <a:pt x="570" y="841"/>
                  </a:lnTo>
                  <a:lnTo>
                    <a:pt x="574" y="839"/>
                  </a:lnTo>
                  <a:lnTo>
                    <a:pt x="574" y="839"/>
                  </a:lnTo>
                  <a:lnTo>
                    <a:pt x="576" y="839"/>
                  </a:lnTo>
                  <a:lnTo>
                    <a:pt x="576" y="839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94" y="825"/>
                  </a:lnTo>
                  <a:lnTo>
                    <a:pt x="606" y="813"/>
                  </a:lnTo>
                  <a:lnTo>
                    <a:pt x="618" y="799"/>
                  </a:lnTo>
                  <a:lnTo>
                    <a:pt x="630" y="781"/>
                  </a:lnTo>
                  <a:lnTo>
                    <a:pt x="638" y="765"/>
                  </a:lnTo>
                  <a:lnTo>
                    <a:pt x="646" y="745"/>
                  </a:lnTo>
                  <a:lnTo>
                    <a:pt x="652" y="725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60" y="689"/>
                  </a:lnTo>
                  <a:lnTo>
                    <a:pt x="660" y="689"/>
                  </a:lnTo>
                  <a:lnTo>
                    <a:pt x="660" y="685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2" y="671"/>
                  </a:lnTo>
                  <a:lnTo>
                    <a:pt x="662" y="671"/>
                  </a:lnTo>
                  <a:lnTo>
                    <a:pt x="662" y="671"/>
                  </a:lnTo>
                  <a:lnTo>
                    <a:pt x="662" y="663"/>
                  </a:lnTo>
                  <a:lnTo>
                    <a:pt x="662" y="663"/>
                  </a:lnTo>
                  <a:lnTo>
                    <a:pt x="662" y="655"/>
                  </a:lnTo>
                  <a:lnTo>
                    <a:pt x="662" y="653"/>
                  </a:lnTo>
                  <a:lnTo>
                    <a:pt x="662" y="653"/>
                  </a:lnTo>
                  <a:lnTo>
                    <a:pt x="662" y="636"/>
                  </a:lnTo>
                  <a:lnTo>
                    <a:pt x="662" y="636"/>
                  </a:lnTo>
                  <a:lnTo>
                    <a:pt x="662" y="618"/>
                  </a:lnTo>
                  <a:lnTo>
                    <a:pt x="662" y="616"/>
                  </a:lnTo>
                  <a:close/>
                  <a:moveTo>
                    <a:pt x="630" y="630"/>
                  </a:moveTo>
                  <a:lnTo>
                    <a:pt x="630" y="632"/>
                  </a:lnTo>
                  <a:lnTo>
                    <a:pt x="630" y="632"/>
                  </a:lnTo>
                  <a:lnTo>
                    <a:pt x="628" y="638"/>
                  </a:lnTo>
                  <a:lnTo>
                    <a:pt x="628" y="638"/>
                  </a:lnTo>
                  <a:lnTo>
                    <a:pt x="628" y="647"/>
                  </a:lnTo>
                  <a:lnTo>
                    <a:pt x="628" y="647"/>
                  </a:lnTo>
                  <a:lnTo>
                    <a:pt x="628" y="647"/>
                  </a:lnTo>
                  <a:lnTo>
                    <a:pt x="626" y="657"/>
                  </a:lnTo>
                  <a:lnTo>
                    <a:pt x="626" y="657"/>
                  </a:lnTo>
                  <a:lnTo>
                    <a:pt x="626" y="659"/>
                  </a:lnTo>
                  <a:lnTo>
                    <a:pt x="626" y="659"/>
                  </a:lnTo>
                  <a:lnTo>
                    <a:pt x="626" y="659"/>
                  </a:lnTo>
                  <a:lnTo>
                    <a:pt x="626" y="663"/>
                  </a:lnTo>
                  <a:lnTo>
                    <a:pt x="626" y="663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0" y="695"/>
                  </a:lnTo>
                  <a:lnTo>
                    <a:pt x="614" y="713"/>
                  </a:lnTo>
                  <a:lnTo>
                    <a:pt x="608" y="731"/>
                  </a:lnTo>
                  <a:lnTo>
                    <a:pt x="600" y="747"/>
                  </a:lnTo>
                  <a:lnTo>
                    <a:pt x="590" y="761"/>
                  </a:lnTo>
                  <a:lnTo>
                    <a:pt x="580" y="775"/>
                  </a:lnTo>
                  <a:lnTo>
                    <a:pt x="568" y="78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46" y="801"/>
                  </a:lnTo>
                  <a:lnTo>
                    <a:pt x="546" y="801"/>
                  </a:lnTo>
                  <a:lnTo>
                    <a:pt x="538" y="805"/>
                  </a:lnTo>
                  <a:lnTo>
                    <a:pt x="538" y="805"/>
                  </a:lnTo>
                  <a:lnTo>
                    <a:pt x="516" y="813"/>
                  </a:lnTo>
                  <a:lnTo>
                    <a:pt x="494" y="817"/>
                  </a:lnTo>
                  <a:lnTo>
                    <a:pt x="472" y="819"/>
                  </a:lnTo>
                  <a:lnTo>
                    <a:pt x="448" y="817"/>
                  </a:lnTo>
                  <a:lnTo>
                    <a:pt x="422" y="811"/>
                  </a:lnTo>
                  <a:lnTo>
                    <a:pt x="396" y="803"/>
                  </a:lnTo>
                  <a:lnTo>
                    <a:pt x="368" y="791"/>
                  </a:lnTo>
                  <a:lnTo>
                    <a:pt x="340" y="777"/>
                  </a:lnTo>
                  <a:lnTo>
                    <a:pt x="340" y="777"/>
                  </a:lnTo>
                  <a:lnTo>
                    <a:pt x="312" y="759"/>
                  </a:lnTo>
                  <a:lnTo>
                    <a:pt x="284" y="739"/>
                  </a:lnTo>
                  <a:lnTo>
                    <a:pt x="256" y="715"/>
                  </a:lnTo>
                  <a:lnTo>
                    <a:pt x="230" y="689"/>
                  </a:lnTo>
                  <a:lnTo>
                    <a:pt x="204" y="661"/>
                  </a:lnTo>
                  <a:lnTo>
                    <a:pt x="178" y="630"/>
                  </a:lnTo>
                  <a:lnTo>
                    <a:pt x="156" y="598"/>
                  </a:lnTo>
                  <a:lnTo>
                    <a:pt x="132" y="564"/>
                  </a:lnTo>
                  <a:lnTo>
                    <a:pt x="132" y="564"/>
                  </a:lnTo>
                  <a:lnTo>
                    <a:pt x="122" y="546"/>
                  </a:lnTo>
                  <a:lnTo>
                    <a:pt x="122" y="546"/>
                  </a:lnTo>
                  <a:lnTo>
                    <a:pt x="114" y="530"/>
                  </a:lnTo>
                  <a:lnTo>
                    <a:pt x="114" y="530"/>
                  </a:lnTo>
                  <a:lnTo>
                    <a:pt x="94" y="494"/>
                  </a:lnTo>
                  <a:lnTo>
                    <a:pt x="78" y="458"/>
                  </a:lnTo>
                  <a:lnTo>
                    <a:pt x="64" y="420"/>
                  </a:lnTo>
                  <a:lnTo>
                    <a:pt x="54" y="384"/>
                  </a:lnTo>
                  <a:lnTo>
                    <a:pt x="44" y="348"/>
                  </a:lnTo>
                  <a:lnTo>
                    <a:pt x="38" y="314"/>
                  </a:lnTo>
                  <a:lnTo>
                    <a:pt x="34" y="278"/>
                  </a:lnTo>
                  <a:lnTo>
                    <a:pt x="32" y="246"/>
                  </a:lnTo>
                  <a:lnTo>
                    <a:pt x="32" y="246"/>
                  </a:lnTo>
                  <a:lnTo>
                    <a:pt x="34" y="214"/>
                  </a:lnTo>
                  <a:lnTo>
                    <a:pt x="38" y="186"/>
                  </a:lnTo>
                  <a:lnTo>
                    <a:pt x="44" y="160"/>
                  </a:lnTo>
                  <a:lnTo>
                    <a:pt x="52" y="136"/>
                  </a:lnTo>
                  <a:lnTo>
                    <a:pt x="62" y="114"/>
                  </a:lnTo>
                  <a:lnTo>
                    <a:pt x="76" y="96"/>
                  </a:lnTo>
                  <a:lnTo>
                    <a:pt x="90" y="78"/>
                  </a:lnTo>
                  <a:lnTo>
                    <a:pt x="108" y="66"/>
                  </a:lnTo>
                  <a:lnTo>
                    <a:pt x="108" y="66"/>
                  </a:lnTo>
                  <a:lnTo>
                    <a:pt x="116" y="60"/>
                  </a:lnTo>
                  <a:lnTo>
                    <a:pt x="116" y="60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30" y="54"/>
                  </a:lnTo>
                  <a:lnTo>
                    <a:pt x="130" y="54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6" y="50"/>
                  </a:lnTo>
                  <a:lnTo>
                    <a:pt x="136" y="50"/>
                  </a:lnTo>
                  <a:lnTo>
                    <a:pt x="142" y="48"/>
                  </a:lnTo>
                  <a:lnTo>
                    <a:pt x="142" y="48"/>
                  </a:lnTo>
                  <a:lnTo>
                    <a:pt x="146" y="48"/>
                  </a:lnTo>
                  <a:lnTo>
                    <a:pt x="146" y="48"/>
                  </a:lnTo>
                  <a:lnTo>
                    <a:pt x="148" y="48"/>
                  </a:lnTo>
                  <a:lnTo>
                    <a:pt x="148" y="48"/>
                  </a:lnTo>
                  <a:lnTo>
                    <a:pt x="160" y="44"/>
                  </a:lnTo>
                  <a:lnTo>
                    <a:pt x="160" y="44"/>
                  </a:lnTo>
                  <a:lnTo>
                    <a:pt x="164" y="44"/>
                  </a:lnTo>
                  <a:lnTo>
                    <a:pt x="164" y="44"/>
                  </a:lnTo>
                  <a:lnTo>
                    <a:pt x="188" y="42"/>
                  </a:lnTo>
                  <a:lnTo>
                    <a:pt x="188" y="42"/>
                  </a:lnTo>
                  <a:lnTo>
                    <a:pt x="194" y="42"/>
                  </a:lnTo>
                  <a:lnTo>
                    <a:pt x="194" y="42"/>
                  </a:lnTo>
                  <a:lnTo>
                    <a:pt x="196" y="42"/>
                  </a:lnTo>
                  <a:lnTo>
                    <a:pt x="196" y="42"/>
                  </a:lnTo>
                  <a:lnTo>
                    <a:pt x="218" y="44"/>
                  </a:lnTo>
                  <a:lnTo>
                    <a:pt x="242" y="50"/>
                  </a:lnTo>
                  <a:lnTo>
                    <a:pt x="242" y="50"/>
                  </a:lnTo>
                  <a:lnTo>
                    <a:pt x="246" y="52"/>
                  </a:lnTo>
                  <a:lnTo>
                    <a:pt x="246" y="52"/>
                  </a:lnTo>
                  <a:lnTo>
                    <a:pt x="256" y="54"/>
                  </a:lnTo>
                  <a:lnTo>
                    <a:pt x="256" y="54"/>
                  </a:lnTo>
                  <a:lnTo>
                    <a:pt x="262" y="56"/>
                  </a:lnTo>
                  <a:lnTo>
                    <a:pt x="262" y="56"/>
                  </a:lnTo>
                  <a:lnTo>
                    <a:pt x="268" y="58"/>
                  </a:lnTo>
                  <a:lnTo>
                    <a:pt x="268" y="58"/>
                  </a:lnTo>
                  <a:lnTo>
                    <a:pt x="278" y="62"/>
                  </a:lnTo>
                  <a:lnTo>
                    <a:pt x="278" y="62"/>
                  </a:lnTo>
                  <a:lnTo>
                    <a:pt x="294" y="70"/>
                  </a:lnTo>
                  <a:lnTo>
                    <a:pt x="294" y="70"/>
                  </a:lnTo>
                  <a:lnTo>
                    <a:pt x="296" y="70"/>
                  </a:lnTo>
                  <a:lnTo>
                    <a:pt x="296" y="70"/>
                  </a:lnTo>
                  <a:lnTo>
                    <a:pt x="302" y="74"/>
                  </a:lnTo>
                  <a:lnTo>
                    <a:pt x="302" y="74"/>
                  </a:lnTo>
                  <a:lnTo>
                    <a:pt x="306" y="74"/>
                  </a:lnTo>
                  <a:lnTo>
                    <a:pt x="306" y="74"/>
                  </a:lnTo>
                  <a:lnTo>
                    <a:pt x="308" y="76"/>
                  </a:lnTo>
                  <a:lnTo>
                    <a:pt x="308" y="76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48" y="100"/>
                  </a:lnTo>
                  <a:lnTo>
                    <a:pt x="374" y="120"/>
                  </a:lnTo>
                  <a:lnTo>
                    <a:pt x="400" y="142"/>
                  </a:lnTo>
                  <a:lnTo>
                    <a:pt x="426" y="166"/>
                  </a:lnTo>
                  <a:lnTo>
                    <a:pt x="450" y="192"/>
                  </a:lnTo>
                  <a:lnTo>
                    <a:pt x="474" y="218"/>
                  </a:lnTo>
                  <a:lnTo>
                    <a:pt x="498" y="248"/>
                  </a:lnTo>
                  <a:lnTo>
                    <a:pt x="518" y="280"/>
                  </a:lnTo>
                  <a:lnTo>
                    <a:pt x="518" y="280"/>
                  </a:lnTo>
                  <a:lnTo>
                    <a:pt x="518" y="280"/>
                  </a:lnTo>
                  <a:lnTo>
                    <a:pt x="530" y="296"/>
                  </a:lnTo>
                  <a:lnTo>
                    <a:pt x="530" y="296"/>
                  </a:lnTo>
                  <a:lnTo>
                    <a:pt x="540" y="314"/>
                  </a:lnTo>
                  <a:lnTo>
                    <a:pt x="540" y="314"/>
                  </a:lnTo>
                  <a:lnTo>
                    <a:pt x="550" y="330"/>
                  </a:lnTo>
                  <a:lnTo>
                    <a:pt x="550" y="330"/>
                  </a:lnTo>
                  <a:lnTo>
                    <a:pt x="556" y="346"/>
                  </a:lnTo>
                  <a:lnTo>
                    <a:pt x="556" y="346"/>
                  </a:lnTo>
                  <a:lnTo>
                    <a:pt x="560" y="352"/>
                  </a:lnTo>
                  <a:lnTo>
                    <a:pt x="560" y="352"/>
                  </a:lnTo>
                  <a:lnTo>
                    <a:pt x="566" y="364"/>
                  </a:lnTo>
                  <a:lnTo>
                    <a:pt x="568" y="368"/>
                  </a:lnTo>
                  <a:lnTo>
                    <a:pt x="568" y="368"/>
                  </a:lnTo>
                  <a:lnTo>
                    <a:pt x="588" y="412"/>
                  </a:lnTo>
                  <a:lnTo>
                    <a:pt x="604" y="458"/>
                  </a:lnTo>
                  <a:lnTo>
                    <a:pt x="616" y="502"/>
                  </a:lnTo>
                  <a:lnTo>
                    <a:pt x="624" y="546"/>
                  </a:lnTo>
                  <a:lnTo>
                    <a:pt x="624" y="548"/>
                  </a:lnTo>
                  <a:lnTo>
                    <a:pt x="624" y="548"/>
                  </a:lnTo>
                  <a:lnTo>
                    <a:pt x="626" y="560"/>
                  </a:lnTo>
                  <a:lnTo>
                    <a:pt x="626" y="560"/>
                  </a:lnTo>
                  <a:lnTo>
                    <a:pt x="626" y="568"/>
                  </a:lnTo>
                  <a:lnTo>
                    <a:pt x="626" y="568"/>
                  </a:lnTo>
                  <a:lnTo>
                    <a:pt x="628" y="580"/>
                  </a:lnTo>
                  <a:lnTo>
                    <a:pt x="628" y="582"/>
                  </a:lnTo>
                  <a:lnTo>
                    <a:pt x="628" y="582"/>
                  </a:lnTo>
                  <a:lnTo>
                    <a:pt x="630" y="596"/>
                  </a:lnTo>
                  <a:lnTo>
                    <a:pt x="630" y="596"/>
                  </a:lnTo>
                  <a:lnTo>
                    <a:pt x="630" y="596"/>
                  </a:lnTo>
                  <a:lnTo>
                    <a:pt x="630" y="600"/>
                  </a:lnTo>
                  <a:lnTo>
                    <a:pt x="630" y="600"/>
                  </a:lnTo>
                  <a:lnTo>
                    <a:pt x="630" y="614"/>
                  </a:lnTo>
                  <a:lnTo>
                    <a:pt x="630" y="614"/>
                  </a:lnTo>
                  <a:lnTo>
                    <a:pt x="630" y="630"/>
                  </a:lnTo>
                  <a:lnTo>
                    <a:pt x="630" y="63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35" name="Freeform 61"/>
            <p:cNvSpPr/>
            <p:nvPr/>
          </p:nvSpPr>
          <p:spPr>
            <a:xfrm>
              <a:off x="6933600" y="3511080"/>
              <a:ext cx="78840" cy="102240"/>
            </a:xfrm>
            <a:custGeom>
              <a:avLst/>
              <a:gdLst>
                <a:gd name="textAreaLeft" fmla="*/ 0 w 78840"/>
                <a:gd name="textAreaRight" fmla="*/ 79200 w 78840"/>
                <a:gd name="textAreaTop" fmla="*/ 0 h 102240"/>
                <a:gd name="textAreaBottom" fmla="*/ 102600 h 102240"/>
              </a:gdLst>
              <a:ahLst/>
              <a:rect l="textAreaLeft" t="textAreaTop" r="textAreaRight" b="textAreaBottom"/>
              <a:pathLst>
                <a:path w="538" h="697">
                  <a:moveTo>
                    <a:pt x="538" y="498"/>
                  </a:moveTo>
                  <a:lnTo>
                    <a:pt x="538" y="498"/>
                  </a:lnTo>
                  <a:lnTo>
                    <a:pt x="538" y="498"/>
                  </a:lnTo>
                  <a:lnTo>
                    <a:pt x="538" y="498"/>
                  </a:lnTo>
                  <a:lnTo>
                    <a:pt x="536" y="484"/>
                  </a:lnTo>
                  <a:lnTo>
                    <a:pt x="536" y="484"/>
                  </a:lnTo>
                  <a:lnTo>
                    <a:pt x="536" y="484"/>
                  </a:lnTo>
                  <a:lnTo>
                    <a:pt x="536" y="472"/>
                  </a:lnTo>
                  <a:lnTo>
                    <a:pt x="536" y="472"/>
                  </a:lnTo>
                  <a:lnTo>
                    <a:pt x="534" y="464"/>
                  </a:lnTo>
                  <a:lnTo>
                    <a:pt x="534" y="464"/>
                  </a:lnTo>
                  <a:lnTo>
                    <a:pt x="534" y="454"/>
                  </a:lnTo>
                  <a:lnTo>
                    <a:pt x="532" y="452"/>
                  </a:lnTo>
                  <a:lnTo>
                    <a:pt x="532" y="452"/>
                  </a:lnTo>
                  <a:lnTo>
                    <a:pt x="526" y="414"/>
                  </a:lnTo>
                  <a:lnTo>
                    <a:pt x="514" y="372"/>
                  </a:lnTo>
                  <a:lnTo>
                    <a:pt x="500" y="332"/>
                  </a:lnTo>
                  <a:lnTo>
                    <a:pt x="482" y="292"/>
                  </a:lnTo>
                  <a:lnTo>
                    <a:pt x="480" y="288"/>
                  </a:lnTo>
                  <a:lnTo>
                    <a:pt x="480" y="288"/>
                  </a:lnTo>
                  <a:lnTo>
                    <a:pt x="474" y="276"/>
                  </a:lnTo>
                  <a:lnTo>
                    <a:pt x="474" y="276"/>
                  </a:lnTo>
                  <a:lnTo>
                    <a:pt x="472" y="272"/>
                  </a:lnTo>
                  <a:lnTo>
                    <a:pt x="472" y="272"/>
                  </a:lnTo>
                  <a:lnTo>
                    <a:pt x="466" y="258"/>
                  </a:lnTo>
                  <a:lnTo>
                    <a:pt x="466" y="258"/>
                  </a:lnTo>
                  <a:lnTo>
                    <a:pt x="456" y="244"/>
                  </a:lnTo>
                  <a:lnTo>
                    <a:pt x="456" y="244"/>
                  </a:lnTo>
                  <a:lnTo>
                    <a:pt x="448" y="228"/>
                  </a:lnTo>
                  <a:lnTo>
                    <a:pt x="448" y="228"/>
                  </a:lnTo>
                  <a:lnTo>
                    <a:pt x="438" y="212"/>
                  </a:lnTo>
                  <a:lnTo>
                    <a:pt x="438" y="212"/>
                  </a:lnTo>
                  <a:lnTo>
                    <a:pt x="438" y="212"/>
                  </a:lnTo>
                  <a:lnTo>
                    <a:pt x="418" y="184"/>
                  </a:lnTo>
                  <a:lnTo>
                    <a:pt x="398" y="158"/>
                  </a:lnTo>
                  <a:lnTo>
                    <a:pt x="376" y="134"/>
                  </a:lnTo>
                  <a:lnTo>
                    <a:pt x="354" y="110"/>
                  </a:lnTo>
                  <a:lnTo>
                    <a:pt x="332" y="88"/>
                  </a:lnTo>
                  <a:lnTo>
                    <a:pt x="308" y="70"/>
                  </a:lnTo>
                  <a:lnTo>
                    <a:pt x="284" y="52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48" y="30"/>
                  </a:lnTo>
                  <a:lnTo>
                    <a:pt x="248" y="30"/>
                  </a:lnTo>
                  <a:lnTo>
                    <a:pt x="246" y="28"/>
                  </a:lnTo>
                  <a:lnTo>
                    <a:pt x="246" y="28"/>
                  </a:lnTo>
                  <a:lnTo>
                    <a:pt x="244" y="28"/>
                  </a:lnTo>
                  <a:lnTo>
                    <a:pt x="244" y="28"/>
                  </a:lnTo>
                  <a:lnTo>
                    <a:pt x="238" y="24"/>
                  </a:lnTo>
                  <a:lnTo>
                    <a:pt x="238" y="24"/>
                  </a:lnTo>
                  <a:lnTo>
                    <a:pt x="236" y="24"/>
                  </a:lnTo>
                  <a:lnTo>
                    <a:pt x="236" y="24"/>
                  </a:lnTo>
                  <a:lnTo>
                    <a:pt x="222" y="16"/>
                  </a:lnTo>
                  <a:lnTo>
                    <a:pt x="222" y="16"/>
                  </a:lnTo>
                  <a:lnTo>
                    <a:pt x="212" y="14"/>
                  </a:lnTo>
                  <a:lnTo>
                    <a:pt x="212" y="14"/>
                  </a:lnTo>
                  <a:lnTo>
                    <a:pt x="208" y="12"/>
                  </a:lnTo>
                  <a:lnTo>
                    <a:pt x="208" y="12"/>
                  </a:lnTo>
                  <a:lnTo>
                    <a:pt x="202" y="10"/>
                  </a:lnTo>
                  <a:lnTo>
                    <a:pt x="202" y="10"/>
                  </a:lnTo>
                  <a:lnTo>
                    <a:pt x="192" y="8"/>
                  </a:lnTo>
                  <a:lnTo>
                    <a:pt x="192" y="8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68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4" y="2"/>
                  </a:lnTo>
                  <a:lnTo>
                    <a:pt x="114" y="2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94" y="6"/>
                  </a:lnTo>
                  <a:lnTo>
                    <a:pt x="94" y="6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76" y="16"/>
                  </a:lnTo>
                  <a:lnTo>
                    <a:pt x="76" y="16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52" y="32"/>
                  </a:lnTo>
                  <a:lnTo>
                    <a:pt x="40" y="46"/>
                  </a:lnTo>
                  <a:lnTo>
                    <a:pt x="28" y="64"/>
                  </a:lnTo>
                  <a:lnTo>
                    <a:pt x="18" y="84"/>
                  </a:lnTo>
                  <a:lnTo>
                    <a:pt x="10" y="104"/>
                  </a:lnTo>
                  <a:lnTo>
                    <a:pt x="6" y="128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2" y="212"/>
                  </a:lnTo>
                  <a:lnTo>
                    <a:pt x="6" y="244"/>
                  </a:lnTo>
                  <a:lnTo>
                    <a:pt x="10" y="274"/>
                  </a:lnTo>
                  <a:lnTo>
                    <a:pt x="20" y="308"/>
                  </a:lnTo>
                  <a:lnTo>
                    <a:pt x="30" y="340"/>
                  </a:lnTo>
                  <a:lnTo>
                    <a:pt x="42" y="372"/>
                  </a:lnTo>
                  <a:lnTo>
                    <a:pt x="56" y="406"/>
                  </a:lnTo>
                  <a:lnTo>
                    <a:pt x="72" y="438"/>
                  </a:lnTo>
                  <a:lnTo>
                    <a:pt x="72" y="438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90" y="468"/>
                  </a:lnTo>
                  <a:lnTo>
                    <a:pt x="90" y="468"/>
                  </a:lnTo>
                  <a:lnTo>
                    <a:pt x="110" y="498"/>
                  </a:lnTo>
                  <a:lnTo>
                    <a:pt x="132" y="528"/>
                  </a:lnTo>
                  <a:lnTo>
                    <a:pt x="154" y="554"/>
                  </a:lnTo>
                  <a:lnTo>
                    <a:pt x="178" y="581"/>
                  </a:lnTo>
                  <a:lnTo>
                    <a:pt x="202" y="605"/>
                  </a:lnTo>
                  <a:lnTo>
                    <a:pt x="226" y="625"/>
                  </a:lnTo>
                  <a:lnTo>
                    <a:pt x="252" y="645"/>
                  </a:lnTo>
                  <a:lnTo>
                    <a:pt x="278" y="661"/>
                  </a:lnTo>
                  <a:lnTo>
                    <a:pt x="278" y="661"/>
                  </a:lnTo>
                  <a:lnTo>
                    <a:pt x="302" y="673"/>
                  </a:lnTo>
                  <a:lnTo>
                    <a:pt x="326" y="683"/>
                  </a:lnTo>
                  <a:lnTo>
                    <a:pt x="350" y="691"/>
                  </a:lnTo>
                  <a:lnTo>
                    <a:pt x="374" y="697"/>
                  </a:lnTo>
                  <a:lnTo>
                    <a:pt x="396" y="697"/>
                  </a:lnTo>
                  <a:lnTo>
                    <a:pt x="416" y="697"/>
                  </a:lnTo>
                  <a:lnTo>
                    <a:pt x="436" y="693"/>
                  </a:lnTo>
                  <a:lnTo>
                    <a:pt x="454" y="687"/>
                  </a:lnTo>
                  <a:lnTo>
                    <a:pt x="454" y="687"/>
                  </a:lnTo>
                  <a:lnTo>
                    <a:pt x="462" y="681"/>
                  </a:lnTo>
                  <a:lnTo>
                    <a:pt x="462" y="681"/>
                  </a:lnTo>
                  <a:lnTo>
                    <a:pt x="466" y="681"/>
                  </a:lnTo>
                  <a:lnTo>
                    <a:pt x="466" y="681"/>
                  </a:lnTo>
                  <a:lnTo>
                    <a:pt x="466" y="679"/>
                  </a:lnTo>
                  <a:lnTo>
                    <a:pt x="466" y="679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82" y="669"/>
                  </a:lnTo>
                  <a:lnTo>
                    <a:pt x="492" y="659"/>
                  </a:lnTo>
                  <a:lnTo>
                    <a:pt x="502" y="647"/>
                  </a:lnTo>
                  <a:lnTo>
                    <a:pt x="510" y="633"/>
                  </a:lnTo>
                  <a:lnTo>
                    <a:pt x="518" y="619"/>
                  </a:lnTo>
                  <a:lnTo>
                    <a:pt x="524" y="603"/>
                  </a:lnTo>
                  <a:lnTo>
                    <a:pt x="530" y="587"/>
                  </a:lnTo>
                  <a:lnTo>
                    <a:pt x="534" y="569"/>
                  </a:lnTo>
                  <a:lnTo>
                    <a:pt x="534" y="569"/>
                  </a:lnTo>
                  <a:lnTo>
                    <a:pt x="534" y="567"/>
                  </a:lnTo>
                  <a:lnTo>
                    <a:pt x="534" y="567"/>
                  </a:lnTo>
                  <a:lnTo>
                    <a:pt x="534" y="556"/>
                  </a:lnTo>
                  <a:lnTo>
                    <a:pt x="534" y="556"/>
                  </a:lnTo>
                  <a:lnTo>
                    <a:pt x="536" y="554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42"/>
                  </a:lnTo>
                  <a:lnTo>
                    <a:pt x="536" y="542"/>
                  </a:lnTo>
                  <a:lnTo>
                    <a:pt x="536" y="542"/>
                  </a:lnTo>
                  <a:lnTo>
                    <a:pt x="536" y="536"/>
                  </a:lnTo>
                  <a:lnTo>
                    <a:pt x="536" y="536"/>
                  </a:lnTo>
                  <a:lnTo>
                    <a:pt x="538" y="530"/>
                  </a:lnTo>
                  <a:lnTo>
                    <a:pt x="538" y="528"/>
                  </a:lnTo>
                  <a:lnTo>
                    <a:pt x="538" y="528"/>
                  </a:lnTo>
                  <a:lnTo>
                    <a:pt x="538" y="514"/>
                  </a:lnTo>
                  <a:lnTo>
                    <a:pt x="538" y="514"/>
                  </a:lnTo>
                  <a:lnTo>
                    <a:pt x="538" y="500"/>
                  </a:lnTo>
                  <a:lnTo>
                    <a:pt x="538" y="498"/>
                  </a:lnTo>
                  <a:close/>
                  <a:moveTo>
                    <a:pt x="510" y="510"/>
                  </a:moveTo>
                  <a:lnTo>
                    <a:pt x="510" y="512"/>
                  </a:lnTo>
                  <a:lnTo>
                    <a:pt x="510" y="512"/>
                  </a:lnTo>
                  <a:lnTo>
                    <a:pt x="510" y="516"/>
                  </a:lnTo>
                  <a:lnTo>
                    <a:pt x="510" y="516"/>
                  </a:lnTo>
                  <a:lnTo>
                    <a:pt x="510" y="522"/>
                  </a:lnTo>
                  <a:lnTo>
                    <a:pt x="510" y="524"/>
                  </a:lnTo>
                  <a:lnTo>
                    <a:pt x="510" y="524"/>
                  </a:lnTo>
                  <a:lnTo>
                    <a:pt x="508" y="532"/>
                  </a:lnTo>
                  <a:lnTo>
                    <a:pt x="508" y="532"/>
                  </a:lnTo>
                  <a:lnTo>
                    <a:pt x="508" y="532"/>
                  </a:lnTo>
                  <a:lnTo>
                    <a:pt x="508" y="534"/>
                  </a:lnTo>
                  <a:lnTo>
                    <a:pt x="508" y="534"/>
                  </a:lnTo>
                  <a:lnTo>
                    <a:pt x="508" y="536"/>
                  </a:lnTo>
                  <a:lnTo>
                    <a:pt x="508" y="536"/>
                  </a:lnTo>
                  <a:lnTo>
                    <a:pt x="506" y="544"/>
                  </a:lnTo>
                  <a:lnTo>
                    <a:pt x="506" y="544"/>
                  </a:lnTo>
                  <a:lnTo>
                    <a:pt x="506" y="546"/>
                  </a:lnTo>
                  <a:lnTo>
                    <a:pt x="506" y="546"/>
                  </a:lnTo>
                  <a:lnTo>
                    <a:pt x="504" y="563"/>
                  </a:lnTo>
                  <a:lnTo>
                    <a:pt x="498" y="577"/>
                  </a:lnTo>
                  <a:lnTo>
                    <a:pt x="492" y="591"/>
                  </a:lnTo>
                  <a:lnTo>
                    <a:pt x="486" y="605"/>
                  </a:lnTo>
                  <a:lnTo>
                    <a:pt x="478" y="617"/>
                  </a:lnTo>
                  <a:lnTo>
                    <a:pt x="470" y="627"/>
                  </a:lnTo>
                  <a:lnTo>
                    <a:pt x="460" y="637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48" y="647"/>
                  </a:lnTo>
                  <a:lnTo>
                    <a:pt x="448" y="647"/>
                  </a:lnTo>
                  <a:lnTo>
                    <a:pt x="446" y="647"/>
                  </a:lnTo>
                  <a:lnTo>
                    <a:pt x="446" y="647"/>
                  </a:lnTo>
                  <a:lnTo>
                    <a:pt x="444" y="649"/>
                  </a:lnTo>
                  <a:lnTo>
                    <a:pt x="444" y="649"/>
                  </a:lnTo>
                  <a:lnTo>
                    <a:pt x="436" y="653"/>
                  </a:lnTo>
                  <a:lnTo>
                    <a:pt x="436" y="653"/>
                  </a:lnTo>
                  <a:lnTo>
                    <a:pt x="420" y="659"/>
                  </a:lnTo>
                  <a:lnTo>
                    <a:pt x="402" y="663"/>
                  </a:lnTo>
                  <a:lnTo>
                    <a:pt x="382" y="663"/>
                  </a:lnTo>
                  <a:lnTo>
                    <a:pt x="362" y="661"/>
                  </a:lnTo>
                  <a:lnTo>
                    <a:pt x="342" y="657"/>
                  </a:lnTo>
                  <a:lnTo>
                    <a:pt x="322" y="651"/>
                  </a:lnTo>
                  <a:lnTo>
                    <a:pt x="300" y="641"/>
                  </a:lnTo>
                  <a:lnTo>
                    <a:pt x="278" y="629"/>
                  </a:lnTo>
                  <a:lnTo>
                    <a:pt x="278" y="629"/>
                  </a:lnTo>
                  <a:lnTo>
                    <a:pt x="254" y="615"/>
                  </a:lnTo>
                  <a:lnTo>
                    <a:pt x="230" y="597"/>
                  </a:lnTo>
                  <a:lnTo>
                    <a:pt x="208" y="579"/>
                  </a:lnTo>
                  <a:lnTo>
                    <a:pt x="186" y="556"/>
                  </a:lnTo>
                  <a:lnTo>
                    <a:pt x="166" y="534"/>
                  </a:lnTo>
                  <a:lnTo>
                    <a:pt x="146" y="510"/>
                  </a:lnTo>
                  <a:lnTo>
                    <a:pt x="126" y="484"/>
                  </a:lnTo>
                  <a:lnTo>
                    <a:pt x="108" y="456"/>
                  </a:lnTo>
                  <a:lnTo>
                    <a:pt x="108" y="456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2" y="428"/>
                  </a:lnTo>
                  <a:lnTo>
                    <a:pt x="92" y="428"/>
                  </a:lnTo>
                  <a:lnTo>
                    <a:pt x="78" y="400"/>
                  </a:lnTo>
                  <a:lnTo>
                    <a:pt x="64" y="370"/>
                  </a:lnTo>
                  <a:lnTo>
                    <a:pt x="54" y="340"/>
                  </a:lnTo>
                  <a:lnTo>
                    <a:pt x="44" y="312"/>
                  </a:lnTo>
                  <a:lnTo>
                    <a:pt x="36" y="282"/>
                  </a:lnTo>
                  <a:lnTo>
                    <a:pt x="32" y="254"/>
                  </a:lnTo>
                  <a:lnTo>
                    <a:pt x="28" y="226"/>
                  </a:lnTo>
                  <a:lnTo>
                    <a:pt x="28" y="198"/>
                  </a:lnTo>
                  <a:lnTo>
                    <a:pt x="28" y="198"/>
                  </a:lnTo>
                  <a:lnTo>
                    <a:pt x="28" y="174"/>
                  </a:lnTo>
                  <a:lnTo>
                    <a:pt x="32" y="150"/>
                  </a:lnTo>
                  <a:lnTo>
                    <a:pt x="36" y="130"/>
                  </a:lnTo>
                  <a:lnTo>
                    <a:pt x="44" y="110"/>
                  </a:lnTo>
                  <a:lnTo>
                    <a:pt x="52" y="92"/>
                  </a:lnTo>
                  <a:lnTo>
                    <a:pt x="62" y="76"/>
                  </a:lnTo>
                  <a:lnTo>
                    <a:pt x="74" y="64"/>
                  </a:lnTo>
                  <a:lnTo>
                    <a:pt x="88" y="52"/>
                  </a:lnTo>
                  <a:lnTo>
                    <a:pt x="88" y="52"/>
                  </a:lnTo>
                  <a:lnTo>
                    <a:pt x="94" y="48"/>
                  </a:lnTo>
                  <a:lnTo>
                    <a:pt x="94" y="48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6" y="42"/>
                  </a:lnTo>
                  <a:lnTo>
                    <a:pt x="106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2" y="40"/>
                  </a:lnTo>
                  <a:lnTo>
                    <a:pt x="112" y="40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34" y="36"/>
                  </a:lnTo>
                  <a:lnTo>
                    <a:pt x="134" y="36"/>
                  </a:lnTo>
                  <a:lnTo>
                    <a:pt x="152" y="34"/>
                  </a:lnTo>
                  <a:lnTo>
                    <a:pt x="152" y="34"/>
                  </a:lnTo>
                  <a:lnTo>
                    <a:pt x="158" y="34"/>
                  </a:lnTo>
                  <a:lnTo>
                    <a:pt x="158" y="34"/>
                  </a:lnTo>
                  <a:lnTo>
                    <a:pt x="160" y="34"/>
                  </a:lnTo>
                  <a:lnTo>
                    <a:pt x="160" y="34"/>
                  </a:lnTo>
                  <a:lnTo>
                    <a:pt x="178" y="36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200" y="42"/>
                  </a:lnTo>
                  <a:lnTo>
                    <a:pt x="200" y="42"/>
                  </a:lnTo>
                  <a:lnTo>
                    <a:pt x="208" y="44"/>
                  </a:lnTo>
                  <a:lnTo>
                    <a:pt x="208" y="44"/>
                  </a:lnTo>
                  <a:lnTo>
                    <a:pt x="214" y="46"/>
                  </a:lnTo>
                  <a:lnTo>
                    <a:pt x="214" y="46"/>
                  </a:lnTo>
                  <a:lnTo>
                    <a:pt x="218" y="46"/>
                  </a:lnTo>
                  <a:lnTo>
                    <a:pt x="218" y="46"/>
                  </a:lnTo>
                  <a:lnTo>
                    <a:pt x="226" y="50"/>
                  </a:lnTo>
                  <a:lnTo>
                    <a:pt x="226" y="50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6" y="60"/>
                  </a:lnTo>
                  <a:lnTo>
                    <a:pt x="246" y="60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50" y="62"/>
                  </a:lnTo>
                  <a:lnTo>
                    <a:pt x="250" y="62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84" y="82"/>
                  </a:lnTo>
                  <a:lnTo>
                    <a:pt x="304" y="96"/>
                  </a:lnTo>
                  <a:lnTo>
                    <a:pt x="326" y="114"/>
                  </a:lnTo>
                  <a:lnTo>
                    <a:pt x="346" y="134"/>
                  </a:lnTo>
                  <a:lnTo>
                    <a:pt x="366" y="154"/>
                  </a:lnTo>
                  <a:lnTo>
                    <a:pt x="386" y="178"/>
                  </a:lnTo>
                  <a:lnTo>
                    <a:pt x="404" y="200"/>
                  </a:lnTo>
                  <a:lnTo>
                    <a:pt x="420" y="226"/>
                  </a:lnTo>
                  <a:lnTo>
                    <a:pt x="420" y="226"/>
                  </a:lnTo>
                  <a:lnTo>
                    <a:pt x="420" y="226"/>
                  </a:lnTo>
                  <a:lnTo>
                    <a:pt x="430" y="240"/>
                  </a:lnTo>
                  <a:lnTo>
                    <a:pt x="430" y="240"/>
                  </a:lnTo>
                  <a:lnTo>
                    <a:pt x="438" y="254"/>
                  </a:lnTo>
                  <a:lnTo>
                    <a:pt x="438" y="254"/>
                  </a:lnTo>
                  <a:lnTo>
                    <a:pt x="446" y="268"/>
                  </a:lnTo>
                  <a:lnTo>
                    <a:pt x="446" y="268"/>
                  </a:lnTo>
                  <a:lnTo>
                    <a:pt x="452" y="280"/>
                  </a:lnTo>
                  <a:lnTo>
                    <a:pt x="452" y="280"/>
                  </a:lnTo>
                  <a:lnTo>
                    <a:pt x="454" y="284"/>
                  </a:lnTo>
                  <a:lnTo>
                    <a:pt x="454" y="284"/>
                  </a:lnTo>
                  <a:lnTo>
                    <a:pt x="460" y="294"/>
                  </a:lnTo>
                  <a:lnTo>
                    <a:pt x="460" y="298"/>
                  </a:lnTo>
                  <a:lnTo>
                    <a:pt x="460" y="298"/>
                  </a:lnTo>
                  <a:lnTo>
                    <a:pt x="476" y="334"/>
                  </a:lnTo>
                  <a:lnTo>
                    <a:pt x="490" y="370"/>
                  </a:lnTo>
                  <a:lnTo>
                    <a:pt x="500" y="406"/>
                  </a:lnTo>
                  <a:lnTo>
                    <a:pt x="506" y="442"/>
                  </a:lnTo>
                  <a:lnTo>
                    <a:pt x="506" y="442"/>
                  </a:lnTo>
                  <a:lnTo>
                    <a:pt x="506" y="442"/>
                  </a:lnTo>
                  <a:lnTo>
                    <a:pt x="508" y="454"/>
                  </a:lnTo>
                  <a:lnTo>
                    <a:pt x="508" y="454"/>
                  </a:lnTo>
                  <a:lnTo>
                    <a:pt x="508" y="460"/>
                  </a:lnTo>
                  <a:lnTo>
                    <a:pt x="508" y="46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82"/>
                  </a:lnTo>
                  <a:lnTo>
                    <a:pt x="510" y="482"/>
                  </a:lnTo>
                  <a:lnTo>
                    <a:pt x="510" y="484"/>
                  </a:lnTo>
                  <a:lnTo>
                    <a:pt x="510" y="486"/>
                  </a:lnTo>
                  <a:lnTo>
                    <a:pt x="510" y="486"/>
                  </a:lnTo>
                  <a:lnTo>
                    <a:pt x="510" y="498"/>
                  </a:lnTo>
                  <a:lnTo>
                    <a:pt x="510" y="498"/>
                  </a:lnTo>
                  <a:lnTo>
                    <a:pt x="510" y="510"/>
                  </a:lnTo>
                  <a:lnTo>
                    <a:pt x="510" y="51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36" name="Freeform 62"/>
            <p:cNvSpPr/>
            <p:nvPr/>
          </p:nvSpPr>
          <p:spPr>
            <a:xfrm>
              <a:off x="6941520" y="3520800"/>
              <a:ext cx="63720" cy="8280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82800"/>
                <a:gd name="textAreaBottom" fmla="*/ 83160 h 82800"/>
              </a:gdLst>
              <a:ahLst/>
              <a:rect l="textAreaLeft" t="textAreaTop" r="textAreaRight" b="textAreaBottom"/>
              <a:pathLst>
                <a:path w="434" h="565">
                  <a:moveTo>
                    <a:pt x="434" y="404"/>
                  </a:moveTo>
                  <a:lnTo>
                    <a:pt x="434" y="404"/>
                  </a:lnTo>
                  <a:lnTo>
                    <a:pt x="434" y="404"/>
                  </a:lnTo>
                  <a:lnTo>
                    <a:pt x="434" y="404"/>
                  </a:lnTo>
                  <a:lnTo>
                    <a:pt x="434" y="392"/>
                  </a:lnTo>
                  <a:lnTo>
                    <a:pt x="434" y="392"/>
                  </a:lnTo>
                  <a:lnTo>
                    <a:pt x="434" y="392"/>
                  </a:lnTo>
                  <a:lnTo>
                    <a:pt x="432" y="382"/>
                  </a:lnTo>
                  <a:lnTo>
                    <a:pt x="432" y="382"/>
                  </a:lnTo>
                  <a:lnTo>
                    <a:pt x="432" y="376"/>
                  </a:lnTo>
                  <a:lnTo>
                    <a:pt x="432" y="376"/>
                  </a:lnTo>
                  <a:lnTo>
                    <a:pt x="430" y="368"/>
                  </a:lnTo>
                  <a:lnTo>
                    <a:pt x="430" y="366"/>
                  </a:lnTo>
                  <a:lnTo>
                    <a:pt x="430" y="366"/>
                  </a:lnTo>
                  <a:lnTo>
                    <a:pt x="424" y="334"/>
                  </a:lnTo>
                  <a:lnTo>
                    <a:pt x="416" y="302"/>
                  </a:lnTo>
                  <a:lnTo>
                    <a:pt x="404" y="270"/>
                  </a:lnTo>
                  <a:lnTo>
                    <a:pt x="390" y="236"/>
                  </a:lnTo>
                  <a:lnTo>
                    <a:pt x="388" y="234"/>
                  </a:lnTo>
                  <a:lnTo>
                    <a:pt x="388" y="234"/>
                  </a:lnTo>
                  <a:lnTo>
                    <a:pt x="384" y="224"/>
                  </a:lnTo>
                  <a:lnTo>
                    <a:pt x="384" y="224"/>
                  </a:lnTo>
                  <a:lnTo>
                    <a:pt x="382" y="220"/>
                  </a:lnTo>
                  <a:lnTo>
                    <a:pt x="382" y="220"/>
                  </a:lnTo>
                  <a:lnTo>
                    <a:pt x="376" y="210"/>
                  </a:lnTo>
                  <a:lnTo>
                    <a:pt x="376" y="210"/>
                  </a:lnTo>
                  <a:lnTo>
                    <a:pt x="368" y="196"/>
                  </a:lnTo>
                  <a:lnTo>
                    <a:pt x="368" y="196"/>
                  </a:lnTo>
                  <a:lnTo>
                    <a:pt x="362" y="184"/>
                  </a:lnTo>
                  <a:lnTo>
                    <a:pt x="362" y="184"/>
                  </a:lnTo>
                  <a:lnTo>
                    <a:pt x="354" y="172"/>
                  </a:lnTo>
                  <a:lnTo>
                    <a:pt x="354" y="172"/>
                  </a:lnTo>
                  <a:lnTo>
                    <a:pt x="354" y="172"/>
                  </a:lnTo>
                  <a:lnTo>
                    <a:pt x="338" y="150"/>
                  </a:lnTo>
                  <a:lnTo>
                    <a:pt x="322" y="128"/>
                  </a:lnTo>
                  <a:lnTo>
                    <a:pt x="304" y="108"/>
                  </a:lnTo>
                  <a:lnTo>
                    <a:pt x="286" y="90"/>
                  </a:lnTo>
                  <a:lnTo>
                    <a:pt x="268" y="72"/>
                  </a:lnTo>
                  <a:lnTo>
                    <a:pt x="250" y="56"/>
                  </a:lnTo>
                  <a:lnTo>
                    <a:pt x="230" y="42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00" y="24"/>
                  </a:lnTo>
                  <a:lnTo>
                    <a:pt x="200" y="24"/>
                  </a:lnTo>
                  <a:lnTo>
                    <a:pt x="198" y="24"/>
                  </a:lnTo>
                  <a:lnTo>
                    <a:pt x="198" y="24"/>
                  </a:lnTo>
                  <a:lnTo>
                    <a:pt x="196" y="22"/>
                  </a:lnTo>
                  <a:lnTo>
                    <a:pt x="196" y="22"/>
                  </a:lnTo>
                  <a:lnTo>
                    <a:pt x="192" y="20"/>
                  </a:lnTo>
                  <a:lnTo>
                    <a:pt x="192" y="20"/>
                  </a:lnTo>
                  <a:lnTo>
                    <a:pt x="190" y="20"/>
                  </a:lnTo>
                  <a:lnTo>
                    <a:pt x="190" y="20"/>
                  </a:lnTo>
                  <a:lnTo>
                    <a:pt x="178" y="14"/>
                  </a:lnTo>
                  <a:lnTo>
                    <a:pt x="178" y="14"/>
                  </a:lnTo>
                  <a:lnTo>
                    <a:pt x="170" y="10"/>
                  </a:lnTo>
                  <a:lnTo>
                    <a:pt x="170" y="10"/>
                  </a:lnTo>
                  <a:lnTo>
                    <a:pt x="166" y="10"/>
                  </a:lnTo>
                  <a:lnTo>
                    <a:pt x="166" y="10"/>
                  </a:lnTo>
                  <a:lnTo>
                    <a:pt x="162" y="8"/>
                  </a:lnTo>
                  <a:lnTo>
                    <a:pt x="162" y="8"/>
                  </a:lnTo>
                  <a:lnTo>
                    <a:pt x="156" y="6"/>
                  </a:lnTo>
                  <a:lnTo>
                    <a:pt x="156" y="6"/>
                  </a:lnTo>
                  <a:lnTo>
                    <a:pt x="152" y="4"/>
                  </a:lnTo>
                  <a:lnTo>
                    <a:pt x="152" y="4"/>
                  </a:lnTo>
                  <a:lnTo>
                    <a:pt x="136" y="2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2" y="0"/>
                  </a:lnTo>
                  <a:lnTo>
                    <a:pt x="112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6"/>
                  </a:lnTo>
                  <a:lnTo>
                    <a:pt x="76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0" y="8"/>
                  </a:lnTo>
                  <a:lnTo>
                    <a:pt x="70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4" y="16"/>
                  </a:lnTo>
                  <a:lnTo>
                    <a:pt x="54" y="16"/>
                  </a:lnTo>
                  <a:lnTo>
                    <a:pt x="42" y="26"/>
                  </a:lnTo>
                  <a:lnTo>
                    <a:pt x="30" y="38"/>
                  </a:lnTo>
                  <a:lnTo>
                    <a:pt x="22" y="52"/>
                  </a:lnTo>
                  <a:lnTo>
                    <a:pt x="14" y="68"/>
                  </a:lnTo>
                  <a:lnTo>
                    <a:pt x="8" y="86"/>
                  </a:lnTo>
                  <a:lnTo>
                    <a:pt x="4" y="104"/>
                  </a:lnTo>
                  <a:lnTo>
                    <a:pt x="0" y="126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0" y="172"/>
                  </a:lnTo>
                  <a:lnTo>
                    <a:pt x="4" y="196"/>
                  </a:lnTo>
                  <a:lnTo>
                    <a:pt x="8" y="222"/>
                  </a:lnTo>
                  <a:lnTo>
                    <a:pt x="14" y="248"/>
                  </a:lnTo>
                  <a:lnTo>
                    <a:pt x="22" y="276"/>
                  </a:lnTo>
                  <a:lnTo>
                    <a:pt x="32" y="302"/>
                  </a:lnTo>
                  <a:lnTo>
                    <a:pt x="44" y="328"/>
                  </a:lnTo>
                  <a:lnTo>
                    <a:pt x="58" y="354"/>
                  </a:lnTo>
                  <a:lnTo>
                    <a:pt x="58" y="354"/>
                  </a:lnTo>
                  <a:lnTo>
                    <a:pt x="66" y="366"/>
                  </a:lnTo>
                  <a:lnTo>
                    <a:pt x="66" y="366"/>
                  </a:lnTo>
                  <a:lnTo>
                    <a:pt x="72" y="380"/>
                  </a:lnTo>
                  <a:lnTo>
                    <a:pt x="72" y="380"/>
                  </a:lnTo>
                  <a:lnTo>
                    <a:pt x="88" y="404"/>
                  </a:lnTo>
                  <a:lnTo>
                    <a:pt x="106" y="428"/>
                  </a:lnTo>
                  <a:lnTo>
                    <a:pt x="124" y="450"/>
                  </a:lnTo>
                  <a:lnTo>
                    <a:pt x="142" y="470"/>
                  </a:lnTo>
                  <a:lnTo>
                    <a:pt x="162" y="488"/>
                  </a:lnTo>
                  <a:lnTo>
                    <a:pt x="182" y="507"/>
                  </a:lnTo>
                  <a:lnTo>
                    <a:pt x="204" y="523"/>
                  </a:lnTo>
                  <a:lnTo>
                    <a:pt x="224" y="535"/>
                  </a:lnTo>
                  <a:lnTo>
                    <a:pt x="224" y="535"/>
                  </a:lnTo>
                  <a:lnTo>
                    <a:pt x="244" y="547"/>
                  </a:lnTo>
                  <a:lnTo>
                    <a:pt x="264" y="555"/>
                  </a:lnTo>
                  <a:lnTo>
                    <a:pt x="284" y="561"/>
                  </a:lnTo>
                  <a:lnTo>
                    <a:pt x="302" y="565"/>
                  </a:lnTo>
                  <a:lnTo>
                    <a:pt x="320" y="565"/>
                  </a:lnTo>
                  <a:lnTo>
                    <a:pt x="336" y="565"/>
                  </a:lnTo>
                  <a:lnTo>
                    <a:pt x="352" y="561"/>
                  </a:lnTo>
                  <a:lnTo>
                    <a:pt x="368" y="557"/>
                  </a:lnTo>
                  <a:lnTo>
                    <a:pt x="368" y="557"/>
                  </a:lnTo>
                  <a:lnTo>
                    <a:pt x="374" y="553"/>
                  </a:lnTo>
                  <a:lnTo>
                    <a:pt x="374" y="553"/>
                  </a:lnTo>
                  <a:lnTo>
                    <a:pt x="376" y="551"/>
                  </a:lnTo>
                  <a:lnTo>
                    <a:pt x="376" y="551"/>
                  </a:lnTo>
                  <a:lnTo>
                    <a:pt x="378" y="551"/>
                  </a:lnTo>
                  <a:lnTo>
                    <a:pt x="378" y="551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90" y="541"/>
                  </a:lnTo>
                  <a:lnTo>
                    <a:pt x="398" y="533"/>
                  </a:lnTo>
                  <a:lnTo>
                    <a:pt x="406" y="523"/>
                  </a:lnTo>
                  <a:lnTo>
                    <a:pt x="412" y="513"/>
                  </a:lnTo>
                  <a:lnTo>
                    <a:pt x="418" y="501"/>
                  </a:lnTo>
                  <a:lnTo>
                    <a:pt x="424" y="488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2" y="450"/>
                  </a:lnTo>
                  <a:lnTo>
                    <a:pt x="432" y="450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4" y="440"/>
                  </a:lnTo>
                  <a:lnTo>
                    <a:pt x="434" y="438"/>
                  </a:lnTo>
                  <a:lnTo>
                    <a:pt x="434" y="438"/>
                  </a:lnTo>
                  <a:lnTo>
                    <a:pt x="434" y="434"/>
                  </a:lnTo>
                  <a:lnTo>
                    <a:pt x="434" y="434"/>
                  </a:lnTo>
                  <a:lnTo>
                    <a:pt x="434" y="428"/>
                  </a:lnTo>
                  <a:lnTo>
                    <a:pt x="434" y="428"/>
                  </a:lnTo>
                  <a:lnTo>
                    <a:pt x="434" y="428"/>
                  </a:lnTo>
                  <a:lnTo>
                    <a:pt x="434" y="416"/>
                  </a:lnTo>
                  <a:lnTo>
                    <a:pt x="434" y="416"/>
                  </a:lnTo>
                  <a:lnTo>
                    <a:pt x="434" y="406"/>
                  </a:lnTo>
                  <a:lnTo>
                    <a:pt x="434" y="404"/>
                  </a:lnTo>
                  <a:close/>
                  <a:moveTo>
                    <a:pt x="412" y="412"/>
                  </a:moveTo>
                  <a:lnTo>
                    <a:pt x="412" y="414"/>
                  </a:lnTo>
                  <a:lnTo>
                    <a:pt x="412" y="414"/>
                  </a:lnTo>
                  <a:lnTo>
                    <a:pt x="412" y="418"/>
                  </a:lnTo>
                  <a:lnTo>
                    <a:pt x="412" y="418"/>
                  </a:lnTo>
                  <a:lnTo>
                    <a:pt x="412" y="424"/>
                  </a:lnTo>
                  <a:lnTo>
                    <a:pt x="412" y="424"/>
                  </a:lnTo>
                  <a:lnTo>
                    <a:pt x="412" y="424"/>
                  </a:lnTo>
                  <a:lnTo>
                    <a:pt x="412" y="430"/>
                  </a:lnTo>
                  <a:lnTo>
                    <a:pt x="412" y="430"/>
                  </a:lnTo>
                  <a:lnTo>
                    <a:pt x="412" y="432"/>
                  </a:lnTo>
                  <a:lnTo>
                    <a:pt x="410" y="432"/>
                  </a:lnTo>
                  <a:lnTo>
                    <a:pt x="410" y="432"/>
                  </a:lnTo>
                  <a:lnTo>
                    <a:pt x="410" y="434"/>
                  </a:lnTo>
                  <a:lnTo>
                    <a:pt x="410" y="434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02" y="468"/>
                  </a:lnTo>
                  <a:lnTo>
                    <a:pt x="394" y="490"/>
                  </a:lnTo>
                  <a:lnTo>
                    <a:pt x="386" y="499"/>
                  </a:lnTo>
                  <a:lnTo>
                    <a:pt x="380" y="509"/>
                  </a:lnTo>
                  <a:lnTo>
                    <a:pt x="372" y="515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2" y="523"/>
                  </a:lnTo>
                  <a:lnTo>
                    <a:pt x="362" y="523"/>
                  </a:lnTo>
                  <a:lnTo>
                    <a:pt x="360" y="525"/>
                  </a:lnTo>
                  <a:lnTo>
                    <a:pt x="360" y="525"/>
                  </a:lnTo>
                  <a:lnTo>
                    <a:pt x="358" y="525"/>
                  </a:lnTo>
                  <a:lnTo>
                    <a:pt x="358" y="525"/>
                  </a:lnTo>
                  <a:lnTo>
                    <a:pt x="352" y="529"/>
                  </a:lnTo>
                  <a:lnTo>
                    <a:pt x="352" y="529"/>
                  </a:lnTo>
                  <a:lnTo>
                    <a:pt x="338" y="533"/>
                  </a:lnTo>
                  <a:lnTo>
                    <a:pt x="324" y="537"/>
                  </a:lnTo>
                  <a:lnTo>
                    <a:pt x="310" y="537"/>
                  </a:lnTo>
                  <a:lnTo>
                    <a:pt x="294" y="535"/>
                  </a:lnTo>
                  <a:lnTo>
                    <a:pt x="276" y="533"/>
                  </a:lnTo>
                  <a:lnTo>
                    <a:pt x="260" y="527"/>
                  </a:lnTo>
                  <a:lnTo>
                    <a:pt x="242" y="519"/>
                  </a:lnTo>
                  <a:lnTo>
                    <a:pt x="224" y="511"/>
                  </a:lnTo>
                  <a:lnTo>
                    <a:pt x="224" y="511"/>
                  </a:lnTo>
                  <a:lnTo>
                    <a:pt x="204" y="499"/>
                  </a:lnTo>
                  <a:lnTo>
                    <a:pt x="186" y="484"/>
                  </a:lnTo>
                  <a:lnTo>
                    <a:pt x="168" y="468"/>
                  </a:lnTo>
                  <a:lnTo>
                    <a:pt x="150" y="452"/>
                  </a:lnTo>
                  <a:lnTo>
                    <a:pt x="134" y="432"/>
                  </a:lnTo>
                  <a:lnTo>
                    <a:pt x="116" y="412"/>
                  </a:lnTo>
                  <a:lnTo>
                    <a:pt x="102" y="392"/>
                  </a:lnTo>
                  <a:lnTo>
                    <a:pt x="86" y="370"/>
                  </a:lnTo>
                  <a:lnTo>
                    <a:pt x="86" y="370"/>
                  </a:lnTo>
                  <a:lnTo>
                    <a:pt x="80" y="358"/>
                  </a:lnTo>
                  <a:lnTo>
                    <a:pt x="80" y="358"/>
                  </a:lnTo>
                  <a:lnTo>
                    <a:pt x="74" y="348"/>
                  </a:lnTo>
                  <a:lnTo>
                    <a:pt x="74" y="348"/>
                  </a:lnTo>
                  <a:lnTo>
                    <a:pt x="62" y="324"/>
                  </a:lnTo>
                  <a:lnTo>
                    <a:pt x="52" y="300"/>
                  </a:lnTo>
                  <a:lnTo>
                    <a:pt x="42" y="276"/>
                  </a:lnTo>
                  <a:lnTo>
                    <a:pt x="34" y="252"/>
                  </a:lnTo>
                  <a:lnTo>
                    <a:pt x="28" y="228"/>
                  </a:lnTo>
                  <a:lnTo>
                    <a:pt x="24" y="206"/>
                  </a:lnTo>
                  <a:lnTo>
                    <a:pt x="22" y="182"/>
                  </a:lnTo>
                  <a:lnTo>
                    <a:pt x="22" y="160"/>
                  </a:lnTo>
                  <a:lnTo>
                    <a:pt x="22" y="160"/>
                  </a:lnTo>
                  <a:lnTo>
                    <a:pt x="22" y="140"/>
                  </a:lnTo>
                  <a:lnTo>
                    <a:pt x="24" y="122"/>
                  </a:lnTo>
                  <a:lnTo>
                    <a:pt x="28" y="104"/>
                  </a:lnTo>
                  <a:lnTo>
                    <a:pt x="34" y="88"/>
                  </a:lnTo>
                  <a:lnTo>
                    <a:pt x="42" y="74"/>
                  </a:lnTo>
                  <a:lnTo>
                    <a:pt x="50" y="62"/>
                  </a:lnTo>
                  <a:lnTo>
                    <a:pt x="60" y="52"/>
                  </a:lnTo>
                  <a:lnTo>
                    <a:pt x="70" y="42"/>
                  </a:lnTo>
                  <a:lnTo>
                    <a:pt x="70" y="42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6" y="34"/>
                  </a:lnTo>
                  <a:lnTo>
                    <a:pt x="86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90" y="34"/>
                  </a:lnTo>
                  <a:lnTo>
                    <a:pt x="90" y="34"/>
                  </a:lnTo>
                  <a:lnTo>
                    <a:pt x="94" y="32"/>
                  </a:lnTo>
                  <a:lnTo>
                    <a:pt x="94" y="32"/>
                  </a:lnTo>
                  <a:lnTo>
                    <a:pt x="96" y="32"/>
                  </a:lnTo>
                  <a:lnTo>
                    <a:pt x="96" y="32"/>
                  </a:lnTo>
                  <a:lnTo>
                    <a:pt x="96" y="30"/>
                  </a:lnTo>
                  <a:lnTo>
                    <a:pt x="96" y="30"/>
                  </a:lnTo>
                  <a:lnTo>
                    <a:pt x="104" y="30"/>
                  </a:lnTo>
                  <a:lnTo>
                    <a:pt x="104" y="30"/>
                  </a:lnTo>
                  <a:lnTo>
                    <a:pt x="108" y="28"/>
                  </a:lnTo>
                  <a:lnTo>
                    <a:pt x="108" y="28"/>
                  </a:lnTo>
                  <a:lnTo>
                    <a:pt x="122" y="28"/>
                  </a:lnTo>
                  <a:lnTo>
                    <a:pt x="122" y="28"/>
                  </a:lnTo>
                  <a:lnTo>
                    <a:pt x="126" y="28"/>
                  </a:lnTo>
                  <a:lnTo>
                    <a:pt x="126" y="28"/>
                  </a:lnTo>
                  <a:lnTo>
                    <a:pt x="128" y="28"/>
                  </a:lnTo>
                  <a:lnTo>
                    <a:pt x="128" y="28"/>
                  </a:lnTo>
                  <a:lnTo>
                    <a:pt x="144" y="30"/>
                  </a:lnTo>
                  <a:lnTo>
                    <a:pt x="158" y="32"/>
                  </a:lnTo>
                  <a:lnTo>
                    <a:pt x="158" y="32"/>
                  </a:lnTo>
                  <a:lnTo>
                    <a:pt x="162" y="34"/>
                  </a:lnTo>
                  <a:lnTo>
                    <a:pt x="162" y="34"/>
                  </a:lnTo>
                  <a:lnTo>
                    <a:pt x="168" y="36"/>
                  </a:lnTo>
                  <a:lnTo>
                    <a:pt x="168" y="36"/>
                  </a:lnTo>
                  <a:lnTo>
                    <a:pt x="172" y="36"/>
                  </a:lnTo>
                  <a:lnTo>
                    <a:pt x="172" y="36"/>
                  </a:lnTo>
                  <a:lnTo>
                    <a:pt x="176" y="38"/>
                  </a:lnTo>
                  <a:lnTo>
                    <a:pt x="176" y="38"/>
                  </a:lnTo>
                  <a:lnTo>
                    <a:pt x="182" y="40"/>
                  </a:lnTo>
                  <a:lnTo>
                    <a:pt x="182" y="40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194" y="46"/>
                  </a:lnTo>
                  <a:lnTo>
                    <a:pt x="194" y="46"/>
                  </a:lnTo>
                  <a:lnTo>
                    <a:pt x="198" y="48"/>
                  </a:lnTo>
                  <a:lnTo>
                    <a:pt x="198" y="48"/>
                  </a:lnTo>
                  <a:lnTo>
                    <a:pt x="200" y="48"/>
                  </a:lnTo>
                  <a:lnTo>
                    <a:pt x="200" y="48"/>
                  </a:lnTo>
                  <a:lnTo>
                    <a:pt x="202" y="50"/>
                  </a:lnTo>
                  <a:lnTo>
                    <a:pt x="202" y="50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28" y="66"/>
                  </a:lnTo>
                  <a:lnTo>
                    <a:pt x="246" y="78"/>
                  </a:lnTo>
                  <a:lnTo>
                    <a:pt x="262" y="92"/>
                  </a:lnTo>
                  <a:lnTo>
                    <a:pt x="280" y="108"/>
                  </a:lnTo>
                  <a:lnTo>
                    <a:pt x="296" y="126"/>
                  </a:lnTo>
                  <a:lnTo>
                    <a:pt x="312" y="144"/>
                  </a:lnTo>
                  <a:lnTo>
                    <a:pt x="326" y="162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48" y="194"/>
                  </a:lnTo>
                  <a:lnTo>
                    <a:pt x="348" y="194"/>
                  </a:lnTo>
                  <a:lnTo>
                    <a:pt x="354" y="206"/>
                  </a:lnTo>
                  <a:lnTo>
                    <a:pt x="354" y="206"/>
                  </a:lnTo>
                  <a:lnTo>
                    <a:pt x="360" y="216"/>
                  </a:lnTo>
                  <a:lnTo>
                    <a:pt x="360" y="216"/>
                  </a:lnTo>
                  <a:lnTo>
                    <a:pt x="366" y="226"/>
                  </a:lnTo>
                  <a:lnTo>
                    <a:pt x="366" y="226"/>
                  </a:lnTo>
                  <a:lnTo>
                    <a:pt x="368" y="230"/>
                  </a:lnTo>
                  <a:lnTo>
                    <a:pt x="368" y="230"/>
                  </a:lnTo>
                  <a:lnTo>
                    <a:pt x="372" y="238"/>
                  </a:lnTo>
                  <a:lnTo>
                    <a:pt x="372" y="240"/>
                  </a:lnTo>
                  <a:lnTo>
                    <a:pt x="372" y="240"/>
                  </a:lnTo>
                  <a:lnTo>
                    <a:pt x="386" y="270"/>
                  </a:lnTo>
                  <a:lnTo>
                    <a:pt x="396" y="300"/>
                  </a:lnTo>
                  <a:lnTo>
                    <a:pt x="404" y="330"/>
                  </a:lnTo>
                  <a:lnTo>
                    <a:pt x="410" y="358"/>
                  </a:lnTo>
                  <a:lnTo>
                    <a:pt x="410" y="358"/>
                  </a:lnTo>
                  <a:lnTo>
                    <a:pt x="410" y="358"/>
                  </a:lnTo>
                  <a:lnTo>
                    <a:pt x="410" y="368"/>
                  </a:lnTo>
                  <a:lnTo>
                    <a:pt x="410" y="368"/>
                  </a:lnTo>
                  <a:lnTo>
                    <a:pt x="412" y="372"/>
                  </a:lnTo>
                  <a:lnTo>
                    <a:pt x="412" y="372"/>
                  </a:lnTo>
                  <a:lnTo>
                    <a:pt x="412" y="380"/>
                  </a:lnTo>
                  <a:lnTo>
                    <a:pt x="412" y="382"/>
                  </a:lnTo>
                  <a:lnTo>
                    <a:pt x="412" y="38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2" y="394"/>
                  </a:lnTo>
                  <a:lnTo>
                    <a:pt x="412" y="394"/>
                  </a:lnTo>
                  <a:lnTo>
                    <a:pt x="412" y="404"/>
                  </a:lnTo>
                  <a:lnTo>
                    <a:pt x="412" y="404"/>
                  </a:lnTo>
                  <a:lnTo>
                    <a:pt x="412" y="412"/>
                  </a:lnTo>
                  <a:lnTo>
                    <a:pt x="412" y="41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400" bIns="414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37" name="Freeform 63"/>
            <p:cNvSpPr/>
            <p:nvPr/>
          </p:nvSpPr>
          <p:spPr>
            <a:xfrm>
              <a:off x="6947280" y="3528720"/>
              <a:ext cx="51840" cy="6696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66960"/>
                <a:gd name="textAreaBottom" fmla="*/ 67320 h 66960"/>
              </a:gdLst>
              <a:ahLst/>
              <a:rect l="textAreaLeft" t="textAreaTop" r="textAreaRight" b="textAreaBottom"/>
              <a:pathLst>
                <a:path w="354" h="457">
                  <a:moveTo>
                    <a:pt x="354" y="326"/>
                  </a:moveTo>
                  <a:lnTo>
                    <a:pt x="354" y="326"/>
                  </a:lnTo>
                  <a:lnTo>
                    <a:pt x="354" y="326"/>
                  </a:lnTo>
                  <a:lnTo>
                    <a:pt x="354" y="326"/>
                  </a:lnTo>
                  <a:lnTo>
                    <a:pt x="352" y="318"/>
                  </a:lnTo>
                  <a:lnTo>
                    <a:pt x="352" y="316"/>
                  </a:lnTo>
                  <a:lnTo>
                    <a:pt x="352" y="316"/>
                  </a:lnTo>
                  <a:lnTo>
                    <a:pt x="352" y="310"/>
                  </a:lnTo>
                  <a:lnTo>
                    <a:pt x="352" y="310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50" y="298"/>
                  </a:lnTo>
                  <a:lnTo>
                    <a:pt x="350" y="296"/>
                  </a:lnTo>
                  <a:lnTo>
                    <a:pt x="350" y="296"/>
                  </a:lnTo>
                  <a:lnTo>
                    <a:pt x="346" y="270"/>
                  </a:lnTo>
                  <a:lnTo>
                    <a:pt x="338" y="244"/>
                  </a:lnTo>
                  <a:lnTo>
                    <a:pt x="328" y="218"/>
                  </a:lnTo>
                  <a:lnTo>
                    <a:pt x="316" y="192"/>
                  </a:lnTo>
                  <a:lnTo>
                    <a:pt x="316" y="188"/>
                  </a:lnTo>
                  <a:lnTo>
                    <a:pt x="316" y="188"/>
                  </a:lnTo>
                  <a:lnTo>
                    <a:pt x="312" y="182"/>
                  </a:lnTo>
                  <a:lnTo>
                    <a:pt x="312" y="182"/>
                  </a:lnTo>
                  <a:lnTo>
                    <a:pt x="310" y="178"/>
                  </a:lnTo>
                  <a:lnTo>
                    <a:pt x="310" y="178"/>
                  </a:lnTo>
                  <a:lnTo>
                    <a:pt x="306" y="170"/>
                  </a:lnTo>
                  <a:lnTo>
                    <a:pt x="306" y="170"/>
                  </a:lnTo>
                  <a:lnTo>
                    <a:pt x="300" y="160"/>
                  </a:lnTo>
                  <a:lnTo>
                    <a:pt x="300" y="160"/>
                  </a:lnTo>
                  <a:lnTo>
                    <a:pt x="294" y="150"/>
                  </a:lnTo>
                  <a:lnTo>
                    <a:pt x="294" y="150"/>
                  </a:lnTo>
                  <a:lnTo>
                    <a:pt x="288" y="140"/>
                  </a:lnTo>
                  <a:lnTo>
                    <a:pt x="288" y="140"/>
                  </a:lnTo>
                  <a:lnTo>
                    <a:pt x="288" y="140"/>
                  </a:lnTo>
                  <a:lnTo>
                    <a:pt x="262" y="104"/>
                  </a:lnTo>
                  <a:lnTo>
                    <a:pt x="234" y="72"/>
                  </a:lnTo>
                  <a:lnTo>
                    <a:pt x="218" y="58"/>
                  </a:lnTo>
                  <a:lnTo>
                    <a:pt x="202" y="44"/>
                  </a:lnTo>
                  <a:lnTo>
                    <a:pt x="188" y="3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64" y="20"/>
                  </a:lnTo>
                  <a:lnTo>
                    <a:pt x="164" y="20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60" y="18"/>
                  </a:lnTo>
                  <a:lnTo>
                    <a:pt x="160" y="18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46" y="10"/>
                  </a:lnTo>
                  <a:lnTo>
                    <a:pt x="146" y="10"/>
                  </a:lnTo>
                  <a:lnTo>
                    <a:pt x="140" y="8"/>
                  </a:lnTo>
                  <a:lnTo>
                    <a:pt x="140" y="8"/>
                  </a:lnTo>
                  <a:lnTo>
                    <a:pt x="136" y="8"/>
                  </a:lnTo>
                  <a:lnTo>
                    <a:pt x="136" y="8"/>
                  </a:lnTo>
                  <a:lnTo>
                    <a:pt x="132" y="6"/>
                  </a:lnTo>
                  <a:lnTo>
                    <a:pt x="132" y="6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4" y="4"/>
                  </a:lnTo>
                  <a:lnTo>
                    <a:pt x="124" y="4"/>
                  </a:lnTo>
                  <a:lnTo>
                    <a:pt x="110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46" y="12"/>
                  </a:lnTo>
                  <a:lnTo>
                    <a:pt x="46" y="12"/>
                  </a:lnTo>
                  <a:lnTo>
                    <a:pt x="36" y="20"/>
                  </a:lnTo>
                  <a:lnTo>
                    <a:pt x="26" y="30"/>
                  </a:lnTo>
                  <a:lnTo>
                    <a:pt x="18" y="42"/>
                  </a:lnTo>
                  <a:lnTo>
                    <a:pt x="12" y="54"/>
                  </a:lnTo>
                  <a:lnTo>
                    <a:pt x="8" y="68"/>
                  </a:lnTo>
                  <a:lnTo>
                    <a:pt x="4" y="84"/>
                  </a:lnTo>
                  <a:lnTo>
                    <a:pt x="2" y="100"/>
                  </a:lnTo>
                  <a:lnTo>
                    <a:pt x="0" y="118"/>
                  </a:lnTo>
                  <a:lnTo>
                    <a:pt x="0" y="118"/>
                  </a:lnTo>
                  <a:lnTo>
                    <a:pt x="2" y="138"/>
                  </a:lnTo>
                  <a:lnTo>
                    <a:pt x="4" y="160"/>
                  </a:lnTo>
                  <a:lnTo>
                    <a:pt x="8" y="180"/>
                  </a:lnTo>
                  <a:lnTo>
                    <a:pt x="14" y="202"/>
                  </a:lnTo>
                  <a:lnTo>
                    <a:pt x="20" y="222"/>
                  </a:lnTo>
                  <a:lnTo>
                    <a:pt x="28" y="244"/>
                  </a:lnTo>
                  <a:lnTo>
                    <a:pt x="38" y="266"/>
                  </a:lnTo>
                  <a:lnTo>
                    <a:pt x="48" y="286"/>
                  </a:lnTo>
                  <a:lnTo>
                    <a:pt x="48" y="286"/>
                  </a:lnTo>
                  <a:lnTo>
                    <a:pt x="54" y="296"/>
                  </a:lnTo>
                  <a:lnTo>
                    <a:pt x="54" y="296"/>
                  </a:lnTo>
                  <a:lnTo>
                    <a:pt x="60" y="306"/>
                  </a:lnTo>
                  <a:lnTo>
                    <a:pt x="60" y="306"/>
                  </a:lnTo>
                  <a:lnTo>
                    <a:pt x="74" y="326"/>
                  </a:lnTo>
                  <a:lnTo>
                    <a:pt x="86" y="346"/>
                  </a:lnTo>
                  <a:lnTo>
                    <a:pt x="102" y="364"/>
                  </a:lnTo>
                  <a:lnTo>
                    <a:pt x="116" y="380"/>
                  </a:lnTo>
                  <a:lnTo>
                    <a:pt x="132" y="396"/>
                  </a:lnTo>
                  <a:lnTo>
                    <a:pt x="150" y="410"/>
                  </a:lnTo>
                  <a:lnTo>
                    <a:pt x="166" y="422"/>
                  </a:lnTo>
                  <a:lnTo>
                    <a:pt x="182" y="432"/>
                  </a:lnTo>
                  <a:lnTo>
                    <a:pt x="182" y="432"/>
                  </a:lnTo>
                  <a:lnTo>
                    <a:pt x="200" y="443"/>
                  </a:lnTo>
                  <a:lnTo>
                    <a:pt x="216" y="449"/>
                  </a:lnTo>
                  <a:lnTo>
                    <a:pt x="230" y="453"/>
                  </a:lnTo>
                  <a:lnTo>
                    <a:pt x="246" y="457"/>
                  </a:lnTo>
                  <a:lnTo>
                    <a:pt x="260" y="457"/>
                  </a:lnTo>
                  <a:lnTo>
                    <a:pt x="274" y="457"/>
                  </a:lnTo>
                  <a:lnTo>
                    <a:pt x="286" y="455"/>
                  </a:lnTo>
                  <a:lnTo>
                    <a:pt x="298" y="451"/>
                  </a:lnTo>
                  <a:lnTo>
                    <a:pt x="298" y="451"/>
                  </a:lnTo>
                  <a:lnTo>
                    <a:pt x="304" y="447"/>
                  </a:lnTo>
                  <a:lnTo>
                    <a:pt x="304" y="447"/>
                  </a:lnTo>
                  <a:lnTo>
                    <a:pt x="306" y="447"/>
                  </a:lnTo>
                  <a:lnTo>
                    <a:pt x="306" y="447"/>
                  </a:lnTo>
                  <a:lnTo>
                    <a:pt x="306" y="445"/>
                  </a:lnTo>
                  <a:lnTo>
                    <a:pt x="306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24" y="430"/>
                  </a:lnTo>
                  <a:lnTo>
                    <a:pt x="336" y="414"/>
                  </a:lnTo>
                  <a:lnTo>
                    <a:pt x="344" y="394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2" y="364"/>
                  </a:lnTo>
                  <a:lnTo>
                    <a:pt x="352" y="364"/>
                  </a:lnTo>
                  <a:lnTo>
                    <a:pt x="352" y="364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56"/>
                  </a:lnTo>
                  <a:lnTo>
                    <a:pt x="352" y="356"/>
                  </a:lnTo>
                  <a:lnTo>
                    <a:pt x="352" y="356"/>
                  </a:lnTo>
                  <a:lnTo>
                    <a:pt x="352" y="352"/>
                  </a:lnTo>
                  <a:lnTo>
                    <a:pt x="352" y="352"/>
                  </a:lnTo>
                  <a:lnTo>
                    <a:pt x="352" y="346"/>
                  </a:lnTo>
                  <a:lnTo>
                    <a:pt x="354" y="346"/>
                  </a:lnTo>
                  <a:lnTo>
                    <a:pt x="354" y="346"/>
                  </a:lnTo>
                  <a:lnTo>
                    <a:pt x="354" y="338"/>
                  </a:lnTo>
                  <a:lnTo>
                    <a:pt x="354" y="338"/>
                  </a:lnTo>
                  <a:lnTo>
                    <a:pt x="354" y="328"/>
                  </a:lnTo>
                  <a:lnTo>
                    <a:pt x="354" y="326"/>
                  </a:lnTo>
                  <a:close/>
                  <a:moveTo>
                    <a:pt x="336" y="334"/>
                  </a:moveTo>
                  <a:lnTo>
                    <a:pt x="336" y="336"/>
                  </a:lnTo>
                  <a:lnTo>
                    <a:pt x="336" y="336"/>
                  </a:lnTo>
                  <a:lnTo>
                    <a:pt x="336" y="338"/>
                  </a:lnTo>
                  <a:lnTo>
                    <a:pt x="336" y="338"/>
                  </a:lnTo>
                  <a:lnTo>
                    <a:pt x="334" y="342"/>
                  </a:lnTo>
                  <a:lnTo>
                    <a:pt x="334" y="342"/>
                  </a:lnTo>
                  <a:lnTo>
                    <a:pt x="334" y="342"/>
                  </a:lnTo>
                  <a:lnTo>
                    <a:pt x="334" y="348"/>
                  </a:lnTo>
                  <a:lnTo>
                    <a:pt x="334" y="348"/>
                  </a:lnTo>
                  <a:lnTo>
                    <a:pt x="334" y="348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28" y="378"/>
                  </a:lnTo>
                  <a:lnTo>
                    <a:pt x="320" y="396"/>
                  </a:lnTo>
                  <a:lnTo>
                    <a:pt x="308" y="410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2" y="424"/>
                  </a:lnTo>
                  <a:lnTo>
                    <a:pt x="292" y="424"/>
                  </a:lnTo>
                  <a:lnTo>
                    <a:pt x="286" y="428"/>
                  </a:lnTo>
                  <a:lnTo>
                    <a:pt x="286" y="428"/>
                  </a:lnTo>
                  <a:lnTo>
                    <a:pt x="276" y="432"/>
                  </a:lnTo>
                  <a:lnTo>
                    <a:pt x="264" y="434"/>
                  </a:lnTo>
                  <a:lnTo>
                    <a:pt x="252" y="434"/>
                  </a:lnTo>
                  <a:lnTo>
                    <a:pt x="238" y="432"/>
                  </a:lnTo>
                  <a:lnTo>
                    <a:pt x="226" y="430"/>
                  </a:lnTo>
                  <a:lnTo>
                    <a:pt x="212" y="426"/>
                  </a:lnTo>
                  <a:lnTo>
                    <a:pt x="196" y="420"/>
                  </a:lnTo>
                  <a:lnTo>
                    <a:pt x="182" y="412"/>
                  </a:lnTo>
                  <a:lnTo>
                    <a:pt x="182" y="412"/>
                  </a:lnTo>
                  <a:lnTo>
                    <a:pt x="166" y="402"/>
                  </a:lnTo>
                  <a:lnTo>
                    <a:pt x="152" y="392"/>
                  </a:lnTo>
                  <a:lnTo>
                    <a:pt x="138" y="378"/>
                  </a:lnTo>
                  <a:lnTo>
                    <a:pt x="122" y="366"/>
                  </a:lnTo>
                  <a:lnTo>
                    <a:pt x="96" y="334"/>
                  </a:lnTo>
                  <a:lnTo>
                    <a:pt x="72" y="298"/>
                  </a:lnTo>
                  <a:lnTo>
                    <a:pt x="72" y="298"/>
                  </a:lnTo>
                  <a:lnTo>
                    <a:pt x="66" y="290"/>
                  </a:lnTo>
                  <a:lnTo>
                    <a:pt x="66" y="290"/>
                  </a:lnTo>
                  <a:lnTo>
                    <a:pt x="62" y="280"/>
                  </a:lnTo>
                  <a:lnTo>
                    <a:pt x="62" y="280"/>
                  </a:lnTo>
                  <a:lnTo>
                    <a:pt x="42" y="242"/>
                  </a:lnTo>
                  <a:lnTo>
                    <a:pt x="30" y="204"/>
                  </a:lnTo>
                  <a:lnTo>
                    <a:pt x="24" y="184"/>
                  </a:lnTo>
                  <a:lnTo>
                    <a:pt x="22" y="166"/>
                  </a:lnTo>
                  <a:lnTo>
                    <a:pt x="20" y="148"/>
                  </a:lnTo>
                  <a:lnTo>
                    <a:pt x="18" y="130"/>
                  </a:lnTo>
                  <a:lnTo>
                    <a:pt x="18" y="130"/>
                  </a:lnTo>
                  <a:lnTo>
                    <a:pt x="20" y="114"/>
                  </a:lnTo>
                  <a:lnTo>
                    <a:pt x="22" y="98"/>
                  </a:lnTo>
                  <a:lnTo>
                    <a:pt x="24" y="84"/>
                  </a:lnTo>
                  <a:lnTo>
                    <a:pt x="28" y="72"/>
                  </a:lnTo>
                  <a:lnTo>
                    <a:pt x="34" y="60"/>
                  </a:lnTo>
                  <a:lnTo>
                    <a:pt x="42" y="50"/>
                  </a:lnTo>
                  <a:lnTo>
                    <a:pt x="50" y="42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62" y="32"/>
                  </a:lnTo>
                  <a:lnTo>
                    <a:pt x="62" y="32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70" y="28"/>
                  </a:lnTo>
                  <a:lnTo>
                    <a:pt x="70" y="28"/>
                  </a:lnTo>
                  <a:lnTo>
                    <a:pt x="72" y="28"/>
                  </a:lnTo>
                  <a:lnTo>
                    <a:pt x="72" y="28"/>
                  </a:lnTo>
                  <a:lnTo>
                    <a:pt x="72" y="26"/>
                  </a:lnTo>
                  <a:lnTo>
                    <a:pt x="72" y="26"/>
                  </a:lnTo>
                  <a:lnTo>
                    <a:pt x="74" y="26"/>
                  </a:lnTo>
                  <a:lnTo>
                    <a:pt x="74" y="26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8" y="22"/>
                  </a:lnTo>
                  <a:lnTo>
                    <a:pt x="88" y="22"/>
                  </a:lnTo>
                  <a:lnTo>
                    <a:pt x="100" y="22"/>
                  </a:lnTo>
                  <a:lnTo>
                    <a:pt x="100" y="22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8" y="24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2" y="26"/>
                  </a:lnTo>
                  <a:lnTo>
                    <a:pt x="132" y="26"/>
                  </a:lnTo>
                  <a:lnTo>
                    <a:pt x="138" y="28"/>
                  </a:lnTo>
                  <a:lnTo>
                    <a:pt x="138" y="28"/>
                  </a:lnTo>
                  <a:lnTo>
                    <a:pt x="140" y="30"/>
                  </a:lnTo>
                  <a:lnTo>
                    <a:pt x="140" y="30"/>
                  </a:lnTo>
                  <a:lnTo>
                    <a:pt x="144" y="30"/>
                  </a:lnTo>
                  <a:lnTo>
                    <a:pt x="144" y="30"/>
                  </a:lnTo>
                  <a:lnTo>
                    <a:pt x="148" y="32"/>
                  </a:lnTo>
                  <a:lnTo>
                    <a:pt x="148" y="32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62" y="38"/>
                  </a:lnTo>
                  <a:lnTo>
                    <a:pt x="162" y="38"/>
                  </a:lnTo>
                  <a:lnTo>
                    <a:pt x="164" y="40"/>
                  </a:lnTo>
                  <a:lnTo>
                    <a:pt x="164" y="40"/>
                  </a:lnTo>
                  <a:lnTo>
                    <a:pt x="166" y="40"/>
                  </a:lnTo>
                  <a:lnTo>
                    <a:pt x="166" y="40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200" y="64"/>
                  </a:lnTo>
                  <a:lnTo>
                    <a:pt x="228" y="88"/>
                  </a:lnTo>
                  <a:lnTo>
                    <a:pt x="254" y="116"/>
                  </a:lnTo>
                  <a:lnTo>
                    <a:pt x="276" y="148"/>
                  </a:lnTo>
                  <a:lnTo>
                    <a:pt x="276" y="148"/>
                  </a:lnTo>
                  <a:lnTo>
                    <a:pt x="276" y="148"/>
                  </a:lnTo>
                  <a:lnTo>
                    <a:pt x="282" y="158"/>
                  </a:lnTo>
                  <a:lnTo>
                    <a:pt x="282" y="158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92" y="176"/>
                  </a:lnTo>
                  <a:lnTo>
                    <a:pt x="292" y="176"/>
                  </a:lnTo>
                  <a:lnTo>
                    <a:pt x="296" y="182"/>
                  </a:lnTo>
                  <a:lnTo>
                    <a:pt x="296" y="182"/>
                  </a:lnTo>
                  <a:lnTo>
                    <a:pt x="298" y="186"/>
                  </a:lnTo>
                  <a:lnTo>
                    <a:pt x="298" y="186"/>
                  </a:lnTo>
                  <a:lnTo>
                    <a:pt x="302" y="192"/>
                  </a:lnTo>
                  <a:lnTo>
                    <a:pt x="302" y="194"/>
                  </a:lnTo>
                  <a:lnTo>
                    <a:pt x="302" y="194"/>
                  </a:lnTo>
                  <a:lnTo>
                    <a:pt x="314" y="218"/>
                  </a:lnTo>
                  <a:lnTo>
                    <a:pt x="322" y="242"/>
                  </a:lnTo>
                  <a:lnTo>
                    <a:pt x="328" y="266"/>
                  </a:lnTo>
                  <a:lnTo>
                    <a:pt x="332" y="290"/>
                  </a:lnTo>
                  <a:lnTo>
                    <a:pt x="332" y="290"/>
                  </a:lnTo>
                  <a:lnTo>
                    <a:pt x="332" y="290"/>
                  </a:lnTo>
                  <a:lnTo>
                    <a:pt x="334" y="296"/>
                  </a:lnTo>
                  <a:lnTo>
                    <a:pt x="334" y="296"/>
                  </a:lnTo>
                  <a:lnTo>
                    <a:pt x="334" y="302"/>
                  </a:lnTo>
                  <a:lnTo>
                    <a:pt x="334" y="302"/>
                  </a:lnTo>
                  <a:lnTo>
                    <a:pt x="334" y="308"/>
                  </a:lnTo>
                  <a:lnTo>
                    <a:pt x="334" y="308"/>
                  </a:lnTo>
                  <a:lnTo>
                    <a:pt x="334" y="308"/>
                  </a:lnTo>
                  <a:lnTo>
                    <a:pt x="336" y="316"/>
                  </a:lnTo>
                  <a:lnTo>
                    <a:pt x="336" y="316"/>
                  </a:lnTo>
                  <a:lnTo>
                    <a:pt x="336" y="316"/>
                  </a:lnTo>
                  <a:lnTo>
                    <a:pt x="336" y="318"/>
                  </a:lnTo>
                  <a:lnTo>
                    <a:pt x="336" y="318"/>
                  </a:lnTo>
                  <a:lnTo>
                    <a:pt x="336" y="326"/>
                  </a:lnTo>
                  <a:lnTo>
                    <a:pt x="336" y="326"/>
                  </a:lnTo>
                  <a:lnTo>
                    <a:pt x="336" y="334"/>
                  </a:lnTo>
                  <a:lnTo>
                    <a:pt x="336" y="334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480" bIns="334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38" name="Freeform 64"/>
            <p:cNvSpPr/>
            <p:nvPr/>
          </p:nvSpPr>
          <p:spPr>
            <a:xfrm>
              <a:off x="6952320" y="3534840"/>
              <a:ext cx="41760" cy="5436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54360"/>
                <a:gd name="textAreaBottom" fmla="*/ 54720 h 54360"/>
              </a:gdLst>
              <a:ahLst/>
              <a:rect l="textAreaLeft" t="textAreaTop" r="textAreaRight" b="textAreaBottom"/>
              <a:pathLst>
                <a:path w="286" h="372">
                  <a:moveTo>
                    <a:pt x="286" y="266"/>
                  </a:moveTo>
                  <a:lnTo>
                    <a:pt x="286" y="266"/>
                  </a:lnTo>
                  <a:lnTo>
                    <a:pt x="286" y="266"/>
                  </a:lnTo>
                  <a:lnTo>
                    <a:pt x="286" y="266"/>
                  </a:lnTo>
                  <a:lnTo>
                    <a:pt x="286" y="258"/>
                  </a:lnTo>
                  <a:lnTo>
                    <a:pt x="286" y="258"/>
                  </a:lnTo>
                  <a:lnTo>
                    <a:pt x="286" y="258"/>
                  </a:lnTo>
                  <a:lnTo>
                    <a:pt x="284" y="252"/>
                  </a:lnTo>
                  <a:lnTo>
                    <a:pt x="284" y="252"/>
                  </a:lnTo>
                  <a:lnTo>
                    <a:pt x="284" y="248"/>
                  </a:lnTo>
                  <a:lnTo>
                    <a:pt x="284" y="248"/>
                  </a:lnTo>
                  <a:lnTo>
                    <a:pt x="284" y="242"/>
                  </a:lnTo>
                  <a:lnTo>
                    <a:pt x="284" y="242"/>
                  </a:lnTo>
                  <a:lnTo>
                    <a:pt x="284" y="242"/>
                  </a:lnTo>
                  <a:lnTo>
                    <a:pt x="280" y="220"/>
                  </a:lnTo>
                  <a:lnTo>
                    <a:pt x="274" y="200"/>
                  </a:lnTo>
                  <a:lnTo>
                    <a:pt x="266" y="178"/>
                  </a:lnTo>
                  <a:lnTo>
                    <a:pt x="256" y="156"/>
                  </a:lnTo>
                  <a:lnTo>
                    <a:pt x="256" y="154"/>
                  </a:lnTo>
                  <a:lnTo>
                    <a:pt x="256" y="154"/>
                  </a:lnTo>
                  <a:lnTo>
                    <a:pt x="252" y="148"/>
                  </a:lnTo>
                  <a:lnTo>
                    <a:pt x="252" y="148"/>
                  </a:lnTo>
                  <a:lnTo>
                    <a:pt x="250" y="146"/>
                  </a:lnTo>
                  <a:lnTo>
                    <a:pt x="250" y="146"/>
                  </a:lnTo>
                  <a:lnTo>
                    <a:pt x="248" y="138"/>
                  </a:lnTo>
                  <a:lnTo>
                    <a:pt x="248" y="138"/>
                  </a:lnTo>
                  <a:lnTo>
                    <a:pt x="242" y="130"/>
                  </a:lnTo>
                  <a:lnTo>
                    <a:pt x="242" y="130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2" y="114"/>
                  </a:lnTo>
                  <a:lnTo>
                    <a:pt x="232" y="114"/>
                  </a:lnTo>
                  <a:lnTo>
                    <a:pt x="232" y="114"/>
                  </a:lnTo>
                  <a:lnTo>
                    <a:pt x="212" y="86"/>
                  </a:lnTo>
                  <a:lnTo>
                    <a:pt x="188" y="60"/>
                  </a:lnTo>
                  <a:lnTo>
                    <a:pt x="164" y="38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18" y="10"/>
                  </a:lnTo>
                  <a:lnTo>
                    <a:pt x="118" y="10"/>
                  </a:lnTo>
                  <a:lnTo>
                    <a:pt x="112" y="8"/>
                  </a:lnTo>
                  <a:lnTo>
                    <a:pt x="112" y="8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08" y="6"/>
                  </a:lnTo>
                  <a:lnTo>
                    <a:pt x="108" y="6"/>
                  </a:lnTo>
                  <a:lnTo>
                    <a:pt x="102" y="4"/>
                  </a:lnTo>
                  <a:lnTo>
                    <a:pt x="102" y="4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50" y="4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0" y="10"/>
                  </a:lnTo>
                  <a:lnTo>
                    <a:pt x="40" y="10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28" y="18"/>
                  </a:lnTo>
                  <a:lnTo>
                    <a:pt x="20" y="26"/>
                  </a:lnTo>
                  <a:lnTo>
                    <a:pt x="14" y="34"/>
                  </a:lnTo>
                  <a:lnTo>
                    <a:pt x="10" y="46"/>
                  </a:lnTo>
                  <a:lnTo>
                    <a:pt x="6" y="56"/>
                  </a:lnTo>
                  <a:lnTo>
                    <a:pt x="2" y="70"/>
                  </a:lnTo>
                  <a:lnTo>
                    <a:pt x="0" y="84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4"/>
                  </a:lnTo>
                  <a:lnTo>
                    <a:pt x="2" y="130"/>
                  </a:lnTo>
                  <a:lnTo>
                    <a:pt x="10" y="164"/>
                  </a:lnTo>
                  <a:lnTo>
                    <a:pt x="22" y="200"/>
                  </a:lnTo>
                  <a:lnTo>
                    <a:pt x="38" y="234"/>
                  </a:lnTo>
                  <a:lnTo>
                    <a:pt x="38" y="234"/>
                  </a:lnTo>
                  <a:lnTo>
                    <a:pt x="44" y="242"/>
                  </a:lnTo>
                  <a:lnTo>
                    <a:pt x="44" y="242"/>
                  </a:lnTo>
                  <a:lnTo>
                    <a:pt x="48" y="250"/>
                  </a:lnTo>
                  <a:lnTo>
                    <a:pt x="48" y="250"/>
                  </a:lnTo>
                  <a:lnTo>
                    <a:pt x="70" y="282"/>
                  </a:lnTo>
                  <a:lnTo>
                    <a:pt x="94" y="310"/>
                  </a:lnTo>
                  <a:lnTo>
                    <a:pt x="120" y="332"/>
                  </a:lnTo>
                  <a:lnTo>
                    <a:pt x="134" y="342"/>
                  </a:lnTo>
                  <a:lnTo>
                    <a:pt x="148" y="352"/>
                  </a:lnTo>
                  <a:lnTo>
                    <a:pt x="148" y="352"/>
                  </a:lnTo>
                  <a:lnTo>
                    <a:pt x="160" y="358"/>
                  </a:lnTo>
                  <a:lnTo>
                    <a:pt x="174" y="364"/>
                  </a:lnTo>
                  <a:lnTo>
                    <a:pt x="186" y="368"/>
                  </a:lnTo>
                  <a:lnTo>
                    <a:pt x="198" y="370"/>
                  </a:lnTo>
                  <a:lnTo>
                    <a:pt x="210" y="372"/>
                  </a:lnTo>
                  <a:lnTo>
                    <a:pt x="222" y="370"/>
                  </a:lnTo>
                  <a:lnTo>
                    <a:pt x="232" y="368"/>
                  </a:lnTo>
                  <a:lnTo>
                    <a:pt x="242" y="366"/>
                  </a:lnTo>
                  <a:lnTo>
                    <a:pt x="242" y="366"/>
                  </a:lnTo>
                  <a:lnTo>
                    <a:pt x="246" y="362"/>
                  </a:lnTo>
                  <a:lnTo>
                    <a:pt x="246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62" y="350"/>
                  </a:lnTo>
                  <a:lnTo>
                    <a:pt x="272" y="338"/>
                  </a:lnTo>
                  <a:lnTo>
                    <a:pt x="278" y="32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6" y="290"/>
                  </a:lnTo>
                  <a:lnTo>
                    <a:pt x="286" y="290"/>
                  </a:lnTo>
                  <a:lnTo>
                    <a:pt x="286" y="290"/>
                  </a:lnTo>
                  <a:lnTo>
                    <a:pt x="286" y="286"/>
                  </a:lnTo>
                  <a:lnTo>
                    <a:pt x="286" y="286"/>
                  </a:lnTo>
                  <a:lnTo>
                    <a:pt x="286" y="282"/>
                  </a:lnTo>
                  <a:lnTo>
                    <a:pt x="286" y="282"/>
                  </a:lnTo>
                  <a:lnTo>
                    <a:pt x="286" y="282"/>
                  </a:lnTo>
                  <a:lnTo>
                    <a:pt x="286" y="274"/>
                  </a:lnTo>
                  <a:lnTo>
                    <a:pt x="286" y="274"/>
                  </a:lnTo>
                  <a:lnTo>
                    <a:pt x="286" y="268"/>
                  </a:lnTo>
                  <a:lnTo>
                    <a:pt x="286" y="266"/>
                  </a:lnTo>
                  <a:close/>
                  <a:moveTo>
                    <a:pt x="272" y="272"/>
                  </a:moveTo>
                  <a:lnTo>
                    <a:pt x="272" y="272"/>
                  </a:lnTo>
                  <a:lnTo>
                    <a:pt x="272" y="272"/>
                  </a:lnTo>
                  <a:lnTo>
                    <a:pt x="272" y="276"/>
                  </a:lnTo>
                  <a:lnTo>
                    <a:pt x="272" y="276"/>
                  </a:lnTo>
                  <a:lnTo>
                    <a:pt x="270" y="278"/>
                  </a:lnTo>
                  <a:lnTo>
                    <a:pt x="270" y="280"/>
                  </a:lnTo>
                  <a:lnTo>
                    <a:pt x="270" y="280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6"/>
                  </a:lnTo>
                  <a:lnTo>
                    <a:pt x="270" y="286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0" y="292"/>
                  </a:lnTo>
                  <a:lnTo>
                    <a:pt x="270" y="292"/>
                  </a:lnTo>
                  <a:lnTo>
                    <a:pt x="264" y="308"/>
                  </a:lnTo>
                  <a:lnTo>
                    <a:pt x="258" y="322"/>
                  </a:lnTo>
                  <a:lnTo>
                    <a:pt x="250" y="33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6" y="346"/>
                  </a:lnTo>
                  <a:lnTo>
                    <a:pt x="236" y="346"/>
                  </a:lnTo>
                  <a:lnTo>
                    <a:pt x="232" y="348"/>
                  </a:lnTo>
                  <a:lnTo>
                    <a:pt x="232" y="348"/>
                  </a:lnTo>
                  <a:lnTo>
                    <a:pt x="222" y="350"/>
                  </a:lnTo>
                  <a:lnTo>
                    <a:pt x="214" y="352"/>
                  </a:lnTo>
                  <a:lnTo>
                    <a:pt x="204" y="352"/>
                  </a:lnTo>
                  <a:lnTo>
                    <a:pt x="192" y="352"/>
                  </a:lnTo>
                  <a:lnTo>
                    <a:pt x="182" y="350"/>
                  </a:lnTo>
                  <a:lnTo>
                    <a:pt x="170" y="346"/>
                  </a:lnTo>
                  <a:lnTo>
                    <a:pt x="148" y="336"/>
                  </a:lnTo>
                  <a:lnTo>
                    <a:pt x="148" y="336"/>
                  </a:lnTo>
                  <a:lnTo>
                    <a:pt x="122" y="318"/>
                  </a:lnTo>
                  <a:lnTo>
                    <a:pt x="100" y="298"/>
                  </a:lnTo>
                  <a:lnTo>
                    <a:pt x="78" y="272"/>
                  </a:lnTo>
                  <a:lnTo>
                    <a:pt x="58" y="244"/>
                  </a:lnTo>
                  <a:lnTo>
                    <a:pt x="58" y="244"/>
                  </a:lnTo>
                  <a:lnTo>
                    <a:pt x="54" y="236"/>
                  </a:lnTo>
                  <a:lnTo>
                    <a:pt x="54" y="236"/>
                  </a:lnTo>
                  <a:lnTo>
                    <a:pt x="50" y="228"/>
                  </a:lnTo>
                  <a:lnTo>
                    <a:pt x="50" y="228"/>
                  </a:lnTo>
                  <a:lnTo>
                    <a:pt x="34" y="198"/>
                  </a:lnTo>
                  <a:lnTo>
                    <a:pt x="24" y="166"/>
                  </a:lnTo>
                  <a:lnTo>
                    <a:pt x="16" y="136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6" y="82"/>
                  </a:lnTo>
                  <a:lnTo>
                    <a:pt x="20" y="70"/>
                  </a:lnTo>
                  <a:lnTo>
                    <a:pt x="22" y="60"/>
                  </a:lnTo>
                  <a:lnTo>
                    <a:pt x="28" y="50"/>
                  </a:lnTo>
                  <a:lnTo>
                    <a:pt x="34" y="42"/>
                  </a:lnTo>
                  <a:lnTo>
                    <a:pt x="40" y="34"/>
                  </a:lnTo>
                  <a:lnTo>
                    <a:pt x="46" y="30"/>
                  </a:lnTo>
                  <a:lnTo>
                    <a:pt x="46" y="30"/>
                  </a:lnTo>
                  <a:lnTo>
                    <a:pt x="50" y="26"/>
                  </a:lnTo>
                  <a:lnTo>
                    <a:pt x="50" y="26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60" y="22"/>
                  </a:lnTo>
                  <a:lnTo>
                    <a:pt x="60" y="22"/>
                  </a:lnTo>
                  <a:lnTo>
                    <a:pt x="62" y="22"/>
                  </a:lnTo>
                  <a:lnTo>
                    <a:pt x="62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72" y="20"/>
                  </a:lnTo>
                  <a:lnTo>
                    <a:pt x="72" y="20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6" y="20"/>
                  </a:lnTo>
                  <a:lnTo>
                    <a:pt x="86" y="20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14" y="26"/>
                  </a:lnTo>
                  <a:lnTo>
                    <a:pt x="114" y="26"/>
                  </a:lnTo>
                  <a:lnTo>
                    <a:pt x="116" y="26"/>
                  </a:lnTo>
                  <a:lnTo>
                    <a:pt x="116" y="26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28" y="30"/>
                  </a:lnTo>
                  <a:lnTo>
                    <a:pt x="128" y="30"/>
                  </a:lnTo>
                  <a:lnTo>
                    <a:pt x="128" y="32"/>
                  </a:lnTo>
                  <a:lnTo>
                    <a:pt x="128" y="32"/>
                  </a:lnTo>
                  <a:lnTo>
                    <a:pt x="130" y="32"/>
                  </a:lnTo>
                  <a:lnTo>
                    <a:pt x="130" y="32"/>
                  </a:lnTo>
                  <a:lnTo>
                    <a:pt x="132" y="34"/>
                  </a:lnTo>
                  <a:lnTo>
                    <a:pt x="132" y="34"/>
                  </a:lnTo>
                  <a:lnTo>
                    <a:pt x="134" y="34"/>
                  </a:lnTo>
                  <a:lnTo>
                    <a:pt x="134" y="34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62" y="52"/>
                  </a:lnTo>
                  <a:lnTo>
                    <a:pt x="184" y="72"/>
                  </a:lnTo>
                  <a:lnTo>
                    <a:pt x="204" y="96"/>
                  </a:lnTo>
                  <a:lnTo>
                    <a:pt x="224" y="122"/>
                  </a:lnTo>
                  <a:lnTo>
                    <a:pt x="224" y="122"/>
                  </a:lnTo>
                  <a:lnTo>
                    <a:pt x="224" y="122"/>
                  </a:lnTo>
                  <a:lnTo>
                    <a:pt x="228" y="128"/>
                  </a:lnTo>
                  <a:lnTo>
                    <a:pt x="228" y="128"/>
                  </a:lnTo>
                  <a:lnTo>
                    <a:pt x="232" y="136"/>
                  </a:lnTo>
                  <a:lnTo>
                    <a:pt x="232" y="136"/>
                  </a:lnTo>
                  <a:lnTo>
                    <a:pt x="236" y="144"/>
                  </a:lnTo>
                  <a:lnTo>
                    <a:pt x="236" y="144"/>
                  </a:lnTo>
                  <a:lnTo>
                    <a:pt x="240" y="150"/>
                  </a:lnTo>
                  <a:lnTo>
                    <a:pt x="240" y="150"/>
                  </a:lnTo>
                  <a:lnTo>
                    <a:pt x="242" y="152"/>
                  </a:lnTo>
                  <a:lnTo>
                    <a:pt x="242" y="152"/>
                  </a:lnTo>
                  <a:lnTo>
                    <a:pt x="244" y="158"/>
                  </a:lnTo>
                  <a:lnTo>
                    <a:pt x="244" y="160"/>
                  </a:lnTo>
                  <a:lnTo>
                    <a:pt x="244" y="160"/>
                  </a:lnTo>
                  <a:lnTo>
                    <a:pt x="254" y="178"/>
                  </a:lnTo>
                  <a:lnTo>
                    <a:pt x="260" y="198"/>
                  </a:lnTo>
                  <a:lnTo>
                    <a:pt x="266" y="218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0" y="242"/>
                  </a:lnTo>
                  <a:lnTo>
                    <a:pt x="270" y="242"/>
                  </a:lnTo>
                  <a:lnTo>
                    <a:pt x="270" y="246"/>
                  </a:lnTo>
                  <a:lnTo>
                    <a:pt x="270" y="246"/>
                  </a:lnTo>
                  <a:lnTo>
                    <a:pt x="270" y="250"/>
                  </a:lnTo>
                  <a:lnTo>
                    <a:pt x="270" y="252"/>
                  </a:lnTo>
                  <a:lnTo>
                    <a:pt x="270" y="252"/>
                  </a:lnTo>
                  <a:lnTo>
                    <a:pt x="272" y="258"/>
                  </a:lnTo>
                  <a:lnTo>
                    <a:pt x="272" y="258"/>
                  </a:lnTo>
                  <a:lnTo>
                    <a:pt x="272" y="258"/>
                  </a:lnTo>
                  <a:lnTo>
                    <a:pt x="272" y="260"/>
                  </a:lnTo>
                  <a:lnTo>
                    <a:pt x="272" y="260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272" y="272"/>
                  </a:lnTo>
                  <a:lnTo>
                    <a:pt x="272" y="27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7360" bIns="273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39" name="Freeform 65"/>
            <p:cNvSpPr/>
            <p:nvPr/>
          </p:nvSpPr>
          <p:spPr>
            <a:xfrm>
              <a:off x="6881040" y="3333240"/>
              <a:ext cx="379440" cy="345960"/>
            </a:xfrm>
            <a:custGeom>
              <a:avLst/>
              <a:gdLst>
                <a:gd name="textAreaLeft" fmla="*/ 0 w 379440"/>
                <a:gd name="textAreaRight" fmla="*/ 379800 w 379440"/>
                <a:gd name="textAreaTop" fmla="*/ 0 h 345960"/>
                <a:gd name="textAreaBottom" fmla="*/ 346320 h 345960"/>
              </a:gdLst>
              <a:ahLst/>
              <a:rect l="textAreaLeft" t="textAreaTop" r="textAreaRight" b="textAreaBottom"/>
              <a:pathLst>
                <a:path w="2576" h="2350">
                  <a:moveTo>
                    <a:pt x="2574" y="1105"/>
                  </a:moveTo>
                  <a:lnTo>
                    <a:pt x="2574" y="1099"/>
                  </a:lnTo>
                  <a:lnTo>
                    <a:pt x="2574" y="1099"/>
                  </a:lnTo>
                  <a:lnTo>
                    <a:pt x="2572" y="1069"/>
                  </a:lnTo>
                  <a:lnTo>
                    <a:pt x="2572" y="1061"/>
                  </a:lnTo>
                  <a:lnTo>
                    <a:pt x="2572" y="1061"/>
                  </a:lnTo>
                  <a:lnTo>
                    <a:pt x="2572" y="1049"/>
                  </a:lnTo>
                  <a:lnTo>
                    <a:pt x="2572" y="1049"/>
                  </a:lnTo>
                  <a:lnTo>
                    <a:pt x="2570" y="1045"/>
                  </a:lnTo>
                  <a:lnTo>
                    <a:pt x="2570" y="1041"/>
                  </a:lnTo>
                  <a:lnTo>
                    <a:pt x="2570" y="1041"/>
                  </a:lnTo>
                  <a:lnTo>
                    <a:pt x="2568" y="1023"/>
                  </a:lnTo>
                  <a:lnTo>
                    <a:pt x="2568" y="1019"/>
                  </a:lnTo>
                  <a:lnTo>
                    <a:pt x="2568" y="1019"/>
                  </a:lnTo>
                  <a:lnTo>
                    <a:pt x="2566" y="1013"/>
                  </a:lnTo>
                  <a:lnTo>
                    <a:pt x="2566" y="1013"/>
                  </a:lnTo>
                  <a:lnTo>
                    <a:pt x="2566" y="1007"/>
                  </a:lnTo>
                  <a:lnTo>
                    <a:pt x="2566" y="1003"/>
                  </a:lnTo>
                  <a:lnTo>
                    <a:pt x="2566" y="1003"/>
                  </a:lnTo>
                  <a:lnTo>
                    <a:pt x="2564" y="995"/>
                  </a:lnTo>
                  <a:lnTo>
                    <a:pt x="2564" y="989"/>
                  </a:lnTo>
                  <a:lnTo>
                    <a:pt x="2564" y="989"/>
                  </a:lnTo>
                  <a:lnTo>
                    <a:pt x="2560" y="969"/>
                  </a:lnTo>
                  <a:lnTo>
                    <a:pt x="2558" y="955"/>
                  </a:lnTo>
                  <a:lnTo>
                    <a:pt x="2558" y="955"/>
                  </a:lnTo>
                  <a:lnTo>
                    <a:pt x="2554" y="941"/>
                  </a:lnTo>
                  <a:lnTo>
                    <a:pt x="2554" y="941"/>
                  </a:lnTo>
                  <a:lnTo>
                    <a:pt x="2552" y="929"/>
                  </a:lnTo>
                  <a:lnTo>
                    <a:pt x="2550" y="919"/>
                  </a:lnTo>
                  <a:lnTo>
                    <a:pt x="2550" y="919"/>
                  </a:lnTo>
                  <a:lnTo>
                    <a:pt x="2548" y="909"/>
                  </a:lnTo>
                  <a:lnTo>
                    <a:pt x="2544" y="893"/>
                  </a:lnTo>
                  <a:lnTo>
                    <a:pt x="2544" y="891"/>
                  </a:lnTo>
                  <a:lnTo>
                    <a:pt x="2544" y="891"/>
                  </a:lnTo>
                  <a:lnTo>
                    <a:pt x="2542" y="887"/>
                  </a:lnTo>
                  <a:lnTo>
                    <a:pt x="2540" y="877"/>
                  </a:lnTo>
                  <a:lnTo>
                    <a:pt x="2536" y="879"/>
                  </a:lnTo>
                  <a:lnTo>
                    <a:pt x="2540" y="877"/>
                  </a:lnTo>
                  <a:lnTo>
                    <a:pt x="2538" y="869"/>
                  </a:lnTo>
                  <a:lnTo>
                    <a:pt x="2536" y="871"/>
                  </a:lnTo>
                  <a:lnTo>
                    <a:pt x="2538" y="869"/>
                  </a:lnTo>
                  <a:lnTo>
                    <a:pt x="2536" y="863"/>
                  </a:lnTo>
                  <a:lnTo>
                    <a:pt x="2522" y="867"/>
                  </a:lnTo>
                  <a:lnTo>
                    <a:pt x="2522" y="867"/>
                  </a:lnTo>
                  <a:lnTo>
                    <a:pt x="2536" y="863"/>
                  </a:lnTo>
                  <a:lnTo>
                    <a:pt x="2534" y="855"/>
                  </a:lnTo>
                  <a:lnTo>
                    <a:pt x="2518" y="861"/>
                  </a:lnTo>
                  <a:lnTo>
                    <a:pt x="2534" y="855"/>
                  </a:lnTo>
                  <a:lnTo>
                    <a:pt x="2534" y="853"/>
                  </a:lnTo>
                  <a:lnTo>
                    <a:pt x="2534" y="853"/>
                  </a:lnTo>
                  <a:lnTo>
                    <a:pt x="2524" y="821"/>
                  </a:lnTo>
                  <a:lnTo>
                    <a:pt x="2520" y="809"/>
                  </a:lnTo>
                  <a:lnTo>
                    <a:pt x="2484" y="821"/>
                  </a:lnTo>
                  <a:lnTo>
                    <a:pt x="2520" y="809"/>
                  </a:lnTo>
                  <a:lnTo>
                    <a:pt x="2520" y="809"/>
                  </a:lnTo>
                  <a:lnTo>
                    <a:pt x="2500" y="751"/>
                  </a:lnTo>
                  <a:lnTo>
                    <a:pt x="2492" y="733"/>
                  </a:lnTo>
                  <a:lnTo>
                    <a:pt x="2470" y="679"/>
                  </a:lnTo>
                  <a:lnTo>
                    <a:pt x="2434" y="695"/>
                  </a:lnTo>
                  <a:lnTo>
                    <a:pt x="2470" y="679"/>
                  </a:lnTo>
                  <a:lnTo>
                    <a:pt x="2462" y="663"/>
                  </a:lnTo>
                  <a:lnTo>
                    <a:pt x="2462" y="663"/>
                  </a:lnTo>
                  <a:lnTo>
                    <a:pt x="2456" y="649"/>
                  </a:lnTo>
                  <a:lnTo>
                    <a:pt x="2454" y="647"/>
                  </a:lnTo>
                  <a:lnTo>
                    <a:pt x="2454" y="647"/>
                  </a:lnTo>
                  <a:lnTo>
                    <a:pt x="2452" y="639"/>
                  </a:lnTo>
                  <a:lnTo>
                    <a:pt x="2450" y="637"/>
                  </a:lnTo>
                  <a:lnTo>
                    <a:pt x="2450" y="637"/>
                  </a:lnTo>
                  <a:lnTo>
                    <a:pt x="2438" y="613"/>
                  </a:lnTo>
                  <a:lnTo>
                    <a:pt x="2438" y="613"/>
                  </a:lnTo>
                  <a:lnTo>
                    <a:pt x="2432" y="601"/>
                  </a:lnTo>
                  <a:lnTo>
                    <a:pt x="2430" y="597"/>
                  </a:lnTo>
                  <a:lnTo>
                    <a:pt x="2430" y="597"/>
                  </a:lnTo>
                  <a:lnTo>
                    <a:pt x="2426" y="591"/>
                  </a:lnTo>
                  <a:lnTo>
                    <a:pt x="2426" y="591"/>
                  </a:lnTo>
                  <a:lnTo>
                    <a:pt x="2418" y="574"/>
                  </a:lnTo>
                  <a:lnTo>
                    <a:pt x="2386" y="520"/>
                  </a:lnTo>
                  <a:lnTo>
                    <a:pt x="2336" y="440"/>
                  </a:lnTo>
                  <a:lnTo>
                    <a:pt x="2336" y="440"/>
                  </a:lnTo>
                  <a:lnTo>
                    <a:pt x="2334" y="436"/>
                  </a:lnTo>
                  <a:lnTo>
                    <a:pt x="2332" y="434"/>
                  </a:lnTo>
                  <a:lnTo>
                    <a:pt x="2328" y="430"/>
                  </a:lnTo>
                  <a:lnTo>
                    <a:pt x="2298" y="452"/>
                  </a:lnTo>
                  <a:lnTo>
                    <a:pt x="2298" y="452"/>
                  </a:lnTo>
                  <a:lnTo>
                    <a:pt x="2328" y="430"/>
                  </a:lnTo>
                  <a:lnTo>
                    <a:pt x="2328" y="430"/>
                  </a:lnTo>
                  <a:lnTo>
                    <a:pt x="2298" y="388"/>
                  </a:lnTo>
                  <a:lnTo>
                    <a:pt x="2266" y="348"/>
                  </a:lnTo>
                  <a:lnTo>
                    <a:pt x="2234" y="310"/>
                  </a:lnTo>
                  <a:lnTo>
                    <a:pt x="2200" y="274"/>
                  </a:lnTo>
                  <a:lnTo>
                    <a:pt x="2166" y="240"/>
                  </a:lnTo>
                  <a:lnTo>
                    <a:pt x="2130" y="206"/>
                  </a:lnTo>
                  <a:lnTo>
                    <a:pt x="2096" y="176"/>
                  </a:lnTo>
                  <a:lnTo>
                    <a:pt x="2058" y="148"/>
                  </a:lnTo>
                  <a:lnTo>
                    <a:pt x="2028" y="126"/>
                  </a:lnTo>
                  <a:lnTo>
                    <a:pt x="1974" y="90"/>
                  </a:lnTo>
                  <a:lnTo>
                    <a:pt x="1924" y="64"/>
                  </a:lnTo>
                  <a:lnTo>
                    <a:pt x="1924" y="64"/>
                  </a:lnTo>
                  <a:lnTo>
                    <a:pt x="1918" y="60"/>
                  </a:lnTo>
                  <a:lnTo>
                    <a:pt x="1918" y="60"/>
                  </a:lnTo>
                  <a:lnTo>
                    <a:pt x="1910" y="56"/>
                  </a:lnTo>
                  <a:lnTo>
                    <a:pt x="1894" y="92"/>
                  </a:lnTo>
                  <a:lnTo>
                    <a:pt x="1910" y="56"/>
                  </a:lnTo>
                  <a:lnTo>
                    <a:pt x="1904" y="54"/>
                  </a:lnTo>
                  <a:lnTo>
                    <a:pt x="1904" y="54"/>
                  </a:lnTo>
                  <a:lnTo>
                    <a:pt x="1896" y="50"/>
                  </a:lnTo>
                  <a:lnTo>
                    <a:pt x="1896" y="50"/>
                  </a:lnTo>
                  <a:lnTo>
                    <a:pt x="1890" y="48"/>
                  </a:lnTo>
                  <a:lnTo>
                    <a:pt x="1890" y="48"/>
                  </a:lnTo>
                  <a:lnTo>
                    <a:pt x="1882" y="44"/>
                  </a:lnTo>
                  <a:lnTo>
                    <a:pt x="1880" y="44"/>
                  </a:lnTo>
                  <a:lnTo>
                    <a:pt x="1880" y="44"/>
                  </a:lnTo>
                  <a:lnTo>
                    <a:pt x="1874" y="40"/>
                  </a:lnTo>
                  <a:lnTo>
                    <a:pt x="1874" y="40"/>
                  </a:lnTo>
                  <a:lnTo>
                    <a:pt x="1866" y="38"/>
                  </a:lnTo>
                  <a:lnTo>
                    <a:pt x="1866" y="38"/>
                  </a:lnTo>
                  <a:lnTo>
                    <a:pt x="1856" y="34"/>
                  </a:lnTo>
                  <a:lnTo>
                    <a:pt x="1848" y="30"/>
                  </a:lnTo>
                  <a:lnTo>
                    <a:pt x="1848" y="30"/>
                  </a:lnTo>
                  <a:lnTo>
                    <a:pt x="1838" y="28"/>
                  </a:lnTo>
                  <a:lnTo>
                    <a:pt x="1838" y="28"/>
                  </a:lnTo>
                  <a:lnTo>
                    <a:pt x="1830" y="24"/>
                  </a:lnTo>
                  <a:lnTo>
                    <a:pt x="1820" y="22"/>
                  </a:lnTo>
                  <a:lnTo>
                    <a:pt x="1820" y="22"/>
                  </a:lnTo>
                  <a:lnTo>
                    <a:pt x="1810" y="18"/>
                  </a:lnTo>
                  <a:lnTo>
                    <a:pt x="1810" y="18"/>
                  </a:lnTo>
                  <a:lnTo>
                    <a:pt x="1798" y="16"/>
                  </a:lnTo>
                  <a:lnTo>
                    <a:pt x="1792" y="14"/>
                  </a:lnTo>
                  <a:lnTo>
                    <a:pt x="1792" y="14"/>
                  </a:lnTo>
                  <a:lnTo>
                    <a:pt x="1788" y="12"/>
                  </a:lnTo>
                  <a:lnTo>
                    <a:pt x="1788" y="12"/>
                  </a:lnTo>
                  <a:lnTo>
                    <a:pt x="1776" y="10"/>
                  </a:lnTo>
                  <a:lnTo>
                    <a:pt x="1776" y="10"/>
                  </a:lnTo>
                  <a:lnTo>
                    <a:pt x="1770" y="10"/>
                  </a:lnTo>
                  <a:lnTo>
                    <a:pt x="1764" y="8"/>
                  </a:lnTo>
                  <a:lnTo>
                    <a:pt x="1764" y="8"/>
                  </a:lnTo>
                  <a:lnTo>
                    <a:pt x="1750" y="6"/>
                  </a:lnTo>
                  <a:lnTo>
                    <a:pt x="1750" y="6"/>
                  </a:lnTo>
                  <a:lnTo>
                    <a:pt x="1744" y="4"/>
                  </a:lnTo>
                  <a:lnTo>
                    <a:pt x="1736" y="4"/>
                  </a:lnTo>
                  <a:lnTo>
                    <a:pt x="1736" y="4"/>
                  </a:lnTo>
                  <a:lnTo>
                    <a:pt x="1720" y="2"/>
                  </a:lnTo>
                  <a:lnTo>
                    <a:pt x="1720" y="2"/>
                  </a:lnTo>
                  <a:lnTo>
                    <a:pt x="1716" y="2"/>
                  </a:lnTo>
                  <a:lnTo>
                    <a:pt x="1714" y="2"/>
                  </a:lnTo>
                  <a:lnTo>
                    <a:pt x="1714" y="2"/>
                  </a:lnTo>
                  <a:lnTo>
                    <a:pt x="1710" y="2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700" y="0"/>
                  </a:lnTo>
                  <a:lnTo>
                    <a:pt x="1700" y="0"/>
                  </a:lnTo>
                  <a:lnTo>
                    <a:pt x="1694" y="0"/>
                  </a:lnTo>
                  <a:lnTo>
                    <a:pt x="1692" y="0"/>
                  </a:lnTo>
                  <a:lnTo>
                    <a:pt x="1692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76" y="0"/>
                  </a:lnTo>
                  <a:lnTo>
                    <a:pt x="1676" y="0"/>
                  </a:lnTo>
                  <a:lnTo>
                    <a:pt x="1660" y="0"/>
                  </a:lnTo>
                  <a:lnTo>
                    <a:pt x="1658" y="0"/>
                  </a:lnTo>
                  <a:lnTo>
                    <a:pt x="1658" y="0"/>
                  </a:lnTo>
                  <a:lnTo>
                    <a:pt x="1634" y="4"/>
                  </a:lnTo>
                  <a:lnTo>
                    <a:pt x="1634" y="4"/>
                  </a:lnTo>
                  <a:lnTo>
                    <a:pt x="1630" y="4"/>
                  </a:lnTo>
                  <a:lnTo>
                    <a:pt x="1628" y="4"/>
                  </a:lnTo>
                  <a:lnTo>
                    <a:pt x="1628" y="4"/>
                  </a:lnTo>
                  <a:lnTo>
                    <a:pt x="1610" y="8"/>
                  </a:lnTo>
                  <a:lnTo>
                    <a:pt x="1608" y="8"/>
                  </a:lnTo>
                  <a:lnTo>
                    <a:pt x="1608" y="8"/>
                  </a:lnTo>
                  <a:lnTo>
                    <a:pt x="1604" y="8"/>
                  </a:lnTo>
                  <a:lnTo>
                    <a:pt x="1604" y="8"/>
                  </a:lnTo>
                  <a:lnTo>
                    <a:pt x="1582" y="14"/>
                  </a:lnTo>
                  <a:lnTo>
                    <a:pt x="1582" y="14"/>
                  </a:lnTo>
                  <a:lnTo>
                    <a:pt x="1580" y="14"/>
                  </a:lnTo>
                  <a:lnTo>
                    <a:pt x="1578" y="14"/>
                  </a:lnTo>
                  <a:lnTo>
                    <a:pt x="1578" y="14"/>
                  </a:lnTo>
                  <a:lnTo>
                    <a:pt x="1560" y="20"/>
                  </a:lnTo>
                  <a:lnTo>
                    <a:pt x="1560" y="20"/>
                  </a:lnTo>
                  <a:lnTo>
                    <a:pt x="1554" y="24"/>
                  </a:lnTo>
                  <a:lnTo>
                    <a:pt x="1554" y="24"/>
                  </a:lnTo>
                  <a:lnTo>
                    <a:pt x="1534" y="32"/>
                  </a:lnTo>
                  <a:lnTo>
                    <a:pt x="1534" y="32"/>
                  </a:lnTo>
                  <a:lnTo>
                    <a:pt x="1512" y="44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72" y="817"/>
                  </a:lnTo>
                  <a:lnTo>
                    <a:pt x="172" y="817"/>
                  </a:lnTo>
                  <a:lnTo>
                    <a:pt x="152" y="831"/>
                  </a:lnTo>
                  <a:lnTo>
                    <a:pt x="134" y="847"/>
                  </a:lnTo>
                  <a:lnTo>
                    <a:pt x="116" y="865"/>
                  </a:lnTo>
                  <a:lnTo>
                    <a:pt x="98" y="885"/>
                  </a:lnTo>
                  <a:lnTo>
                    <a:pt x="84" y="905"/>
                  </a:lnTo>
                  <a:lnTo>
                    <a:pt x="68" y="927"/>
                  </a:lnTo>
                  <a:lnTo>
                    <a:pt x="56" y="951"/>
                  </a:lnTo>
                  <a:lnTo>
                    <a:pt x="44" y="975"/>
                  </a:lnTo>
                  <a:lnTo>
                    <a:pt x="34" y="1001"/>
                  </a:lnTo>
                  <a:lnTo>
                    <a:pt x="24" y="1029"/>
                  </a:lnTo>
                  <a:lnTo>
                    <a:pt x="18" y="1057"/>
                  </a:lnTo>
                  <a:lnTo>
                    <a:pt x="10" y="1085"/>
                  </a:lnTo>
                  <a:lnTo>
                    <a:pt x="6" y="1117"/>
                  </a:lnTo>
                  <a:lnTo>
                    <a:pt x="2" y="1149"/>
                  </a:lnTo>
                  <a:lnTo>
                    <a:pt x="0" y="1181"/>
                  </a:lnTo>
                  <a:lnTo>
                    <a:pt x="0" y="1215"/>
                  </a:lnTo>
                  <a:lnTo>
                    <a:pt x="0" y="1215"/>
                  </a:lnTo>
                  <a:lnTo>
                    <a:pt x="0" y="1247"/>
                  </a:lnTo>
                  <a:lnTo>
                    <a:pt x="2" y="1281"/>
                  </a:lnTo>
                  <a:lnTo>
                    <a:pt x="4" y="1315"/>
                  </a:lnTo>
                  <a:lnTo>
                    <a:pt x="10" y="1349"/>
                  </a:lnTo>
                  <a:lnTo>
                    <a:pt x="22" y="1419"/>
                  </a:lnTo>
                  <a:lnTo>
                    <a:pt x="40" y="1491"/>
                  </a:lnTo>
                  <a:lnTo>
                    <a:pt x="62" y="1563"/>
                  </a:lnTo>
                  <a:lnTo>
                    <a:pt x="90" y="1635"/>
                  </a:lnTo>
                  <a:lnTo>
                    <a:pt x="120" y="1705"/>
                  </a:lnTo>
                  <a:lnTo>
                    <a:pt x="158" y="1778"/>
                  </a:lnTo>
                  <a:lnTo>
                    <a:pt x="158" y="1778"/>
                  </a:lnTo>
                  <a:lnTo>
                    <a:pt x="176" y="1810"/>
                  </a:lnTo>
                  <a:lnTo>
                    <a:pt x="176" y="1810"/>
                  </a:lnTo>
                  <a:lnTo>
                    <a:pt x="196" y="1844"/>
                  </a:lnTo>
                  <a:lnTo>
                    <a:pt x="196" y="1844"/>
                  </a:lnTo>
                  <a:lnTo>
                    <a:pt x="238" y="1910"/>
                  </a:lnTo>
                  <a:lnTo>
                    <a:pt x="286" y="1972"/>
                  </a:lnTo>
                  <a:lnTo>
                    <a:pt x="334" y="2032"/>
                  </a:lnTo>
                  <a:lnTo>
                    <a:pt x="386" y="2088"/>
                  </a:lnTo>
                  <a:lnTo>
                    <a:pt x="438" y="2138"/>
                  </a:lnTo>
                  <a:lnTo>
                    <a:pt x="494" y="2184"/>
                  </a:lnTo>
                  <a:lnTo>
                    <a:pt x="522" y="2206"/>
                  </a:lnTo>
                  <a:lnTo>
                    <a:pt x="550" y="2226"/>
                  </a:lnTo>
                  <a:lnTo>
                    <a:pt x="578" y="2244"/>
                  </a:lnTo>
                  <a:lnTo>
                    <a:pt x="606" y="2262"/>
                  </a:lnTo>
                  <a:lnTo>
                    <a:pt x="606" y="2262"/>
                  </a:lnTo>
                  <a:lnTo>
                    <a:pt x="644" y="2282"/>
                  </a:lnTo>
                  <a:lnTo>
                    <a:pt x="680" y="2300"/>
                  </a:lnTo>
                  <a:lnTo>
                    <a:pt x="718" y="2316"/>
                  </a:lnTo>
                  <a:lnTo>
                    <a:pt x="754" y="2328"/>
                  </a:lnTo>
                  <a:lnTo>
                    <a:pt x="790" y="2336"/>
                  </a:lnTo>
                  <a:lnTo>
                    <a:pt x="824" y="2344"/>
                  </a:lnTo>
                  <a:lnTo>
                    <a:pt x="858" y="2348"/>
                  </a:lnTo>
                  <a:lnTo>
                    <a:pt x="892" y="2350"/>
                  </a:lnTo>
                  <a:lnTo>
                    <a:pt x="892" y="2350"/>
                  </a:lnTo>
                  <a:lnTo>
                    <a:pt x="932" y="2348"/>
                  </a:lnTo>
                  <a:lnTo>
                    <a:pt x="970" y="2342"/>
                  </a:lnTo>
                  <a:lnTo>
                    <a:pt x="1006" y="2332"/>
                  </a:lnTo>
                  <a:lnTo>
                    <a:pt x="1042" y="2318"/>
                  </a:lnTo>
                  <a:lnTo>
                    <a:pt x="1042" y="2318"/>
                  </a:lnTo>
                  <a:lnTo>
                    <a:pt x="1064" y="2306"/>
                  </a:lnTo>
                  <a:lnTo>
                    <a:pt x="1064" y="2306"/>
                  </a:lnTo>
                  <a:lnTo>
                    <a:pt x="1068" y="2304"/>
                  </a:lnTo>
                  <a:lnTo>
                    <a:pt x="1068" y="2304"/>
                  </a:lnTo>
                  <a:lnTo>
                    <a:pt x="2384" y="1543"/>
                  </a:lnTo>
                  <a:lnTo>
                    <a:pt x="2388" y="1541"/>
                  </a:lnTo>
                  <a:lnTo>
                    <a:pt x="2388" y="1541"/>
                  </a:lnTo>
                  <a:lnTo>
                    <a:pt x="2392" y="1539"/>
                  </a:lnTo>
                  <a:lnTo>
                    <a:pt x="2392" y="1539"/>
                  </a:lnTo>
                  <a:lnTo>
                    <a:pt x="2396" y="1535"/>
                  </a:lnTo>
                  <a:lnTo>
                    <a:pt x="2396" y="1535"/>
                  </a:lnTo>
                  <a:lnTo>
                    <a:pt x="2400" y="1533"/>
                  </a:lnTo>
                  <a:lnTo>
                    <a:pt x="2378" y="1499"/>
                  </a:lnTo>
                  <a:lnTo>
                    <a:pt x="2402" y="1533"/>
                  </a:lnTo>
                  <a:lnTo>
                    <a:pt x="2406" y="1529"/>
                  </a:lnTo>
                  <a:lnTo>
                    <a:pt x="2406" y="1529"/>
                  </a:lnTo>
                  <a:lnTo>
                    <a:pt x="2412" y="1525"/>
                  </a:lnTo>
                  <a:lnTo>
                    <a:pt x="2412" y="1525"/>
                  </a:lnTo>
                  <a:lnTo>
                    <a:pt x="2416" y="1521"/>
                  </a:lnTo>
                  <a:lnTo>
                    <a:pt x="2416" y="1521"/>
                  </a:lnTo>
                  <a:lnTo>
                    <a:pt x="2420" y="1519"/>
                  </a:lnTo>
                  <a:lnTo>
                    <a:pt x="2422" y="1517"/>
                  </a:lnTo>
                  <a:lnTo>
                    <a:pt x="2422" y="1517"/>
                  </a:lnTo>
                  <a:lnTo>
                    <a:pt x="2422" y="1517"/>
                  </a:lnTo>
                  <a:lnTo>
                    <a:pt x="2424" y="1515"/>
                  </a:lnTo>
                  <a:lnTo>
                    <a:pt x="2424" y="1515"/>
                  </a:lnTo>
                  <a:lnTo>
                    <a:pt x="2430" y="1511"/>
                  </a:lnTo>
                  <a:lnTo>
                    <a:pt x="2430" y="1511"/>
                  </a:lnTo>
                  <a:lnTo>
                    <a:pt x="2434" y="1509"/>
                  </a:lnTo>
                  <a:lnTo>
                    <a:pt x="2434" y="1509"/>
                  </a:lnTo>
                  <a:lnTo>
                    <a:pt x="2436" y="1505"/>
                  </a:lnTo>
                  <a:lnTo>
                    <a:pt x="2452" y="1491"/>
                  </a:lnTo>
                  <a:lnTo>
                    <a:pt x="2452" y="1491"/>
                  </a:lnTo>
                  <a:lnTo>
                    <a:pt x="2454" y="1489"/>
                  </a:lnTo>
                  <a:lnTo>
                    <a:pt x="2474" y="1467"/>
                  </a:lnTo>
                  <a:lnTo>
                    <a:pt x="2492" y="1441"/>
                  </a:lnTo>
                  <a:lnTo>
                    <a:pt x="2492" y="1441"/>
                  </a:lnTo>
                  <a:lnTo>
                    <a:pt x="2492" y="1441"/>
                  </a:lnTo>
                  <a:lnTo>
                    <a:pt x="2510" y="1413"/>
                  </a:lnTo>
                  <a:lnTo>
                    <a:pt x="2530" y="1375"/>
                  </a:lnTo>
                  <a:lnTo>
                    <a:pt x="2542" y="1345"/>
                  </a:lnTo>
                  <a:lnTo>
                    <a:pt x="2504" y="1331"/>
                  </a:lnTo>
                  <a:lnTo>
                    <a:pt x="2542" y="1345"/>
                  </a:lnTo>
                  <a:lnTo>
                    <a:pt x="2542" y="1345"/>
                  </a:lnTo>
                  <a:lnTo>
                    <a:pt x="2544" y="1339"/>
                  </a:lnTo>
                  <a:lnTo>
                    <a:pt x="2558" y="1291"/>
                  </a:lnTo>
                  <a:lnTo>
                    <a:pt x="2568" y="1239"/>
                  </a:lnTo>
                  <a:lnTo>
                    <a:pt x="2568" y="1239"/>
                  </a:lnTo>
                  <a:lnTo>
                    <a:pt x="2568" y="1235"/>
                  </a:lnTo>
                  <a:lnTo>
                    <a:pt x="2568" y="1235"/>
                  </a:lnTo>
                  <a:lnTo>
                    <a:pt x="2568" y="1235"/>
                  </a:lnTo>
                  <a:lnTo>
                    <a:pt x="2570" y="1225"/>
                  </a:lnTo>
                  <a:lnTo>
                    <a:pt x="2570" y="1219"/>
                  </a:lnTo>
                  <a:lnTo>
                    <a:pt x="2570" y="1219"/>
                  </a:lnTo>
                  <a:lnTo>
                    <a:pt x="2570" y="1213"/>
                  </a:lnTo>
                  <a:lnTo>
                    <a:pt x="2570" y="1213"/>
                  </a:lnTo>
                  <a:lnTo>
                    <a:pt x="2570" y="1213"/>
                  </a:lnTo>
                  <a:lnTo>
                    <a:pt x="2572" y="1205"/>
                  </a:lnTo>
                  <a:lnTo>
                    <a:pt x="2572" y="1197"/>
                  </a:lnTo>
                  <a:lnTo>
                    <a:pt x="2572" y="1197"/>
                  </a:lnTo>
                  <a:lnTo>
                    <a:pt x="2574" y="1169"/>
                  </a:lnTo>
                  <a:lnTo>
                    <a:pt x="2574" y="1165"/>
                  </a:lnTo>
                  <a:lnTo>
                    <a:pt x="2574" y="1165"/>
                  </a:lnTo>
                  <a:lnTo>
                    <a:pt x="2576" y="1135"/>
                  </a:lnTo>
                  <a:lnTo>
                    <a:pt x="2576" y="1135"/>
                  </a:lnTo>
                  <a:lnTo>
                    <a:pt x="2574" y="1105"/>
                  </a:lnTo>
                  <a:lnTo>
                    <a:pt x="2574" y="1105"/>
                  </a:lnTo>
                  <a:close/>
                  <a:moveTo>
                    <a:pt x="1008" y="2244"/>
                  </a:moveTo>
                  <a:lnTo>
                    <a:pt x="1008" y="2244"/>
                  </a:lnTo>
                  <a:lnTo>
                    <a:pt x="988" y="2252"/>
                  </a:lnTo>
                  <a:lnTo>
                    <a:pt x="970" y="2258"/>
                  </a:lnTo>
                  <a:lnTo>
                    <a:pt x="950" y="2264"/>
                  </a:lnTo>
                  <a:lnTo>
                    <a:pt x="930" y="2266"/>
                  </a:lnTo>
                  <a:lnTo>
                    <a:pt x="908" y="2268"/>
                  </a:lnTo>
                  <a:lnTo>
                    <a:pt x="886" y="2268"/>
                  </a:lnTo>
                  <a:lnTo>
                    <a:pt x="864" y="2268"/>
                  </a:lnTo>
                  <a:lnTo>
                    <a:pt x="842" y="2266"/>
                  </a:lnTo>
                  <a:lnTo>
                    <a:pt x="818" y="2262"/>
                  </a:lnTo>
                  <a:lnTo>
                    <a:pt x="794" y="2256"/>
                  </a:lnTo>
                  <a:lnTo>
                    <a:pt x="770" y="2248"/>
                  </a:lnTo>
                  <a:lnTo>
                    <a:pt x="746" y="2240"/>
                  </a:lnTo>
                  <a:lnTo>
                    <a:pt x="722" y="2230"/>
                  </a:lnTo>
                  <a:lnTo>
                    <a:pt x="698" y="2220"/>
                  </a:lnTo>
                  <a:lnTo>
                    <a:pt x="646" y="2192"/>
                  </a:lnTo>
                  <a:lnTo>
                    <a:pt x="646" y="2192"/>
                  </a:lnTo>
                  <a:lnTo>
                    <a:pt x="620" y="2176"/>
                  </a:lnTo>
                  <a:lnTo>
                    <a:pt x="594" y="2160"/>
                  </a:lnTo>
                  <a:lnTo>
                    <a:pt x="542" y="2122"/>
                  </a:lnTo>
                  <a:lnTo>
                    <a:pt x="490" y="2078"/>
                  </a:lnTo>
                  <a:lnTo>
                    <a:pt x="440" y="2030"/>
                  </a:lnTo>
                  <a:lnTo>
                    <a:pt x="394" y="1978"/>
                  </a:lnTo>
                  <a:lnTo>
                    <a:pt x="348" y="1922"/>
                  </a:lnTo>
                  <a:lnTo>
                    <a:pt x="304" y="1864"/>
                  </a:lnTo>
                  <a:lnTo>
                    <a:pt x="264" y="1802"/>
                  </a:lnTo>
                  <a:lnTo>
                    <a:pt x="264" y="1802"/>
                  </a:lnTo>
                  <a:lnTo>
                    <a:pt x="244" y="1770"/>
                  </a:lnTo>
                  <a:lnTo>
                    <a:pt x="244" y="1770"/>
                  </a:lnTo>
                  <a:lnTo>
                    <a:pt x="228" y="1737"/>
                  </a:lnTo>
                  <a:lnTo>
                    <a:pt x="228" y="1737"/>
                  </a:lnTo>
                  <a:lnTo>
                    <a:pt x="194" y="1671"/>
                  </a:lnTo>
                  <a:lnTo>
                    <a:pt x="164" y="1605"/>
                  </a:lnTo>
                  <a:lnTo>
                    <a:pt x="138" y="1537"/>
                  </a:lnTo>
                  <a:lnTo>
                    <a:pt x="118" y="1471"/>
                  </a:lnTo>
                  <a:lnTo>
                    <a:pt x="100" y="1405"/>
                  </a:lnTo>
                  <a:lnTo>
                    <a:pt x="88" y="1341"/>
                  </a:lnTo>
                  <a:lnTo>
                    <a:pt x="82" y="1277"/>
                  </a:lnTo>
                  <a:lnTo>
                    <a:pt x="80" y="1245"/>
                  </a:lnTo>
                  <a:lnTo>
                    <a:pt x="80" y="1215"/>
                  </a:lnTo>
                  <a:lnTo>
                    <a:pt x="80" y="1215"/>
                  </a:lnTo>
                  <a:lnTo>
                    <a:pt x="82" y="1159"/>
                  </a:lnTo>
                  <a:lnTo>
                    <a:pt x="84" y="1131"/>
                  </a:lnTo>
                  <a:lnTo>
                    <a:pt x="88" y="1105"/>
                  </a:lnTo>
                  <a:lnTo>
                    <a:pt x="94" y="1081"/>
                  </a:lnTo>
                  <a:lnTo>
                    <a:pt x="100" y="1057"/>
                  </a:lnTo>
                  <a:lnTo>
                    <a:pt x="106" y="1035"/>
                  </a:lnTo>
                  <a:lnTo>
                    <a:pt x="116" y="1013"/>
                  </a:lnTo>
                  <a:lnTo>
                    <a:pt x="124" y="993"/>
                  </a:lnTo>
                  <a:lnTo>
                    <a:pt x="134" y="973"/>
                  </a:lnTo>
                  <a:lnTo>
                    <a:pt x="146" y="955"/>
                  </a:lnTo>
                  <a:lnTo>
                    <a:pt x="158" y="939"/>
                  </a:lnTo>
                  <a:lnTo>
                    <a:pt x="172" y="923"/>
                  </a:lnTo>
                  <a:lnTo>
                    <a:pt x="186" y="909"/>
                  </a:lnTo>
                  <a:lnTo>
                    <a:pt x="200" y="895"/>
                  </a:lnTo>
                  <a:lnTo>
                    <a:pt x="216" y="883"/>
                  </a:lnTo>
                  <a:lnTo>
                    <a:pt x="216" y="883"/>
                  </a:lnTo>
                  <a:lnTo>
                    <a:pt x="232" y="873"/>
                  </a:lnTo>
                  <a:lnTo>
                    <a:pt x="232" y="873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8" y="861"/>
                  </a:lnTo>
                  <a:lnTo>
                    <a:pt x="258" y="861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70" y="857"/>
                  </a:lnTo>
                  <a:lnTo>
                    <a:pt x="270" y="857"/>
                  </a:lnTo>
                  <a:lnTo>
                    <a:pt x="282" y="853"/>
                  </a:lnTo>
                  <a:lnTo>
                    <a:pt x="282" y="853"/>
                  </a:lnTo>
                  <a:lnTo>
                    <a:pt x="288" y="851"/>
                  </a:lnTo>
                  <a:lnTo>
                    <a:pt x="288" y="851"/>
                  </a:lnTo>
                  <a:lnTo>
                    <a:pt x="290" y="851"/>
                  </a:lnTo>
                  <a:lnTo>
                    <a:pt x="290" y="851"/>
                  </a:lnTo>
                  <a:lnTo>
                    <a:pt x="312" y="845"/>
                  </a:lnTo>
                  <a:lnTo>
                    <a:pt x="312" y="845"/>
                  </a:lnTo>
                  <a:lnTo>
                    <a:pt x="320" y="845"/>
                  </a:lnTo>
                  <a:lnTo>
                    <a:pt x="320" y="845"/>
                  </a:lnTo>
                  <a:lnTo>
                    <a:pt x="342" y="843"/>
                  </a:lnTo>
                  <a:lnTo>
                    <a:pt x="364" y="841"/>
                  </a:lnTo>
                  <a:lnTo>
                    <a:pt x="364" y="841"/>
                  </a:lnTo>
                  <a:lnTo>
                    <a:pt x="376" y="841"/>
                  </a:lnTo>
                  <a:lnTo>
                    <a:pt x="376" y="841"/>
                  </a:lnTo>
                  <a:lnTo>
                    <a:pt x="380" y="841"/>
                  </a:lnTo>
                  <a:lnTo>
                    <a:pt x="380" y="841"/>
                  </a:lnTo>
                  <a:lnTo>
                    <a:pt x="422" y="847"/>
                  </a:lnTo>
                  <a:lnTo>
                    <a:pt x="464" y="855"/>
                  </a:lnTo>
                  <a:lnTo>
                    <a:pt x="464" y="855"/>
                  </a:lnTo>
                  <a:lnTo>
                    <a:pt x="472" y="857"/>
                  </a:lnTo>
                  <a:lnTo>
                    <a:pt x="472" y="857"/>
                  </a:lnTo>
                  <a:lnTo>
                    <a:pt x="490" y="863"/>
                  </a:lnTo>
                  <a:lnTo>
                    <a:pt x="490" y="863"/>
                  </a:lnTo>
                  <a:lnTo>
                    <a:pt x="502" y="867"/>
                  </a:lnTo>
                  <a:lnTo>
                    <a:pt x="502" y="867"/>
                  </a:lnTo>
                  <a:lnTo>
                    <a:pt x="512" y="871"/>
                  </a:lnTo>
                  <a:lnTo>
                    <a:pt x="512" y="871"/>
                  </a:lnTo>
                  <a:lnTo>
                    <a:pt x="530" y="877"/>
                  </a:lnTo>
                  <a:lnTo>
                    <a:pt x="530" y="877"/>
                  </a:lnTo>
                  <a:lnTo>
                    <a:pt x="560" y="891"/>
                  </a:lnTo>
                  <a:lnTo>
                    <a:pt x="560" y="891"/>
                  </a:lnTo>
                  <a:lnTo>
                    <a:pt x="564" y="893"/>
                  </a:lnTo>
                  <a:lnTo>
                    <a:pt x="564" y="893"/>
                  </a:lnTo>
                  <a:lnTo>
                    <a:pt x="576" y="899"/>
                  </a:lnTo>
                  <a:lnTo>
                    <a:pt x="576" y="899"/>
                  </a:lnTo>
                  <a:lnTo>
                    <a:pt x="580" y="901"/>
                  </a:lnTo>
                  <a:lnTo>
                    <a:pt x="580" y="901"/>
                  </a:lnTo>
                  <a:lnTo>
                    <a:pt x="586" y="905"/>
                  </a:lnTo>
                  <a:lnTo>
                    <a:pt x="586" y="905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60" y="949"/>
                  </a:lnTo>
                  <a:lnTo>
                    <a:pt x="708" y="985"/>
                  </a:lnTo>
                  <a:lnTo>
                    <a:pt x="756" y="1025"/>
                  </a:lnTo>
                  <a:lnTo>
                    <a:pt x="804" y="1067"/>
                  </a:lnTo>
                  <a:lnTo>
                    <a:pt x="848" y="1115"/>
                  </a:lnTo>
                  <a:lnTo>
                    <a:pt x="892" y="1167"/>
                  </a:lnTo>
                  <a:lnTo>
                    <a:pt x="934" y="1221"/>
                  </a:lnTo>
                  <a:lnTo>
                    <a:pt x="974" y="1277"/>
                  </a:lnTo>
                  <a:lnTo>
                    <a:pt x="974" y="1277"/>
                  </a:lnTo>
                  <a:lnTo>
                    <a:pt x="974" y="1277"/>
                  </a:lnTo>
                  <a:lnTo>
                    <a:pt x="994" y="1309"/>
                  </a:lnTo>
                  <a:lnTo>
                    <a:pt x="994" y="1309"/>
                  </a:lnTo>
                  <a:lnTo>
                    <a:pt x="1012" y="1341"/>
                  </a:lnTo>
                  <a:lnTo>
                    <a:pt x="1012" y="1341"/>
                  </a:lnTo>
                  <a:lnTo>
                    <a:pt x="1030" y="1371"/>
                  </a:lnTo>
                  <a:lnTo>
                    <a:pt x="1030" y="1371"/>
                  </a:lnTo>
                  <a:lnTo>
                    <a:pt x="1044" y="1399"/>
                  </a:lnTo>
                  <a:lnTo>
                    <a:pt x="1044" y="1399"/>
                  </a:lnTo>
                  <a:lnTo>
                    <a:pt x="1050" y="1409"/>
                  </a:lnTo>
                  <a:lnTo>
                    <a:pt x="1050" y="1409"/>
                  </a:lnTo>
                  <a:lnTo>
                    <a:pt x="1060" y="1433"/>
                  </a:lnTo>
                  <a:lnTo>
                    <a:pt x="1064" y="1439"/>
                  </a:lnTo>
                  <a:lnTo>
                    <a:pt x="1064" y="1439"/>
                  </a:lnTo>
                  <a:lnTo>
                    <a:pt x="1082" y="1481"/>
                  </a:lnTo>
                  <a:lnTo>
                    <a:pt x="1100" y="1523"/>
                  </a:lnTo>
                  <a:lnTo>
                    <a:pt x="1116" y="1565"/>
                  </a:lnTo>
                  <a:lnTo>
                    <a:pt x="1130" y="1605"/>
                  </a:lnTo>
                  <a:lnTo>
                    <a:pt x="1142" y="1647"/>
                  </a:lnTo>
                  <a:lnTo>
                    <a:pt x="1152" y="1687"/>
                  </a:lnTo>
                  <a:lnTo>
                    <a:pt x="1160" y="1729"/>
                  </a:lnTo>
                  <a:lnTo>
                    <a:pt x="1168" y="1770"/>
                  </a:lnTo>
                  <a:lnTo>
                    <a:pt x="1168" y="1772"/>
                  </a:lnTo>
                  <a:lnTo>
                    <a:pt x="1168" y="1772"/>
                  </a:lnTo>
                  <a:lnTo>
                    <a:pt x="1172" y="1794"/>
                  </a:lnTo>
                  <a:lnTo>
                    <a:pt x="1172" y="1794"/>
                  </a:lnTo>
                  <a:lnTo>
                    <a:pt x="1172" y="1810"/>
                  </a:lnTo>
                  <a:lnTo>
                    <a:pt x="1172" y="1810"/>
                  </a:lnTo>
                  <a:lnTo>
                    <a:pt x="1174" y="1832"/>
                  </a:lnTo>
                  <a:lnTo>
                    <a:pt x="1176" y="1834"/>
                  </a:lnTo>
                  <a:lnTo>
                    <a:pt x="1176" y="1834"/>
                  </a:lnTo>
                  <a:lnTo>
                    <a:pt x="1176" y="1862"/>
                  </a:lnTo>
                  <a:lnTo>
                    <a:pt x="1176" y="1862"/>
                  </a:lnTo>
                  <a:lnTo>
                    <a:pt x="1176" y="1862"/>
                  </a:lnTo>
                  <a:lnTo>
                    <a:pt x="1176" y="1868"/>
                  </a:lnTo>
                  <a:lnTo>
                    <a:pt x="1176" y="1868"/>
                  </a:lnTo>
                  <a:lnTo>
                    <a:pt x="1178" y="1896"/>
                  </a:lnTo>
                  <a:lnTo>
                    <a:pt x="1178" y="1896"/>
                  </a:lnTo>
                  <a:lnTo>
                    <a:pt x="1176" y="1922"/>
                  </a:lnTo>
                  <a:lnTo>
                    <a:pt x="1176" y="1926"/>
                  </a:lnTo>
                  <a:lnTo>
                    <a:pt x="1176" y="1926"/>
                  </a:lnTo>
                  <a:lnTo>
                    <a:pt x="1176" y="1940"/>
                  </a:lnTo>
                  <a:lnTo>
                    <a:pt x="1176" y="1940"/>
                  </a:lnTo>
                  <a:lnTo>
                    <a:pt x="1174" y="1952"/>
                  </a:lnTo>
                  <a:lnTo>
                    <a:pt x="1174" y="1954"/>
                  </a:lnTo>
                  <a:lnTo>
                    <a:pt x="1174" y="1954"/>
                  </a:lnTo>
                  <a:lnTo>
                    <a:pt x="1172" y="1974"/>
                  </a:lnTo>
                  <a:lnTo>
                    <a:pt x="1172" y="1974"/>
                  </a:lnTo>
                  <a:lnTo>
                    <a:pt x="1172" y="1974"/>
                  </a:lnTo>
                  <a:lnTo>
                    <a:pt x="1172" y="1976"/>
                  </a:lnTo>
                  <a:lnTo>
                    <a:pt x="1172" y="1976"/>
                  </a:lnTo>
                  <a:lnTo>
                    <a:pt x="1172" y="1982"/>
                  </a:lnTo>
                  <a:lnTo>
                    <a:pt x="1172" y="1982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0" y="2042"/>
                  </a:lnTo>
                  <a:lnTo>
                    <a:pt x="1150" y="2076"/>
                  </a:lnTo>
                  <a:lnTo>
                    <a:pt x="1136" y="2108"/>
                  </a:lnTo>
                  <a:lnTo>
                    <a:pt x="1122" y="2138"/>
                  </a:lnTo>
                  <a:lnTo>
                    <a:pt x="1104" y="2164"/>
                  </a:lnTo>
                  <a:lnTo>
                    <a:pt x="1084" y="2188"/>
                  </a:lnTo>
                  <a:lnTo>
                    <a:pt x="1064" y="2208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32" y="2232"/>
                  </a:lnTo>
                  <a:lnTo>
                    <a:pt x="1032" y="2232"/>
                  </a:lnTo>
                  <a:lnTo>
                    <a:pt x="1030" y="2232"/>
                  </a:lnTo>
                  <a:lnTo>
                    <a:pt x="1030" y="2232"/>
                  </a:lnTo>
                  <a:lnTo>
                    <a:pt x="1024" y="2236"/>
                  </a:lnTo>
                  <a:lnTo>
                    <a:pt x="1024" y="2236"/>
                  </a:lnTo>
                  <a:lnTo>
                    <a:pt x="1008" y="2244"/>
                  </a:lnTo>
                  <a:lnTo>
                    <a:pt x="1008" y="2244"/>
                  </a:lnTo>
                  <a:close/>
                  <a:moveTo>
                    <a:pt x="2494" y="1161"/>
                  </a:moveTo>
                  <a:lnTo>
                    <a:pt x="2494" y="1167"/>
                  </a:lnTo>
                  <a:lnTo>
                    <a:pt x="2494" y="1167"/>
                  </a:lnTo>
                  <a:lnTo>
                    <a:pt x="2492" y="1191"/>
                  </a:lnTo>
                  <a:lnTo>
                    <a:pt x="2492" y="1199"/>
                  </a:lnTo>
                  <a:lnTo>
                    <a:pt x="2492" y="1199"/>
                  </a:lnTo>
                  <a:lnTo>
                    <a:pt x="2492" y="1203"/>
                  </a:lnTo>
                  <a:lnTo>
                    <a:pt x="2492" y="1203"/>
                  </a:lnTo>
                  <a:lnTo>
                    <a:pt x="2490" y="1209"/>
                  </a:lnTo>
                  <a:lnTo>
                    <a:pt x="2490" y="1215"/>
                  </a:lnTo>
                  <a:lnTo>
                    <a:pt x="2490" y="1215"/>
                  </a:lnTo>
                  <a:lnTo>
                    <a:pt x="2488" y="1223"/>
                  </a:lnTo>
                  <a:lnTo>
                    <a:pt x="2486" y="1245"/>
                  </a:lnTo>
                  <a:lnTo>
                    <a:pt x="2474" y="1291"/>
                  </a:lnTo>
                  <a:lnTo>
                    <a:pt x="2460" y="1337"/>
                  </a:lnTo>
                  <a:lnTo>
                    <a:pt x="2440" y="1377"/>
                  </a:lnTo>
                  <a:lnTo>
                    <a:pt x="2418" y="1409"/>
                  </a:lnTo>
                  <a:lnTo>
                    <a:pt x="2398" y="1433"/>
                  </a:lnTo>
                  <a:lnTo>
                    <a:pt x="2374" y="1453"/>
                  </a:lnTo>
                  <a:lnTo>
                    <a:pt x="2350" y="1471"/>
                  </a:lnTo>
                  <a:lnTo>
                    <a:pt x="2350" y="1471"/>
                  </a:lnTo>
                  <a:lnTo>
                    <a:pt x="2346" y="1473"/>
                  </a:lnTo>
                  <a:lnTo>
                    <a:pt x="1216" y="2126"/>
                  </a:lnTo>
                  <a:lnTo>
                    <a:pt x="1216" y="2126"/>
                  </a:lnTo>
                  <a:lnTo>
                    <a:pt x="1224" y="2106"/>
                  </a:lnTo>
                  <a:lnTo>
                    <a:pt x="1224" y="2106"/>
                  </a:lnTo>
                  <a:lnTo>
                    <a:pt x="1232" y="2082"/>
                  </a:lnTo>
                  <a:lnTo>
                    <a:pt x="1234" y="2078"/>
                  </a:lnTo>
                  <a:lnTo>
                    <a:pt x="1234" y="2074"/>
                  </a:lnTo>
                  <a:lnTo>
                    <a:pt x="1234" y="2074"/>
                  </a:lnTo>
                  <a:lnTo>
                    <a:pt x="1240" y="2052"/>
                  </a:lnTo>
                  <a:lnTo>
                    <a:pt x="1240" y="2052"/>
                  </a:lnTo>
                  <a:lnTo>
                    <a:pt x="1246" y="2022"/>
                  </a:lnTo>
                  <a:lnTo>
                    <a:pt x="1246" y="2022"/>
                  </a:lnTo>
                  <a:lnTo>
                    <a:pt x="1246" y="2022"/>
                  </a:lnTo>
                  <a:lnTo>
                    <a:pt x="1250" y="1996"/>
                  </a:lnTo>
                  <a:lnTo>
                    <a:pt x="1250" y="1996"/>
                  </a:lnTo>
                  <a:lnTo>
                    <a:pt x="1250" y="1994"/>
                  </a:lnTo>
                  <a:lnTo>
                    <a:pt x="1250" y="1994"/>
                  </a:lnTo>
                  <a:lnTo>
                    <a:pt x="1250" y="1992"/>
                  </a:lnTo>
                  <a:lnTo>
                    <a:pt x="1250" y="1992"/>
                  </a:lnTo>
                  <a:lnTo>
                    <a:pt x="1252" y="1986"/>
                  </a:lnTo>
                  <a:lnTo>
                    <a:pt x="1252" y="1984"/>
                  </a:lnTo>
                  <a:lnTo>
                    <a:pt x="1252" y="1984"/>
                  </a:lnTo>
                  <a:lnTo>
                    <a:pt x="1254" y="1964"/>
                  </a:lnTo>
                  <a:lnTo>
                    <a:pt x="1254" y="1964"/>
                  </a:lnTo>
                  <a:lnTo>
                    <a:pt x="1254" y="1964"/>
                  </a:lnTo>
                  <a:lnTo>
                    <a:pt x="1254" y="1962"/>
                  </a:lnTo>
                  <a:lnTo>
                    <a:pt x="1254" y="1958"/>
                  </a:lnTo>
                  <a:lnTo>
                    <a:pt x="1254" y="1958"/>
                  </a:lnTo>
                  <a:lnTo>
                    <a:pt x="1256" y="1932"/>
                  </a:lnTo>
                  <a:lnTo>
                    <a:pt x="1256" y="1932"/>
                  </a:lnTo>
                  <a:lnTo>
                    <a:pt x="1256" y="1928"/>
                  </a:lnTo>
                  <a:lnTo>
                    <a:pt x="1256" y="1926"/>
                  </a:lnTo>
                  <a:lnTo>
                    <a:pt x="1256" y="1926"/>
                  </a:lnTo>
                  <a:lnTo>
                    <a:pt x="1258" y="1896"/>
                  </a:lnTo>
                  <a:lnTo>
                    <a:pt x="1258" y="1896"/>
                  </a:lnTo>
                  <a:lnTo>
                    <a:pt x="1256" y="1866"/>
                  </a:lnTo>
                  <a:lnTo>
                    <a:pt x="1256" y="1866"/>
                  </a:lnTo>
                  <a:lnTo>
                    <a:pt x="1256" y="1866"/>
                  </a:lnTo>
                  <a:lnTo>
                    <a:pt x="1256" y="1860"/>
                  </a:lnTo>
                  <a:lnTo>
                    <a:pt x="1256" y="1860"/>
                  </a:lnTo>
                  <a:lnTo>
                    <a:pt x="1256" y="1860"/>
                  </a:lnTo>
                  <a:lnTo>
                    <a:pt x="1254" y="1830"/>
                  </a:lnTo>
                  <a:lnTo>
                    <a:pt x="1254" y="1824"/>
                  </a:lnTo>
                  <a:lnTo>
                    <a:pt x="1254" y="1824"/>
                  </a:lnTo>
                  <a:lnTo>
                    <a:pt x="1252" y="1802"/>
                  </a:lnTo>
                  <a:lnTo>
                    <a:pt x="1252" y="1802"/>
                  </a:lnTo>
                  <a:lnTo>
                    <a:pt x="1252" y="1800"/>
                  </a:lnTo>
                  <a:lnTo>
                    <a:pt x="1252" y="1800"/>
                  </a:lnTo>
                  <a:lnTo>
                    <a:pt x="1250" y="1788"/>
                  </a:lnTo>
                  <a:lnTo>
                    <a:pt x="1250" y="1788"/>
                  </a:lnTo>
                  <a:lnTo>
                    <a:pt x="1250" y="1784"/>
                  </a:lnTo>
                  <a:lnTo>
                    <a:pt x="1250" y="1784"/>
                  </a:lnTo>
                  <a:lnTo>
                    <a:pt x="1248" y="1764"/>
                  </a:lnTo>
                  <a:lnTo>
                    <a:pt x="1246" y="1755"/>
                  </a:lnTo>
                  <a:lnTo>
                    <a:pt x="1246" y="1755"/>
                  </a:lnTo>
                  <a:lnTo>
                    <a:pt x="1242" y="1725"/>
                  </a:lnTo>
                  <a:lnTo>
                    <a:pt x="1242" y="1721"/>
                  </a:lnTo>
                  <a:lnTo>
                    <a:pt x="1242" y="1721"/>
                  </a:lnTo>
                  <a:lnTo>
                    <a:pt x="1234" y="1689"/>
                  </a:lnTo>
                  <a:lnTo>
                    <a:pt x="1234" y="1687"/>
                  </a:lnTo>
                  <a:lnTo>
                    <a:pt x="1234" y="1687"/>
                  </a:lnTo>
                  <a:lnTo>
                    <a:pt x="1226" y="1653"/>
                  </a:lnTo>
                  <a:lnTo>
                    <a:pt x="1226" y="1653"/>
                  </a:lnTo>
                  <a:lnTo>
                    <a:pt x="1226" y="1653"/>
                  </a:lnTo>
                  <a:lnTo>
                    <a:pt x="1212" y="1599"/>
                  </a:lnTo>
                  <a:lnTo>
                    <a:pt x="1194" y="1547"/>
                  </a:lnTo>
                  <a:lnTo>
                    <a:pt x="1194" y="1545"/>
                  </a:lnTo>
                  <a:lnTo>
                    <a:pt x="1194" y="1545"/>
                  </a:lnTo>
                  <a:lnTo>
                    <a:pt x="1182" y="1511"/>
                  </a:lnTo>
                  <a:lnTo>
                    <a:pt x="1182" y="1509"/>
                  </a:lnTo>
                  <a:lnTo>
                    <a:pt x="1182" y="1509"/>
                  </a:lnTo>
                  <a:lnTo>
                    <a:pt x="1168" y="1475"/>
                  </a:lnTo>
                  <a:lnTo>
                    <a:pt x="1166" y="1473"/>
                  </a:lnTo>
                  <a:lnTo>
                    <a:pt x="1166" y="1473"/>
                  </a:lnTo>
                  <a:lnTo>
                    <a:pt x="1152" y="1439"/>
                  </a:lnTo>
                  <a:lnTo>
                    <a:pt x="1152" y="1439"/>
                  </a:lnTo>
                  <a:lnTo>
                    <a:pt x="1152" y="1439"/>
                  </a:lnTo>
                  <a:lnTo>
                    <a:pt x="1136" y="1407"/>
                  </a:lnTo>
                  <a:lnTo>
                    <a:pt x="1136" y="1407"/>
                  </a:lnTo>
                  <a:lnTo>
                    <a:pt x="1136" y="1405"/>
                  </a:lnTo>
                  <a:lnTo>
                    <a:pt x="1136" y="1405"/>
                  </a:lnTo>
                  <a:lnTo>
                    <a:pt x="1134" y="1401"/>
                  </a:lnTo>
                  <a:lnTo>
                    <a:pt x="1134" y="1401"/>
                  </a:lnTo>
                  <a:lnTo>
                    <a:pt x="1134" y="1399"/>
                  </a:lnTo>
                  <a:lnTo>
                    <a:pt x="1132" y="1397"/>
                  </a:lnTo>
                  <a:lnTo>
                    <a:pt x="1132" y="1397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14" y="1363"/>
                  </a:lnTo>
                  <a:lnTo>
                    <a:pt x="1114" y="1363"/>
                  </a:lnTo>
                  <a:lnTo>
                    <a:pt x="1114" y="1361"/>
                  </a:lnTo>
                  <a:lnTo>
                    <a:pt x="1114" y="1361"/>
                  </a:lnTo>
                  <a:lnTo>
                    <a:pt x="1102" y="1337"/>
                  </a:lnTo>
                  <a:lnTo>
                    <a:pt x="1102" y="1337"/>
                  </a:lnTo>
                  <a:lnTo>
                    <a:pt x="1100" y="1333"/>
                  </a:lnTo>
                  <a:lnTo>
                    <a:pt x="1100" y="1333"/>
                  </a:lnTo>
                  <a:lnTo>
                    <a:pt x="1080" y="1299"/>
                  </a:lnTo>
                  <a:lnTo>
                    <a:pt x="1080" y="1299"/>
                  </a:lnTo>
                  <a:lnTo>
                    <a:pt x="1062" y="1267"/>
                  </a:lnTo>
                  <a:lnTo>
                    <a:pt x="1062" y="1267"/>
                  </a:lnTo>
                  <a:lnTo>
                    <a:pt x="1060" y="1265"/>
                  </a:lnTo>
                  <a:lnTo>
                    <a:pt x="1060" y="1265"/>
                  </a:lnTo>
                  <a:lnTo>
                    <a:pt x="1040" y="1235"/>
                  </a:lnTo>
                  <a:lnTo>
                    <a:pt x="1040" y="1233"/>
                  </a:lnTo>
                  <a:lnTo>
                    <a:pt x="1040" y="1233"/>
                  </a:lnTo>
                  <a:lnTo>
                    <a:pt x="1018" y="1201"/>
                  </a:lnTo>
                  <a:lnTo>
                    <a:pt x="1018" y="1201"/>
                  </a:lnTo>
                  <a:lnTo>
                    <a:pt x="996" y="1169"/>
                  </a:lnTo>
                  <a:lnTo>
                    <a:pt x="996" y="1169"/>
                  </a:lnTo>
                  <a:lnTo>
                    <a:pt x="996" y="1169"/>
                  </a:lnTo>
                  <a:lnTo>
                    <a:pt x="972" y="1137"/>
                  </a:lnTo>
                  <a:lnTo>
                    <a:pt x="972" y="1137"/>
                  </a:lnTo>
                  <a:lnTo>
                    <a:pt x="948" y="1109"/>
                  </a:lnTo>
                  <a:lnTo>
                    <a:pt x="948" y="1107"/>
                  </a:lnTo>
                  <a:lnTo>
                    <a:pt x="948" y="1107"/>
                  </a:lnTo>
                  <a:lnTo>
                    <a:pt x="924" y="1079"/>
                  </a:lnTo>
                  <a:lnTo>
                    <a:pt x="922" y="1077"/>
                  </a:lnTo>
                  <a:lnTo>
                    <a:pt x="922" y="1077"/>
                  </a:lnTo>
                  <a:lnTo>
                    <a:pt x="898" y="1051"/>
                  </a:lnTo>
                  <a:lnTo>
                    <a:pt x="898" y="1051"/>
                  </a:lnTo>
                  <a:lnTo>
                    <a:pt x="898" y="1051"/>
                  </a:lnTo>
                  <a:lnTo>
                    <a:pt x="872" y="1023"/>
                  </a:lnTo>
                  <a:lnTo>
                    <a:pt x="872" y="1023"/>
                  </a:lnTo>
                  <a:lnTo>
                    <a:pt x="872" y="1023"/>
                  </a:lnTo>
                  <a:lnTo>
                    <a:pt x="846" y="997"/>
                  </a:lnTo>
                  <a:lnTo>
                    <a:pt x="846" y="997"/>
                  </a:lnTo>
                  <a:lnTo>
                    <a:pt x="820" y="973"/>
                  </a:lnTo>
                  <a:lnTo>
                    <a:pt x="820" y="973"/>
                  </a:lnTo>
                  <a:lnTo>
                    <a:pt x="792" y="949"/>
                  </a:lnTo>
                  <a:lnTo>
                    <a:pt x="792" y="949"/>
                  </a:lnTo>
                  <a:lnTo>
                    <a:pt x="792" y="949"/>
                  </a:lnTo>
                  <a:lnTo>
                    <a:pt x="764" y="927"/>
                  </a:lnTo>
                  <a:lnTo>
                    <a:pt x="764" y="927"/>
                  </a:lnTo>
                  <a:lnTo>
                    <a:pt x="736" y="905"/>
                  </a:lnTo>
                  <a:lnTo>
                    <a:pt x="736" y="905"/>
                  </a:lnTo>
                  <a:lnTo>
                    <a:pt x="736" y="905"/>
                  </a:lnTo>
                  <a:lnTo>
                    <a:pt x="708" y="885"/>
                  </a:lnTo>
                  <a:lnTo>
                    <a:pt x="708" y="885"/>
                  </a:lnTo>
                  <a:lnTo>
                    <a:pt x="680" y="865"/>
                  </a:lnTo>
                  <a:lnTo>
                    <a:pt x="680" y="865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7"/>
                  </a:lnTo>
                  <a:lnTo>
                    <a:pt x="650" y="847"/>
                  </a:lnTo>
                  <a:lnTo>
                    <a:pt x="620" y="831"/>
                  </a:lnTo>
                  <a:lnTo>
                    <a:pt x="620" y="831"/>
                  </a:lnTo>
                  <a:lnTo>
                    <a:pt x="592" y="817"/>
                  </a:lnTo>
                  <a:lnTo>
                    <a:pt x="592" y="817"/>
                  </a:lnTo>
                  <a:lnTo>
                    <a:pt x="592" y="817"/>
                  </a:lnTo>
                  <a:lnTo>
                    <a:pt x="562" y="805"/>
                  </a:lnTo>
                  <a:lnTo>
                    <a:pt x="562" y="805"/>
                  </a:lnTo>
                  <a:lnTo>
                    <a:pt x="536" y="793"/>
                  </a:lnTo>
                  <a:lnTo>
                    <a:pt x="536" y="793"/>
                  </a:lnTo>
                  <a:lnTo>
                    <a:pt x="536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06" y="785"/>
                  </a:lnTo>
                  <a:lnTo>
                    <a:pt x="506" y="783"/>
                  </a:lnTo>
                  <a:lnTo>
                    <a:pt x="506" y="783"/>
                  </a:lnTo>
                  <a:lnTo>
                    <a:pt x="478" y="777"/>
                  </a:lnTo>
                  <a:lnTo>
                    <a:pt x="476" y="775"/>
                  </a:lnTo>
                  <a:lnTo>
                    <a:pt x="476" y="775"/>
                  </a:lnTo>
                  <a:lnTo>
                    <a:pt x="450" y="769"/>
                  </a:lnTo>
                  <a:lnTo>
                    <a:pt x="448" y="769"/>
                  </a:lnTo>
                  <a:lnTo>
                    <a:pt x="448" y="769"/>
                  </a:lnTo>
                  <a:lnTo>
                    <a:pt x="424" y="765"/>
                  </a:lnTo>
                  <a:lnTo>
                    <a:pt x="422" y="765"/>
                  </a:lnTo>
                  <a:lnTo>
                    <a:pt x="1546" y="114"/>
                  </a:lnTo>
                  <a:lnTo>
                    <a:pt x="1550" y="112"/>
                  </a:lnTo>
                  <a:lnTo>
                    <a:pt x="1550" y="112"/>
                  </a:lnTo>
                  <a:lnTo>
                    <a:pt x="1566" y="104"/>
                  </a:lnTo>
                  <a:lnTo>
                    <a:pt x="1566" y="104"/>
                  </a:lnTo>
                  <a:lnTo>
                    <a:pt x="1582" y="98"/>
                  </a:lnTo>
                  <a:lnTo>
                    <a:pt x="1582" y="98"/>
                  </a:lnTo>
                  <a:lnTo>
                    <a:pt x="1588" y="96"/>
                  </a:lnTo>
                  <a:lnTo>
                    <a:pt x="1588" y="96"/>
                  </a:lnTo>
                  <a:lnTo>
                    <a:pt x="1600" y="92"/>
                  </a:lnTo>
                  <a:lnTo>
                    <a:pt x="1604" y="90"/>
                  </a:lnTo>
                  <a:lnTo>
                    <a:pt x="1604" y="90"/>
                  </a:lnTo>
                  <a:lnTo>
                    <a:pt x="1622" y="86"/>
                  </a:lnTo>
                  <a:lnTo>
                    <a:pt x="1626" y="86"/>
                  </a:lnTo>
                  <a:lnTo>
                    <a:pt x="1626" y="86"/>
                  </a:lnTo>
                  <a:lnTo>
                    <a:pt x="1640" y="84"/>
                  </a:lnTo>
                  <a:lnTo>
                    <a:pt x="1644" y="82"/>
                  </a:lnTo>
                  <a:lnTo>
                    <a:pt x="1644" y="82"/>
                  </a:lnTo>
                  <a:lnTo>
                    <a:pt x="1662" y="80"/>
                  </a:lnTo>
                  <a:lnTo>
                    <a:pt x="1666" y="80"/>
                  </a:lnTo>
                  <a:lnTo>
                    <a:pt x="1666" y="80"/>
                  </a:lnTo>
                  <a:lnTo>
                    <a:pt x="1676" y="80"/>
                  </a:lnTo>
                  <a:lnTo>
                    <a:pt x="1678" y="80"/>
                  </a:lnTo>
                  <a:lnTo>
                    <a:pt x="1678" y="80"/>
                  </a:lnTo>
                  <a:lnTo>
                    <a:pt x="1680" y="80"/>
                  </a:lnTo>
                  <a:lnTo>
                    <a:pt x="1680" y="80"/>
                  </a:lnTo>
                  <a:lnTo>
                    <a:pt x="1690" y="80"/>
                  </a:lnTo>
                  <a:lnTo>
                    <a:pt x="1690" y="80"/>
                  </a:lnTo>
                  <a:lnTo>
                    <a:pt x="1696" y="80"/>
                  </a:lnTo>
                  <a:lnTo>
                    <a:pt x="1696" y="80"/>
                  </a:lnTo>
                  <a:lnTo>
                    <a:pt x="1700" y="80"/>
                  </a:lnTo>
                  <a:lnTo>
                    <a:pt x="1712" y="82"/>
                  </a:lnTo>
                  <a:lnTo>
                    <a:pt x="1712" y="82"/>
                  </a:lnTo>
                  <a:lnTo>
                    <a:pt x="1726" y="82"/>
                  </a:lnTo>
                  <a:lnTo>
                    <a:pt x="1732" y="84"/>
                  </a:lnTo>
                  <a:lnTo>
                    <a:pt x="1732" y="84"/>
                  </a:lnTo>
                  <a:lnTo>
                    <a:pt x="1738" y="84"/>
                  </a:lnTo>
                  <a:lnTo>
                    <a:pt x="1738" y="84"/>
                  </a:lnTo>
                  <a:lnTo>
                    <a:pt x="1750" y="86"/>
                  </a:lnTo>
                  <a:lnTo>
                    <a:pt x="1760" y="88"/>
                  </a:lnTo>
                  <a:lnTo>
                    <a:pt x="1760" y="88"/>
                  </a:lnTo>
                  <a:lnTo>
                    <a:pt x="1770" y="90"/>
                  </a:lnTo>
                  <a:lnTo>
                    <a:pt x="1778" y="94"/>
                  </a:lnTo>
                  <a:lnTo>
                    <a:pt x="1778" y="94"/>
                  </a:lnTo>
                  <a:lnTo>
                    <a:pt x="1788" y="96"/>
                  </a:lnTo>
                  <a:lnTo>
                    <a:pt x="1788" y="96"/>
                  </a:lnTo>
                  <a:lnTo>
                    <a:pt x="1796" y="98"/>
                  </a:lnTo>
                  <a:lnTo>
                    <a:pt x="1806" y="100"/>
                  </a:lnTo>
                  <a:lnTo>
                    <a:pt x="1806" y="100"/>
                  </a:lnTo>
                  <a:lnTo>
                    <a:pt x="1814" y="104"/>
                  </a:lnTo>
                  <a:lnTo>
                    <a:pt x="1814" y="104"/>
                  </a:lnTo>
                  <a:lnTo>
                    <a:pt x="1822" y="106"/>
                  </a:lnTo>
                  <a:lnTo>
                    <a:pt x="1828" y="110"/>
                  </a:lnTo>
                  <a:lnTo>
                    <a:pt x="1828" y="110"/>
                  </a:lnTo>
                  <a:lnTo>
                    <a:pt x="1836" y="112"/>
                  </a:lnTo>
                  <a:lnTo>
                    <a:pt x="1836" y="112"/>
                  </a:lnTo>
                  <a:lnTo>
                    <a:pt x="1844" y="114"/>
                  </a:lnTo>
                  <a:lnTo>
                    <a:pt x="1850" y="118"/>
                  </a:lnTo>
                  <a:lnTo>
                    <a:pt x="1850" y="118"/>
                  </a:lnTo>
                  <a:lnTo>
                    <a:pt x="1858" y="120"/>
                  </a:lnTo>
                  <a:lnTo>
                    <a:pt x="1858" y="120"/>
                  </a:lnTo>
                  <a:lnTo>
                    <a:pt x="1864" y="124"/>
                  </a:lnTo>
                  <a:lnTo>
                    <a:pt x="1900" y="142"/>
                  </a:lnTo>
                  <a:lnTo>
                    <a:pt x="1948" y="168"/>
                  </a:lnTo>
                  <a:lnTo>
                    <a:pt x="1948" y="170"/>
                  </a:lnTo>
                  <a:lnTo>
                    <a:pt x="1956" y="174"/>
                  </a:lnTo>
                  <a:lnTo>
                    <a:pt x="1996" y="202"/>
                  </a:lnTo>
                  <a:lnTo>
                    <a:pt x="1996" y="202"/>
                  </a:lnTo>
                  <a:lnTo>
                    <a:pt x="2032" y="228"/>
                  </a:lnTo>
                  <a:lnTo>
                    <a:pt x="2068" y="258"/>
                  </a:lnTo>
                  <a:lnTo>
                    <a:pt x="2102" y="290"/>
                  </a:lnTo>
                  <a:lnTo>
                    <a:pt x="2136" y="322"/>
                  </a:lnTo>
                  <a:lnTo>
                    <a:pt x="2170" y="358"/>
                  </a:lnTo>
                  <a:lnTo>
                    <a:pt x="2202" y="396"/>
                  </a:lnTo>
                  <a:lnTo>
                    <a:pt x="2234" y="436"/>
                  </a:lnTo>
                  <a:lnTo>
                    <a:pt x="2264" y="476"/>
                  </a:lnTo>
                  <a:lnTo>
                    <a:pt x="2274" y="492"/>
                  </a:lnTo>
                  <a:lnTo>
                    <a:pt x="2328" y="578"/>
                  </a:lnTo>
                  <a:lnTo>
                    <a:pt x="2364" y="558"/>
                  </a:lnTo>
                  <a:lnTo>
                    <a:pt x="2330" y="580"/>
                  </a:lnTo>
                  <a:lnTo>
                    <a:pt x="2348" y="615"/>
                  </a:lnTo>
                  <a:lnTo>
                    <a:pt x="2348" y="615"/>
                  </a:lnTo>
                  <a:lnTo>
                    <a:pt x="2356" y="629"/>
                  </a:lnTo>
                  <a:lnTo>
                    <a:pt x="2356" y="629"/>
                  </a:lnTo>
                  <a:lnTo>
                    <a:pt x="2360" y="635"/>
                  </a:lnTo>
                  <a:lnTo>
                    <a:pt x="2362" y="639"/>
                  </a:lnTo>
                  <a:lnTo>
                    <a:pt x="2362" y="639"/>
                  </a:lnTo>
                  <a:lnTo>
                    <a:pt x="2366" y="649"/>
                  </a:lnTo>
                  <a:lnTo>
                    <a:pt x="2366" y="649"/>
                  </a:lnTo>
                  <a:lnTo>
                    <a:pt x="2378" y="671"/>
                  </a:lnTo>
                  <a:lnTo>
                    <a:pt x="2384" y="683"/>
                  </a:lnTo>
                  <a:lnTo>
                    <a:pt x="2384" y="683"/>
                  </a:lnTo>
                  <a:lnTo>
                    <a:pt x="2390" y="697"/>
                  </a:lnTo>
                  <a:lnTo>
                    <a:pt x="2394" y="707"/>
                  </a:lnTo>
                  <a:lnTo>
                    <a:pt x="2422" y="773"/>
                  </a:lnTo>
                  <a:lnTo>
                    <a:pt x="2422" y="773"/>
                  </a:lnTo>
                  <a:lnTo>
                    <a:pt x="2444" y="833"/>
                  </a:lnTo>
                  <a:lnTo>
                    <a:pt x="2444" y="835"/>
                  </a:lnTo>
                  <a:lnTo>
                    <a:pt x="2444" y="835"/>
                  </a:lnTo>
                  <a:lnTo>
                    <a:pt x="2444" y="835"/>
                  </a:lnTo>
                  <a:lnTo>
                    <a:pt x="2456" y="875"/>
                  </a:lnTo>
                  <a:lnTo>
                    <a:pt x="2470" y="927"/>
                  </a:lnTo>
                  <a:lnTo>
                    <a:pt x="2470" y="927"/>
                  </a:lnTo>
                  <a:lnTo>
                    <a:pt x="2472" y="937"/>
                  </a:lnTo>
                  <a:lnTo>
                    <a:pt x="2474" y="947"/>
                  </a:lnTo>
                  <a:lnTo>
                    <a:pt x="2474" y="947"/>
                  </a:lnTo>
                  <a:lnTo>
                    <a:pt x="2476" y="957"/>
                  </a:lnTo>
                  <a:lnTo>
                    <a:pt x="2476" y="957"/>
                  </a:lnTo>
                  <a:lnTo>
                    <a:pt x="2478" y="969"/>
                  </a:lnTo>
                  <a:lnTo>
                    <a:pt x="2482" y="983"/>
                  </a:lnTo>
                  <a:lnTo>
                    <a:pt x="2482" y="983"/>
                  </a:lnTo>
                  <a:lnTo>
                    <a:pt x="2484" y="1001"/>
                  </a:lnTo>
                  <a:lnTo>
                    <a:pt x="2486" y="1007"/>
                  </a:lnTo>
                  <a:lnTo>
                    <a:pt x="2486" y="1007"/>
                  </a:lnTo>
                  <a:lnTo>
                    <a:pt x="2486" y="1015"/>
                  </a:lnTo>
                  <a:lnTo>
                    <a:pt x="2486" y="1019"/>
                  </a:lnTo>
                  <a:lnTo>
                    <a:pt x="2486" y="1019"/>
                  </a:lnTo>
                  <a:lnTo>
                    <a:pt x="2488" y="1023"/>
                  </a:lnTo>
                  <a:lnTo>
                    <a:pt x="2488" y="1023"/>
                  </a:lnTo>
                  <a:lnTo>
                    <a:pt x="2488" y="1027"/>
                  </a:lnTo>
                  <a:lnTo>
                    <a:pt x="2488" y="1031"/>
                  </a:lnTo>
                  <a:lnTo>
                    <a:pt x="2488" y="1031"/>
                  </a:lnTo>
                  <a:lnTo>
                    <a:pt x="2490" y="1049"/>
                  </a:lnTo>
                  <a:lnTo>
                    <a:pt x="2490" y="1049"/>
                  </a:lnTo>
                  <a:lnTo>
                    <a:pt x="2492" y="1055"/>
                  </a:lnTo>
                  <a:lnTo>
                    <a:pt x="2492" y="1055"/>
                  </a:lnTo>
                  <a:lnTo>
                    <a:pt x="2492" y="1057"/>
                  </a:lnTo>
                  <a:lnTo>
                    <a:pt x="2492" y="1057"/>
                  </a:lnTo>
                  <a:lnTo>
                    <a:pt x="2492" y="1067"/>
                  </a:lnTo>
                  <a:lnTo>
                    <a:pt x="2492" y="1075"/>
                  </a:lnTo>
                  <a:lnTo>
                    <a:pt x="2492" y="1075"/>
                  </a:lnTo>
                  <a:lnTo>
                    <a:pt x="2494" y="1101"/>
                  </a:lnTo>
                  <a:lnTo>
                    <a:pt x="2494" y="1107"/>
                  </a:lnTo>
                  <a:lnTo>
                    <a:pt x="2494" y="1107"/>
                  </a:lnTo>
                  <a:lnTo>
                    <a:pt x="2496" y="1135"/>
                  </a:lnTo>
                  <a:lnTo>
                    <a:pt x="2496" y="1135"/>
                  </a:lnTo>
                  <a:lnTo>
                    <a:pt x="2494" y="1161"/>
                  </a:lnTo>
                  <a:lnTo>
                    <a:pt x="2494" y="1161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40" name="Rectangle 66"/>
            <p:cNvSpPr/>
            <p:nvPr/>
          </p:nvSpPr>
          <p:spPr>
            <a:xfrm>
              <a:off x="7255440" y="3531600"/>
              <a:ext cx="360" cy="36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" bIns="3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441" name="타원 11"/>
          <p:cNvSpPr/>
          <p:nvPr/>
        </p:nvSpPr>
        <p:spPr>
          <a:xfrm>
            <a:off x="5034600" y="3180960"/>
            <a:ext cx="641160" cy="64116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1442" name="그룹 3"/>
          <p:cNvGrpSpPr/>
          <p:nvPr/>
        </p:nvGrpSpPr>
        <p:grpSpPr>
          <a:xfrm>
            <a:off x="5122800" y="3348360"/>
            <a:ext cx="464400" cy="297000"/>
            <a:chOff x="5122800" y="3348360"/>
            <a:chExt cx="464400" cy="297000"/>
          </a:xfrm>
        </p:grpSpPr>
        <p:sp>
          <p:nvSpPr>
            <p:cNvPr id="1443" name="AutoShape 68"/>
            <p:cNvSpPr/>
            <p:nvPr/>
          </p:nvSpPr>
          <p:spPr>
            <a:xfrm>
              <a:off x="5122800" y="3348360"/>
              <a:ext cx="464400" cy="29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44" name="Freeform 70"/>
            <p:cNvSpPr/>
            <p:nvPr/>
          </p:nvSpPr>
          <p:spPr>
            <a:xfrm>
              <a:off x="5176800" y="3348360"/>
              <a:ext cx="316440" cy="157680"/>
            </a:xfrm>
            <a:custGeom>
              <a:avLst/>
              <a:gdLst>
                <a:gd name="textAreaLeft" fmla="*/ 0 w 316440"/>
                <a:gd name="textAreaRight" fmla="*/ 316800 w 316440"/>
                <a:gd name="textAreaTop" fmla="*/ 0 h 157680"/>
                <a:gd name="textAreaBottom" fmla="*/ 158040 h 157680"/>
              </a:gdLst>
              <a:ahLst/>
              <a:rect l="textAreaLeft" t="textAreaTop" r="textAreaRight" b="textAreaBottom"/>
              <a:pathLst>
                <a:path w="2243" h="1120">
                  <a:moveTo>
                    <a:pt x="1327" y="0"/>
                  </a:moveTo>
                  <a:lnTo>
                    <a:pt x="13" y="641"/>
                  </a:lnTo>
                  <a:lnTo>
                    <a:pt x="5" y="645"/>
                  </a:lnTo>
                  <a:lnTo>
                    <a:pt x="0" y="723"/>
                  </a:lnTo>
                  <a:lnTo>
                    <a:pt x="1029" y="1118"/>
                  </a:lnTo>
                  <a:lnTo>
                    <a:pt x="1036" y="1120"/>
                  </a:lnTo>
                  <a:lnTo>
                    <a:pt x="2216" y="347"/>
                  </a:lnTo>
                  <a:lnTo>
                    <a:pt x="2221" y="343"/>
                  </a:lnTo>
                  <a:lnTo>
                    <a:pt x="2243" y="241"/>
                  </a:lnTo>
                  <a:lnTo>
                    <a:pt x="1327" y="0"/>
                  </a:lnTo>
                  <a:lnTo>
                    <a:pt x="1327" y="0"/>
                  </a:lnTo>
                  <a:close/>
                  <a:moveTo>
                    <a:pt x="1328" y="31"/>
                  </a:moveTo>
                  <a:lnTo>
                    <a:pt x="2190" y="258"/>
                  </a:lnTo>
                  <a:lnTo>
                    <a:pt x="1038" y="1009"/>
                  </a:lnTo>
                  <a:lnTo>
                    <a:pt x="56" y="652"/>
                  </a:lnTo>
                  <a:lnTo>
                    <a:pt x="1328" y="31"/>
                  </a:lnTo>
                  <a:lnTo>
                    <a:pt x="1328" y="31"/>
                  </a:lnTo>
                  <a:close/>
                  <a:moveTo>
                    <a:pt x="1033" y="1087"/>
                  </a:moveTo>
                  <a:lnTo>
                    <a:pt x="31" y="703"/>
                  </a:lnTo>
                  <a:lnTo>
                    <a:pt x="33" y="675"/>
                  </a:lnTo>
                  <a:lnTo>
                    <a:pt x="1034" y="1038"/>
                  </a:lnTo>
                  <a:lnTo>
                    <a:pt x="1042" y="1042"/>
                  </a:lnTo>
                  <a:lnTo>
                    <a:pt x="2203" y="285"/>
                  </a:lnTo>
                  <a:lnTo>
                    <a:pt x="2194" y="325"/>
                  </a:lnTo>
                  <a:lnTo>
                    <a:pt x="1033" y="1087"/>
                  </a:lnTo>
                  <a:lnTo>
                    <a:pt x="1033" y="10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45" name="Freeform 71"/>
            <p:cNvSpPr/>
            <p:nvPr/>
          </p:nvSpPr>
          <p:spPr>
            <a:xfrm>
              <a:off x="5122800" y="3409560"/>
              <a:ext cx="464400" cy="235440"/>
            </a:xfrm>
            <a:custGeom>
              <a:avLst/>
              <a:gdLst>
                <a:gd name="textAreaLeft" fmla="*/ 0 w 464400"/>
                <a:gd name="textAreaRight" fmla="*/ 464760 w 464400"/>
                <a:gd name="textAreaTop" fmla="*/ 0 h 235440"/>
                <a:gd name="textAreaBottom" fmla="*/ 235800 h 235440"/>
              </a:gdLst>
              <a:ahLst/>
              <a:rect l="textAreaLeft" t="textAreaTop" r="textAreaRight" b="textAreaBottom"/>
              <a:pathLst>
                <a:path w="3294" h="1672">
                  <a:moveTo>
                    <a:pt x="1926" y="0"/>
                  </a:moveTo>
                  <a:lnTo>
                    <a:pt x="15" y="1015"/>
                  </a:lnTo>
                  <a:lnTo>
                    <a:pt x="4" y="1020"/>
                  </a:lnTo>
                  <a:lnTo>
                    <a:pt x="0" y="1135"/>
                  </a:lnTo>
                  <a:lnTo>
                    <a:pt x="1543" y="1668"/>
                  </a:lnTo>
                  <a:lnTo>
                    <a:pt x="1554" y="1672"/>
                  </a:lnTo>
                  <a:lnTo>
                    <a:pt x="3260" y="466"/>
                  </a:lnTo>
                  <a:lnTo>
                    <a:pt x="3267" y="461"/>
                  </a:lnTo>
                  <a:lnTo>
                    <a:pt x="3294" y="310"/>
                  </a:lnTo>
                  <a:lnTo>
                    <a:pt x="1926" y="0"/>
                  </a:lnTo>
                  <a:lnTo>
                    <a:pt x="1926" y="0"/>
                  </a:lnTo>
                  <a:close/>
                  <a:moveTo>
                    <a:pt x="45" y="1064"/>
                  </a:moveTo>
                  <a:lnTo>
                    <a:pt x="1532" y="1547"/>
                  </a:lnTo>
                  <a:lnTo>
                    <a:pt x="1530" y="1618"/>
                  </a:lnTo>
                  <a:lnTo>
                    <a:pt x="45" y="1104"/>
                  </a:lnTo>
                  <a:lnTo>
                    <a:pt x="45" y="1064"/>
                  </a:lnTo>
                  <a:lnTo>
                    <a:pt x="45" y="1064"/>
                  </a:lnTo>
                  <a:close/>
                  <a:moveTo>
                    <a:pt x="3227" y="436"/>
                  </a:moveTo>
                  <a:lnTo>
                    <a:pt x="1573" y="1603"/>
                  </a:lnTo>
                  <a:lnTo>
                    <a:pt x="1575" y="1543"/>
                  </a:lnTo>
                  <a:lnTo>
                    <a:pt x="3238" y="376"/>
                  </a:lnTo>
                  <a:lnTo>
                    <a:pt x="3227" y="436"/>
                  </a:lnTo>
                  <a:lnTo>
                    <a:pt x="3227" y="43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44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44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449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 텍스트를 입력하세요 텍스트를 입력하세요 </a:t>
            </a:r>
            <a:endParaRPr b="0" lang="en-US" sz="19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9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1450" name="PlaceHolder 5"/>
          <p:cNvSpPr>
            <a:spLocks noGrp="1"/>
          </p:cNvSpPr>
          <p:nvPr>
            <p:ph type="sldNum" idx="104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86116A3-2997-42A2-A66E-C2B2F839EB6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451" name="PlaceHolder 6"/>
          <p:cNvSpPr>
            <a:spLocks noGrp="1"/>
          </p:cNvSpPr>
          <p:nvPr>
            <p:ph type="ftr" idx="105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452" name="모서리가 둥근 직사각형 77"/>
          <p:cNvSpPr/>
          <p:nvPr/>
        </p:nvSpPr>
        <p:spPr>
          <a:xfrm>
            <a:off x="956520" y="2706480"/>
            <a:ext cx="7992360" cy="180000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1453" name="그룹 78"/>
          <p:cNvGrpSpPr/>
          <p:nvPr/>
        </p:nvGrpSpPr>
        <p:grpSpPr>
          <a:xfrm>
            <a:off x="2776320" y="3292560"/>
            <a:ext cx="4353120" cy="627840"/>
            <a:chOff x="2776320" y="3292560"/>
            <a:chExt cx="4353120" cy="627840"/>
          </a:xfrm>
        </p:grpSpPr>
        <p:sp>
          <p:nvSpPr>
            <p:cNvPr id="1454" name="타원 79"/>
            <p:cNvSpPr/>
            <p:nvPr/>
          </p:nvSpPr>
          <p:spPr>
            <a:xfrm>
              <a:off x="2776320" y="3292560"/>
              <a:ext cx="627840" cy="627840"/>
            </a:xfrm>
            <a:prstGeom prst="ellipse">
              <a:avLst/>
            </a:prstGeom>
            <a:solidFill>
              <a:schemeClr val="bg2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55" name="타원 80"/>
            <p:cNvSpPr/>
            <p:nvPr/>
          </p:nvSpPr>
          <p:spPr>
            <a:xfrm>
              <a:off x="4638960" y="3292560"/>
              <a:ext cx="627840" cy="627840"/>
            </a:xfrm>
            <a:prstGeom prst="ellipse">
              <a:avLst/>
            </a:prstGeom>
            <a:solidFill>
              <a:schemeClr val="bg2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56" name="타원 81"/>
            <p:cNvSpPr/>
            <p:nvPr/>
          </p:nvSpPr>
          <p:spPr>
            <a:xfrm>
              <a:off x="6501600" y="3292560"/>
              <a:ext cx="627840" cy="627840"/>
            </a:xfrm>
            <a:prstGeom prst="ellipse">
              <a:avLst/>
            </a:prstGeom>
            <a:solidFill>
              <a:schemeClr val="bg2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457" name="타원 82"/>
          <p:cNvSpPr/>
          <p:nvPr/>
        </p:nvSpPr>
        <p:spPr>
          <a:xfrm>
            <a:off x="1444320" y="2853000"/>
            <a:ext cx="1511640" cy="1511640"/>
          </a:xfrm>
          <a:prstGeom prst="ellipse">
            <a:avLst/>
          </a:prstGeom>
          <a:solidFill>
            <a:schemeClr val="accent3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58" name="타원 83"/>
          <p:cNvSpPr/>
          <p:nvPr/>
        </p:nvSpPr>
        <p:spPr>
          <a:xfrm>
            <a:off x="3279240" y="2853000"/>
            <a:ext cx="1511640" cy="1511640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400" spc="-2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1459" name="타원 84"/>
          <p:cNvSpPr/>
          <p:nvPr/>
        </p:nvSpPr>
        <p:spPr>
          <a:xfrm>
            <a:off x="5114520" y="2853000"/>
            <a:ext cx="1511640" cy="1511640"/>
          </a:xfrm>
          <a:prstGeom prst="ellipse">
            <a:avLst/>
          </a:prstGeom>
          <a:solidFill>
            <a:schemeClr val="accent3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60" name="타원 85"/>
          <p:cNvSpPr/>
          <p:nvPr/>
        </p:nvSpPr>
        <p:spPr>
          <a:xfrm>
            <a:off x="6949440" y="2853000"/>
            <a:ext cx="1511640" cy="1511640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461" name="직사각형 102"/>
          <p:cNvSpPr/>
          <p:nvPr/>
        </p:nvSpPr>
        <p:spPr>
          <a:xfrm>
            <a:off x="1951560" y="2284560"/>
            <a:ext cx="4975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01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62" name="직사각형 103"/>
          <p:cNvSpPr/>
          <p:nvPr/>
        </p:nvSpPr>
        <p:spPr>
          <a:xfrm>
            <a:off x="3786480" y="2284560"/>
            <a:ext cx="4975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02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63" name="직사각형 104"/>
          <p:cNvSpPr/>
          <p:nvPr/>
        </p:nvSpPr>
        <p:spPr>
          <a:xfrm>
            <a:off x="5621400" y="2284560"/>
            <a:ext cx="4975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03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64" name="직사각형 105"/>
          <p:cNvSpPr/>
          <p:nvPr/>
        </p:nvSpPr>
        <p:spPr>
          <a:xfrm>
            <a:off x="7456680" y="2284560"/>
            <a:ext cx="4975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04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65" name="직사각형 107"/>
          <p:cNvSpPr/>
          <p:nvPr/>
        </p:nvSpPr>
        <p:spPr>
          <a:xfrm>
            <a:off x="1590840" y="4677840"/>
            <a:ext cx="1218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66" name="직사각형 108"/>
          <p:cNvSpPr/>
          <p:nvPr/>
        </p:nvSpPr>
        <p:spPr>
          <a:xfrm>
            <a:off x="1445400" y="4981320"/>
            <a:ext cx="15368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67" name="직사각형 110"/>
          <p:cNvSpPr/>
          <p:nvPr/>
        </p:nvSpPr>
        <p:spPr>
          <a:xfrm>
            <a:off x="3426120" y="4677840"/>
            <a:ext cx="1218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68" name="직사각형 111"/>
          <p:cNvSpPr/>
          <p:nvPr/>
        </p:nvSpPr>
        <p:spPr>
          <a:xfrm>
            <a:off x="3280680" y="4981320"/>
            <a:ext cx="15368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69" name="직사각형 113"/>
          <p:cNvSpPr/>
          <p:nvPr/>
        </p:nvSpPr>
        <p:spPr>
          <a:xfrm>
            <a:off x="5261040" y="4677840"/>
            <a:ext cx="1218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70" name="직사각형 114"/>
          <p:cNvSpPr/>
          <p:nvPr/>
        </p:nvSpPr>
        <p:spPr>
          <a:xfrm>
            <a:off x="5115600" y="4981680"/>
            <a:ext cx="15368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71" name="직사각형 116"/>
          <p:cNvSpPr/>
          <p:nvPr/>
        </p:nvSpPr>
        <p:spPr>
          <a:xfrm>
            <a:off x="7095960" y="4678200"/>
            <a:ext cx="1218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72" name="직사각형 117"/>
          <p:cNvSpPr/>
          <p:nvPr/>
        </p:nvSpPr>
        <p:spPr>
          <a:xfrm>
            <a:off x="6936840" y="4981680"/>
            <a:ext cx="15368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73" name="그룹 2"/>
          <p:cNvGrpSpPr/>
          <p:nvPr/>
        </p:nvGrpSpPr>
        <p:grpSpPr>
          <a:xfrm>
            <a:off x="3767760" y="3345840"/>
            <a:ext cx="507600" cy="464760"/>
            <a:chOff x="3767760" y="3345840"/>
            <a:chExt cx="507600" cy="464760"/>
          </a:xfrm>
        </p:grpSpPr>
        <p:sp>
          <p:nvSpPr>
            <p:cNvPr id="1474" name="AutoShape 116"/>
            <p:cNvSpPr/>
            <p:nvPr/>
          </p:nvSpPr>
          <p:spPr>
            <a:xfrm>
              <a:off x="3767760" y="3345840"/>
              <a:ext cx="507600" cy="46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75" name="Freeform 118"/>
            <p:cNvSpPr/>
            <p:nvPr/>
          </p:nvSpPr>
          <p:spPr>
            <a:xfrm>
              <a:off x="3778920" y="3687120"/>
              <a:ext cx="33120" cy="4104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41040"/>
                <a:gd name="textAreaBottom" fmla="*/ 41400 h 41040"/>
              </a:gdLst>
              <a:ahLst/>
              <a:rect l="textAreaLeft" t="textAreaTop" r="textAreaRight" b="textAreaBottom"/>
              <a:pathLst>
                <a:path w="107" h="130">
                  <a:moveTo>
                    <a:pt x="41" y="19"/>
                  </a:moveTo>
                  <a:lnTo>
                    <a:pt x="41" y="112"/>
                  </a:lnTo>
                  <a:lnTo>
                    <a:pt x="107" y="112"/>
                  </a:lnTo>
                  <a:lnTo>
                    <a:pt x="107" y="19"/>
                  </a:lnTo>
                  <a:lnTo>
                    <a:pt x="41" y="19"/>
                  </a:lnTo>
                  <a:lnTo>
                    <a:pt x="41" y="19"/>
                  </a:lnTo>
                  <a:close/>
                  <a:moveTo>
                    <a:pt x="23" y="12"/>
                  </a:moveTo>
                  <a:lnTo>
                    <a:pt x="23" y="118"/>
                  </a:lnTo>
                  <a:lnTo>
                    <a:pt x="23" y="118"/>
                  </a:lnTo>
                  <a:lnTo>
                    <a:pt x="22" y="123"/>
                  </a:lnTo>
                  <a:lnTo>
                    <a:pt x="20" y="126"/>
                  </a:lnTo>
                  <a:lnTo>
                    <a:pt x="16" y="129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6" y="129"/>
                  </a:lnTo>
                  <a:lnTo>
                    <a:pt x="3" y="126"/>
                  </a:lnTo>
                  <a:lnTo>
                    <a:pt x="1" y="123"/>
                  </a:lnTo>
                  <a:lnTo>
                    <a:pt x="0" y="118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8"/>
                  </a:lnTo>
                  <a:lnTo>
                    <a:pt x="3" y="3"/>
                  </a:lnTo>
                  <a:lnTo>
                    <a:pt x="6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6" y="1"/>
                  </a:lnTo>
                  <a:lnTo>
                    <a:pt x="20" y="3"/>
                  </a:lnTo>
                  <a:lnTo>
                    <a:pt x="22" y="8"/>
                  </a:lnTo>
                  <a:lnTo>
                    <a:pt x="23" y="12"/>
                  </a:lnTo>
                  <a:lnTo>
                    <a:pt x="23" y="1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0520" bIns="2052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76" name="Freeform 119"/>
            <p:cNvSpPr/>
            <p:nvPr/>
          </p:nvSpPr>
          <p:spPr>
            <a:xfrm>
              <a:off x="3790080" y="3442680"/>
              <a:ext cx="468000" cy="33120"/>
            </a:xfrm>
            <a:custGeom>
              <a:avLst/>
              <a:gdLst>
                <a:gd name="textAreaLeft" fmla="*/ 0 w 468000"/>
                <a:gd name="textAreaRight" fmla="*/ 468360 w 468000"/>
                <a:gd name="textAreaTop" fmla="*/ 0 h 33120"/>
                <a:gd name="textAreaBottom" fmla="*/ 33480 h 33120"/>
              </a:gdLst>
              <a:ahLst/>
              <a:rect l="textAreaLeft" t="textAreaTop" r="textAreaRight" b="textAreaBottom"/>
              <a:pathLst>
                <a:path w="1477" h="109">
                  <a:moveTo>
                    <a:pt x="1477" y="109"/>
                  </a:moveTo>
                  <a:lnTo>
                    <a:pt x="1477" y="0"/>
                  </a:lnTo>
                  <a:lnTo>
                    <a:pt x="0" y="0"/>
                  </a:lnTo>
                  <a:lnTo>
                    <a:pt x="0" y="109"/>
                  </a:lnTo>
                  <a:lnTo>
                    <a:pt x="1477" y="109"/>
                  </a:lnTo>
                  <a:lnTo>
                    <a:pt x="1477" y="10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77" name="Freeform 120"/>
            <p:cNvSpPr/>
            <p:nvPr/>
          </p:nvSpPr>
          <p:spPr>
            <a:xfrm>
              <a:off x="3802680" y="3488760"/>
              <a:ext cx="444240" cy="18072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0 h 180720"/>
                <a:gd name="textAreaBottom" fmla="*/ 181080 h 180720"/>
              </a:gdLst>
              <a:ahLst/>
              <a:rect l="textAreaLeft" t="textAreaTop" r="textAreaRight" b="textAreaBottom"/>
              <a:pathLst>
                <a:path w="1403" h="570">
                  <a:moveTo>
                    <a:pt x="1175" y="570"/>
                  </a:moveTo>
                  <a:lnTo>
                    <a:pt x="1175" y="570"/>
                  </a:lnTo>
                  <a:lnTo>
                    <a:pt x="1199" y="557"/>
                  </a:lnTo>
                  <a:lnTo>
                    <a:pt x="1223" y="541"/>
                  </a:lnTo>
                  <a:lnTo>
                    <a:pt x="1246" y="524"/>
                  </a:lnTo>
                  <a:lnTo>
                    <a:pt x="1267" y="506"/>
                  </a:lnTo>
                  <a:lnTo>
                    <a:pt x="1288" y="487"/>
                  </a:lnTo>
                  <a:lnTo>
                    <a:pt x="1305" y="469"/>
                  </a:lnTo>
                  <a:lnTo>
                    <a:pt x="1323" y="450"/>
                  </a:lnTo>
                  <a:lnTo>
                    <a:pt x="1339" y="431"/>
                  </a:lnTo>
                  <a:lnTo>
                    <a:pt x="1353" y="412"/>
                  </a:lnTo>
                  <a:lnTo>
                    <a:pt x="1366" y="394"/>
                  </a:lnTo>
                  <a:lnTo>
                    <a:pt x="1377" y="378"/>
                  </a:lnTo>
                  <a:lnTo>
                    <a:pt x="1386" y="362"/>
                  </a:lnTo>
                  <a:lnTo>
                    <a:pt x="1393" y="347"/>
                  </a:lnTo>
                  <a:lnTo>
                    <a:pt x="1398" y="335"/>
                  </a:lnTo>
                  <a:lnTo>
                    <a:pt x="1401" y="325"/>
                  </a:lnTo>
                  <a:lnTo>
                    <a:pt x="1403" y="316"/>
                  </a:lnTo>
                  <a:lnTo>
                    <a:pt x="1403" y="0"/>
                  </a:lnTo>
                  <a:lnTo>
                    <a:pt x="0" y="0"/>
                  </a:lnTo>
                  <a:lnTo>
                    <a:pt x="0" y="316"/>
                  </a:lnTo>
                  <a:lnTo>
                    <a:pt x="0" y="316"/>
                  </a:lnTo>
                  <a:lnTo>
                    <a:pt x="1" y="326"/>
                  </a:lnTo>
                  <a:lnTo>
                    <a:pt x="4" y="339"/>
                  </a:lnTo>
                  <a:lnTo>
                    <a:pt x="9" y="352"/>
                  </a:lnTo>
                  <a:lnTo>
                    <a:pt x="16" y="366"/>
                  </a:lnTo>
                  <a:lnTo>
                    <a:pt x="25" y="383"/>
                  </a:lnTo>
                  <a:lnTo>
                    <a:pt x="36" y="400"/>
                  </a:lnTo>
                  <a:lnTo>
                    <a:pt x="48" y="418"/>
                  </a:lnTo>
                  <a:lnTo>
                    <a:pt x="63" y="436"/>
                  </a:lnTo>
                  <a:lnTo>
                    <a:pt x="77" y="455"/>
                  </a:lnTo>
                  <a:lnTo>
                    <a:pt x="95" y="473"/>
                  </a:lnTo>
                  <a:lnTo>
                    <a:pt x="113" y="491"/>
                  </a:lnTo>
                  <a:lnTo>
                    <a:pt x="133" y="509"/>
                  </a:lnTo>
                  <a:lnTo>
                    <a:pt x="153" y="525"/>
                  </a:lnTo>
                  <a:lnTo>
                    <a:pt x="176" y="542"/>
                  </a:lnTo>
                  <a:lnTo>
                    <a:pt x="199" y="557"/>
                  </a:lnTo>
                  <a:lnTo>
                    <a:pt x="224" y="570"/>
                  </a:lnTo>
                  <a:lnTo>
                    <a:pt x="1175" y="570"/>
                  </a:lnTo>
                  <a:lnTo>
                    <a:pt x="1175" y="57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78" name="Freeform 121"/>
            <p:cNvSpPr/>
            <p:nvPr/>
          </p:nvSpPr>
          <p:spPr>
            <a:xfrm>
              <a:off x="3818520" y="3682440"/>
              <a:ext cx="82080" cy="5220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52200"/>
                <a:gd name="textAreaBottom" fmla="*/ 52560 h 52200"/>
              </a:gdLst>
              <a:ahLst/>
              <a:rect l="textAreaLeft" t="textAreaTop" r="textAreaRight" b="textAreaBottom"/>
              <a:pathLst>
                <a:path w="260" h="165">
                  <a:moveTo>
                    <a:pt x="166" y="153"/>
                  </a:moveTo>
                  <a:lnTo>
                    <a:pt x="166" y="153"/>
                  </a:lnTo>
                  <a:lnTo>
                    <a:pt x="167" y="141"/>
                  </a:lnTo>
                  <a:lnTo>
                    <a:pt x="168" y="129"/>
                  </a:lnTo>
                  <a:lnTo>
                    <a:pt x="171" y="117"/>
                  </a:lnTo>
                  <a:lnTo>
                    <a:pt x="173" y="105"/>
                  </a:lnTo>
                  <a:lnTo>
                    <a:pt x="177" y="94"/>
                  </a:lnTo>
                  <a:lnTo>
                    <a:pt x="181" y="83"/>
                  </a:lnTo>
                  <a:lnTo>
                    <a:pt x="186" y="73"/>
                  </a:lnTo>
                  <a:lnTo>
                    <a:pt x="192" y="63"/>
                  </a:lnTo>
                  <a:lnTo>
                    <a:pt x="199" y="53"/>
                  </a:lnTo>
                  <a:lnTo>
                    <a:pt x="205" y="44"/>
                  </a:lnTo>
                  <a:lnTo>
                    <a:pt x="213" y="35"/>
                  </a:lnTo>
                  <a:lnTo>
                    <a:pt x="222" y="27"/>
                  </a:lnTo>
                  <a:lnTo>
                    <a:pt x="231" y="19"/>
                  </a:lnTo>
                  <a:lnTo>
                    <a:pt x="240" y="13"/>
                  </a:lnTo>
                  <a:lnTo>
                    <a:pt x="250" y="6"/>
                  </a:lnTo>
                  <a:lnTo>
                    <a:pt x="26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8"/>
                  </a:lnTo>
                  <a:lnTo>
                    <a:pt x="2" y="161"/>
                  </a:lnTo>
                  <a:lnTo>
                    <a:pt x="5" y="164"/>
                  </a:lnTo>
                  <a:lnTo>
                    <a:pt x="10" y="165"/>
                  </a:lnTo>
                  <a:lnTo>
                    <a:pt x="167" y="165"/>
                  </a:lnTo>
                  <a:lnTo>
                    <a:pt x="167" y="165"/>
                  </a:lnTo>
                  <a:lnTo>
                    <a:pt x="166" y="153"/>
                  </a:lnTo>
                  <a:lnTo>
                    <a:pt x="166" y="153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6280" bIns="262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79" name="Freeform 122"/>
            <p:cNvSpPr/>
            <p:nvPr/>
          </p:nvSpPr>
          <p:spPr>
            <a:xfrm>
              <a:off x="3877200" y="3682440"/>
              <a:ext cx="96480" cy="9648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0 h 96480"/>
                <a:gd name="textAreaBottom" fmla="*/ 96840 h 96480"/>
              </a:gdLst>
              <a:ahLst/>
              <a:rect l="textAreaLeft" t="textAreaTop" r="textAreaRight" b="textAreaBottom"/>
              <a:pathLst>
                <a:path w="305" h="306">
                  <a:moveTo>
                    <a:pt x="152" y="269"/>
                  </a:moveTo>
                  <a:lnTo>
                    <a:pt x="152" y="269"/>
                  </a:lnTo>
                  <a:lnTo>
                    <a:pt x="141" y="268"/>
                  </a:lnTo>
                  <a:lnTo>
                    <a:pt x="130" y="266"/>
                  </a:lnTo>
                  <a:lnTo>
                    <a:pt x="119" y="263"/>
                  </a:lnTo>
                  <a:lnTo>
                    <a:pt x="108" y="260"/>
                  </a:lnTo>
                  <a:lnTo>
                    <a:pt x="98" y="254"/>
                  </a:lnTo>
                  <a:lnTo>
                    <a:pt x="89" y="249"/>
                  </a:lnTo>
                  <a:lnTo>
                    <a:pt x="80" y="242"/>
                  </a:lnTo>
                  <a:lnTo>
                    <a:pt x="72" y="235"/>
                  </a:lnTo>
                  <a:lnTo>
                    <a:pt x="64" y="226"/>
                  </a:lnTo>
                  <a:lnTo>
                    <a:pt x="57" y="217"/>
                  </a:lnTo>
                  <a:lnTo>
                    <a:pt x="52" y="208"/>
                  </a:lnTo>
                  <a:lnTo>
                    <a:pt x="46" y="198"/>
                  </a:lnTo>
                  <a:lnTo>
                    <a:pt x="43" y="187"/>
                  </a:lnTo>
                  <a:lnTo>
                    <a:pt x="39" y="176"/>
                  </a:lnTo>
                  <a:lnTo>
                    <a:pt x="38" y="16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8" y="141"/>
                  </a:lnTo>
                  <a:lnTo>
                    <a:pt x="39" y="130"/>
                  </a:lnTo>
                  <a:lnTo>
                    <a:pt x="43" y="119"/>
                  </a:lnTo>
                  <a:lnTo>
                    <a:pt x="46" y="109"/>
                  </a:lnTo>
                  <a:lnTo>
                    <a:pt x="52" y="99"/>
                  </a:lnTo>
                  <a:lnTo>
                    <a:pt x="57" y="89"/>
                  </a:lnTo>
                  <a:lnTo>
                    <a:pt x="64" y="80"/>
                  </a:lnTo>
                  <a:lnTo>
                    <a:pt x="72" y="72"/>
                  </a:lnTo>
                  <a:lnTo>
                    <a:pt x="80" y="64"/>
                  </a:lnTo>
                  <a:lnTo>
                    <a:pt x="89" y="57"/>
                  </a:lnTo>
                  <a:lnTo>
                    <a:pt x="98" y="52"/>
                  </a:lnTo>
                  <a:lnTo>
                    <a:pt x="108" y="47"/>
                  </a:lnTo>
                  <a:lnTo>
                    <a:pt x="119" y="43"/>
                  </a:lnTo>
                  <a:lnTo>
                    <a:pt x="130" y="41"/>
                  </a:lnTo>
                  <a:lnTo>
                    <a:pt x="141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65" y="38"/>
                  </a:lnTo>
                  <a:lnTo>
                    <a:pt x="176" y="41"/>
                  </a:lnTo>
                  <a:lnTo>
                    <a:pt x="187" y="43"/>
                  </a:lnTo>
                  <a:lnTo>
                    <a:pt x="198" y="47"/>
                  </a:lnTo>
                  <a:lnTo>
                    <a:pt x="208" y="52"/>
                  </a:lnTo>
                  <a:lnTo>
                    <a:pt x="217" y="57"/>
                  </a:lnTo>
                  <a:lnTo>
                    <a:pt x="226" y="64"/>
                  </a:lnTo>
                  <a:lnTo>
                    <a:pt x="234" y="72"/>
                  </a:lnTo>
                  <a:lnTo>
                    <a:pt x="242" y="80"/>
                  </a:lnTo>
                  <a:lnTo>
                    <a:pt x="248" y="89"/>
                  </a:lnTo>
                  <a:lnTo>
                    <a:pt x="254" y="99"/>
                  </a:lnTo>
                  <a:lnTo>
                    <a:pt x="258" y="109"/>
                  </a:lnTo>
                  <a:lnTo>
                    <a:pt x="263" y="119"/>
                  </a:lnTo>
                  <a:lnTo>
                    <a:pt x="265" y="130"/>
                  </a:lnTo>
                  <a:lnTo>
                    <a:pt x="267" y="141"/>
                  </a:lnTo>
                  <a:lnTo>
                    <a:pt x="267" y="153"/>
                  </a:lnTo>
                  <a:lnTo>
                    <a:pt x="267" y="153"/>
                  </a:lnTo>
                  <a:lnTo>
                    <a:pt x="267" y="165"/>
                  </a:lnTo>
                  <a:lnTo>
                    <a:pt x="265" y="176"/>
                  </a:lnTo>
                  <a:lnTo>
                    <a:pt x="263" y="187"/>
                  </a:lnTo>
                  <a:lnTo>
                    <a:pt x="258" y="198"/>
                  </a:lnTo>
                  <a:lnTo>
                    <a:pt x="254" y="208"/>
                  </a:lnTo>
                  <a:lnTo>
                    <a:pt x="248" y="217"/>
                  </a:lnTo>
                  <a:lnTo>
                    <a:pt x="242" y="226"/>
                  </a:lnTo>
                  <a:lnTo>
                    <a:pt x="234" y="235"/>
                  </a:lnTo>
                  <a:lnTo>
                    <a:pt x="226" y="242"/>
                  </a:lnTo>
                  <a:lnTo>
                    <a:pt x="217" y="249"/>
                  </a:lnTo>
                  <a:lnTo>
                    <a:pt x="208" y="254"/>
                  </a:lnTo>
                  <a:lnTo>
                    <a:pt x="198" y="260"/>
                  </a:lnTo>
                  <a:lnTo>
                    <a:pt x="187" y="263"/>
                  </a:lnTo>
                  <a:lnTo>
                    <a:pt x="176" y="266"/>
                  </a:lnTo>
                  <a:lnTo>
                    <a:pt x="165" y="268"/>
                  </a:lnTo>
                  <a:lnTo>
                    <a:pt x="152" y="269"/>
                  </a:lnTo>
                  <a:lnTo>
                    <a:pt x="152" y="269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37" y="1"/>
                  </a:lnTo>
                  <a:lnTo>
                    <a:pt x="122" y="4"/>
                  </a:lnTo>
                  <a:lnTo>
                    <a:pt x="108" y="8"/>
                  </a:lnTo>
                  <a:lnTo>
                    <a:pt x="93" y="13"/>
                  </a:lnTo>
                  <a:lnTo>
                    <a:pt x="80" y="19"/>
                  </a:lnTo>
                  <a:lnTo>
                    <a:pt x="67" y="27"/>
                  </a:lnTo>
                  <a:lnTo>
                    <a:pt x="56" y="36"/>
                  </a:lnTo>
                  <a:lnTo>
                    <a:pt x="45" y="45"/>
                  </a:lnTo>
                  <a:lnTo>
                    <a:pt x="35" y="56"/>
                  </a:lnTo>
                  <a:lnTo>
                    <a:pt x="26" y="69"/>
                  </a:lnTo>
                  <a:lnTo>
                    <a:pt x="19" y="81"/>
                  </a:lnTo>
                  <a:lnTo>
                    <a:pt x="13" y="94"/>
                  </a:lnTo>
                  <a:lnTo>
                    <a:pt x="7" y="108"/>
                  </a:lnTo>
                  <a:lnTo>
                    <a:pt x="4" y="122"/>
                  </a:lnTo>
                  <a:lnTo>
                    <a:pt x="1" y="138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1" y="169"/>
                  </a:lnTo>
                  <a:lnTo>
                    <a:pt x="4" y="184"/>
                  </a:lnTo>
                  <a:lnTo>
                    <a:pt x="7" y="198"/>
                  </a:lnTo>
                  <a:lnTo>
                    <a:pt x="13" y="213"/>
                  </a:lnTo>
                  <a:lnTo>
                    <a:pt x="19" y="226"/>
                  </a:lnTo>
                  <a:lnTo>
                    <a:pt x="26" y="238"/>
                  </a:lnTo>
                  <a:lnTo>
                    <a:pt x="35" y="250"/>
                  </a:lnTo>
                  <a:lnTo>
                    <a:pt x="45" y="261"/>
                  </a:lnTo>
                  <a:lnTo>
                    <a:pt x="56" y="271"/>
                  </a:lnTo>
                  <a:lnTo>
                    <a:pt x="67" y="280"/>
                  </a:lnTo>
                  <a:lnTo>
                    <a:pt x="80" y="287"/>
                  </a:lnTo>
                  <a:lnTo>
                    <a:pt x="93" y="293"/>
                  </a:lnTo>
                  <a:lnTo>
                    <a:pt x="108" y="299"/>
                  </a:lnTo>
                  <a:lnTo>
                    <a:pt x="122" y="302"/>
                  </a:lnTo>
                  <a:lnTo>
                    <a:pt x="137" y="304"/>
                  </a:lnTo>
                  <a:lnTo>
                    <a:pt x="152" y="306"/>
                  </a:lnTo>
                  <a:lnTo>
                    <a:pt x="152" y="306"/>
                  </a:lnTo>
                  <a:lnTo>
                    <a:pt x="168" y="304"/>
                  </a:lnTo>
                  <a:lnTo>
                    <a:pt x="184" y="302"/>
                  </a:lnTo>
                  <a:lnTo>
                    <a:pt x="198" y="299"/>
                  </a:lnTo>
                  <a:lnTo>
                    <a:pt x="212" y="293"/>
                  </a:lnTo>
                  <a:lnTo>
                    <a:pt x="225" y="287"/>
                  </a:lnTo>
                  <a:lnTo>
                    <a:pt x="238" y="280"/>
                  </a:lnTo>
                  <a:lnTo>
                    <a:pt x="250" y="271"/>
                  </a:lnTo>
                  <a:lnTo>
                    <a:pt x="261" y="261"/>
                  </a:lnTo>
                  <a:lnTo>
                    <a:pt x="271" y="250"/>
                  </a:lnTo>
                  <a:lnTo>
                    <a:pt x="279" y="238"/>
                  </a:lnTo>
                  <a:lnTo>
                    <a:pt x="286" y="226"/>
                  </a:lnTo>
                  <a:lnTo>
                    <a:pt x="293" y="213"/>
                  </a:lnTo>
                  <a:lnTo>
                    <a:pt x="298" y="198"/>
                  </a:lnTo>
                  <a:lnTo>
                    <a:pt x="302" y="184"/>
                  </a:lnTo>
                  <a:lnTo>
                    <a:pt x="304" y="169"/>
                  </a:lnTo>
                  <a:lnTo>
                    <a:pt x="305" y="153"/>
                  </a:lnTo>
                  <a:lnTo>
                    <a:pt x="305" y="153"/>
                  </a:lnTo>
                  <a:lnTo>
                    <a:pt x="304" y="138"/>
                  </a:lnTo>
                  <a:lnTo>
                    <a:pt x="302" y="122"/>
                  </a:lnTo>
                  <a:lnTo>
                    <a:pt x="298" y="108"/>
                  </a:lnTo>
                  <a:lnTo>
                    <a:pt x="293" y="94"/>
                  </a:lnTo>
                  <a:lnTo>
                    <a:pt x="286" y="81"/>
                  </a:lnTo>
                  <a:lnTo>
                    <a:pt x="279" y="69"/>
                  </a:lnTo>
                  <a:lnTo>
                    <a:pt x="271" y="56"/>
                  </a:lnTo>
                  <a:lnTo>
                    <a:pt x="261" y="45"/>
                  </a:lnTo>
                  <a:lnTo>
                    <a:pt x="250" y="36"/>
                  </a:lnTo>
                  <a:lnTo>
                    <a:pt x="238" y="27"/>
                  </a:lnTo>
                  <a:lnTo>
                    <a:pt x="225" y="19"/>
                  </a:lnTo>
                  <a:lnTo>
                    <a:pt x="212" y="13"/>
                  </a:lnTo>
                  <a:lnTo>
                    <a:pt x="198" y="8"/>
                  </a:lnTo>
                  <a:lnTo>
                    <a:pt x="184" y="4"/>
                  </a:lnTo>
                  <a:lnTo>
                    <a:pt x="168" y="1"/>
                  </a:lnTo>
                  <a:lnTo>
                    <a:pt x="152" y="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80" name="Freeform 123"/>
            <p:cNvSpPr/>
            <p:nvPr/>
          </p:nvSpPr>
          <p:spPr>
            <a:xfrm>
              <a:off x="3904200" y="3709440"/>
              <a:ext cx="42480" cy="4248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42480"/>
                <a:gd name="textAreaBottom" fmla="*/ 42840 h 42480"/>
              </a:gdLst>
              <a:ahLst/>
              <a:rect l="textAreaLeft" t="textAreaTop" r="textAreaRight" b="textAreaBottom"/>
              <a:pathLst>
                <a:path w="133" h="133">
                  <a:moveTo>
                    <a:pt x="66" y="95"/>
                  </a:moveTo>
                  <a:lnTo>
                    <a:pt x="66" y="95"/>
                  </a:lnTo>
                  <a:lnTo>
                    <a:pt x="61" y="95"/>
                  </a:lnTo>
                  <a:lnTo>
                    <a:pt x="55" y="93"/>
                  </a:lnTo>
                  <a:lnTo>
                    <a:pt x="51" y="91"/>
                  </a:lnTo>
                  <a:lnTo>
                    <a:pt x="46" y="88"/>
                  </a:lnTo>
                  <a:lnTo>
                    <a:pt x="43" y="83"/>
                  </a:lnTo>
                  <a:lnTo>
                    <a:pt x="41" y="79"/>
                  </a:lnTo>
                  <a:lnTo>
                    <a:pt x="38" y="73"/>
                  </a:lnTo>
                  <a:lnTo>
                    <a:pt x="38" y="67"/>
                  </a:lnTo>
                  <a:lnTo>
                    <a:pt x="38" y="67"/>
                  </a:lnTo>
                  <a:lnTo>
                    <a:pt x="38" y="62"/>
                  </a:lnTo>
                  <a:lnTo>
                    <a:pt x="41" y="56"/>
                  </a:lnTo>
                  <a:lnTo>
                    <a:pt x="43" y="51"/>
                  </a:lnTo>
                  <a:lnTo>
                    <a:pt x="46" y="47"/>
                  </a:lnTo>
                  <a:lnTo>
                    <a:pt x="51" y="43"/>
                  </a:lnTo>
                  <a:lnTo>
                    <a:pt x="55" y="41"/>
                  </a:lnTo>
                  <a:lnTo>
                    <a:pt x="61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73" y="40"/>
                  </a:lnTo>
                  <a:lnTo>
                    <a:pt x="77" y="41"/>
                  </a:lnTo>
                  <a:lnTo>
                    <a:pt x="83" y="43"/>
                  </a:lnTo>
                  <a:lnTo>
                    <a:pt x="88" y="47"/>
                  </a:lnTo>
                  <a:lnTo>
                    <a:pt x="91" y="51"/>
                  </a:lnTo>
                  <a:lnTo>
                    <a:pt x="93" y="56"/>
                  </a:lnTo>
                  <a:lnTo>
                    <a:pt x="95" y="62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95" y="73"/>
                  </a:lnTo>
                  <a:lnTo>
                    <a:pt x="93" y="79"/>
                  </a:lnTo>
                  <a:lnTo>
                    <a:pt x="91" y="83"/>
                  </a:lnTo>
                  <a:lnTo>
                    <a:pt x="88" y="88"/>
                  </a:lnTo>
                  <a:lnTo>
                    <a:pt x="83" y="91"/>
                  </a:lnTo>
                  <a:lnTo>
                    <a:pt x="77" y="93"/>
                  </a:lnTo>
                  <a:lnTo>
                    <a:pt x="73" y="95"/>
                  </a:lnTo>
                  <a:lnTo>
                    <a:pt x="66" y="95"/>
                  </a:lnTo>
                  <a:lnTo>
                    <a:pt x="66" y="95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60" y="2"/>
                  </a:lnTo>
                  <a:lnTo>
                    <a:pt x="53" y="3"/>
                  </a:lnTo>
                  <a:lnTo>
                    <a:pt x="41" y="6"/>
                  </a:lnTo>
                  <a:lnTo>
                    <a:pt x="29" y="12"/>
                  </a:lnTo>
                  <a:lnTo>
                    <a:pt x="19" y="21"/>
                  </a:lnTo>
                  <a:lnTo>
                    <a:pt x="12" y="29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2" y="81"/>
                  </a:lnTo>
                  <a:lnTo>
                    <a:pt x="6" y="93"/>
                  </a:lnTo>
                  <a:lnTo>
                    <a:pt x="12" y="104"/>
                  </a:lnTo>
                  <a:lnTo>
                    <a:pt x="19" y="114"/>
                  </a:lnTo>
                  <a:lnTo>
                    <a:pt x="29" y="122"/>
                  </a:lnTo>
                  <a:lnTo>
                    <a:pt x="41" y="128"/>
                  </a:lnTo>
                  <a:lnTo>
                    <a:pt x="53" y="132"/>
                  </a:lnTo>
                  <a:lnTo>
                    <a:pt x="60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73" y="133"/>
                  </a:lnTo>
                  <a:lnTo>
                    <a:pt x="80" y="132"/>
                  </a:lnTo>
                  <a:lnTo>
                    <a:pt x="93" y="128"/>
                  </a:lnTo>
                  <a:lnTo>
                    <a:pt x="104" y="122"/>
                  </a:lnTo>
                  <a:lnTo>
                    <a:pt x="113" y="114"/>
                  </a:lnTo>
                  <a:lnTo>
                    <a:pt x="122" y="104"/>
                  </a:lnTo>
                  <a:lnTo>
                    <a:pt x="128" y="93"/>
                  </a:lnTo>
                  <a:lnTo>
                    <a:pt x="132" y="81"/>
                  </a:lnTo>
                  <a:lnTo>
                    <a:pt x="132" y="74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32" y="61"/>
                  </a:lnTo>
                  <a:lnTo>
                    <a:pt x="132" y="54"/>
                  </a:lnTo>
                  <a:lnTo>
                    <a:pt x="128" y="42"/>
                  </a:lnTo>
                  <a:lnTo>
                    <a:pt x="122" y="29"/>
                  </a:lnTo>
                  <a:lnTo>
                    <a:pt x="113" y="21"/>
                  </a:lnTo>
                  <a:lnTo>
                    <a:pt x="104" y="12"/>
                  </a:lnTo>
                  <a:lnTo>
                    <a:pt x="93" y="6"/>
                  </a:lnTo>
                  <a:lnTo>
                    <a:pt x="80" y="3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1240" bIns="212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81" name="Freeform 124"/>
            <p:cNvSpPr/>
            <p:nvPr/>
          </p:nvSpPr>
          <p:spPr>
            <a:xfrm>
              <a:off x="3951720" y="3682440"/>
              <a:ext cx="137880" cy="52200"/>
            </a:xfrm>
            <a:custGeom>
              <a:avLst/>
              <a:gdLst>
                <a:gd name="textAreaLeft" fmla="*/ 0 w 137880"/>
                <a:gd name="textAreaRight" fmla="*/ 138240 w 137880"/>
                <a:gd name="textAreaTop" fmla="*/ 0 h 52200"/>
                <a:gd name="textAreaBottom" fmla="*/ 52560 h 52200"/>
              </a:gdLst>
              <a:ahLst/>
              <a:rect l="textAreaLeft" t="textAreaTop" r="textAreaRight" b="textAreaBottom"/>
              <a:pathLst>
                <a:path w="437" h="165">
                  <a:moveTo>
                    <a:pt x="344" y="165"/>
                  </a:moveTo>
                  <a:lnTo>
                    <a:pt x="344" y="165"/>
                  </a:lnTo>
                  <a:lnTo>
                    <a:pt x="344" y="153"/>
                  </a:lnTo>
                  <a:lnTo>
                    <a:pt x="344" y="153"/>
                  </a:lnTo>
                  <a:lnTo>
                    <a:pt x="344" y="141"/>
                  </a:lnTo>
                  <a:lnTo>
                    <a:pt x="345" y="129"/>
                  </a:lnTo>
                  <a:lnTo>
                    <a:pt x="347" y="117"/>
                  </a:lnTo>
                  <a:lnTo>
                    <a:pt x="350" y="105"/>
                  </a:lnTo>
                  <a:lnTo>
                    <a:pt x="354" y="94"/>
                  </a:lnTo>
                  <a:lnTo>
                    <a:pt x="358" y="83"/>
                  </a:lnTo>
                  <a:lnTo>
                    <a:pt x="364" y="73"/>
                  </a:lnTo>
                  <a:lnTo>
                    <a:pt x="369" y="63"/>
                  </a:lnTo>
                  <a:lnTo>
                    <a:pt x="376" y="53"/>
                  </a:lnTo>
                  <a:lnTo>
                    <a:pt x="383" y="44"/>
                  </a:lnTo>
                  <a:lnTo>
                    <a:pt x="391" y="35"/>
                  </a:lnTo>
                  <a:lnTo>
                    <a:pt x="399" y="27"/>
                  </a:lnTo>
                  <a:lnTo>
                    <a:pt x="407" y="19"/>
                  </a:lnTo>
                  <a:lnTo>
                    <a:pt x="416" y="13"/>
                  </a:lnTo>
                  <a:lnTo>
                    <a:pt x="426" y="6"/>
                  </a:lnTo>
                  <a:lnTo>
                    <a:pt x="437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0" y="6"/>
                  </a:lnTo>
                  <a:lnTo>
                    <a:pt x="20" y="13"/>
                  </a:lnTo>
                  <a:lnTo>
                    <a:pt x="29" y="19"/>
                  </a:lnTo>
                  <a:lnTo>
                    <a:pt x="38" y="27"/>
                  </a:lnTo>
                  <a:lnTo>
                    <a:pt x="47" y="35"/>
                  </a:lnTo>
                  <a:lnTo>
                    <a:pt x="53" y="44"/>
                  </a:lnTo>
                  <a:lnTo>
                    <a:pt x="61" y="53"/>
                  </a:lnTo>
                  <a:lnTo>
                    <a:pt x="68" y="63"/>
                  </a:lnTo>
                  <a:lnTo>
                    <a:pt x="73" y="73"/>
                  </a:lnTo>
                  <a:lnTo>
                    <a:pt x="78" y="83"/>
                  </a:lnTo>
                  <a:lnTo>
                    <a:pt x="82" y="94"/>
                  </a:lnTo>
                  <a:lnTo>
                    <a:pt x="87" y="105"/>
                  </a:lnTo>
                  <a:lnTo>
                    <a:pt x="89" y="117"/>
                  </a:lnTo>
                  <a:lnTo>
                    <a:pt x="91" y="129"/>
                  </a:lnTo>
                  <a:lnTo>
                    <a:pt x="92" y="141"/>
                  </a:lnTo>
                  <a:lnTo>
                    <a:pt x="94" y="153"/>
                  </a:lnTo>
                  <a:lnTo>
                    <a:pt x="94" y="153"/>
                  </a:lnTo>
                  <a:lnTo>
                    <a:pt x="92" y="165"/>
                  </a:lnTo>
                  <a:lnTo>
                    <a:pt x="344" y="165"/>
                  </a:lnTo>
                  <a:lnTo>
                    <a:pt x="344" y="16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6280" bIns="262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82" name="Freeform 125"/>
            <p:cNvSpPr/>
            <p:nvPr/>
          </p:nvSpPr>
          <p:spPr>
            <a:xfrm>
              <a:off x="4140720" y="3682440"/>
              <a:ext cx="95040" cy="52200"/>
            </a:xfrm>
            <a:custGeom>
              <a:avLst/>
              <a:gdLst>
                <a:gd name="textAreaLeft" fmla="*/ 0 w 95040"/>
                <a:gd name="textAreaRight" fmla="*/ 95400 w 95040"/>
                <a:gd name="textAreaTop" fmla="*/ 0 h 52200"/>
                <a:gd name="textAreaBottom" fmla="*/ 52560 h 52200"/>
              </a:gdLst>
              <a:ahLst/>
              <a:rect l="textAreaLeft" t="textAreaTop" r="textAreaRight" b="textAreaBottom"/>
              <a:pathLst>
                <a:path w="302" h="165">
                  <a:moveTo>
                    <a:pt x="29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0" y="6"/>
                  </a:lnTo>
                  <a:lnTo>
                    <a:pt x="20" y="13"/>
                  </a:lnTo>
                  <a:lnTo>
                    <a:pt x="29" y="19"/>
                  </a:lnTo>
                  <a:lnTo>
                    <a:pt x="38" y="27"/>
                  </a:lnTo>
                  <a:lnTo>
                    <a:pt x="46" y="35"/>
                  </a:lnTo>
                  <a:lnTo>
                    <a:pt x="54" y="44"/>
                  </a:lnTo>
                  <a:lnTo>
                    <a:pt x="61" y="53"/>
                  </a:lnTo>
                  <a:lnTo>
                    <a:pt x="67" y="63"/>
                  </a:lnTo>
                  <a:lnTo>
                    <a:pt x="73" y="73"/>
                  </a:lnTo>
                  <a:lnTo>
                    <a:pt x="78" y="83"/>
                  </a:lnTo>
                  <a:lnTo>
                    <a:pt x="83" y="94"/>
                  </a:lnTo>
                  <a:lnTo>
                    <a:pt x="86" y="105"/>
                  </a:lnTo>
                  <a:lnTo>
                    <a:pt x="90" y="117"/>
                  </a:lnTo>
                  <a:lnTo>
                    <a:pt x="92" y="129"/>
                  </a:lnTo>
                  <a:lnTo>
                    <a:pt x="93" y="141"/>
                  </a:lnTo>
                  <a:lnTo>
                    <a:pt x="93" y="153"/>
                  </a:lnTo>
                  <a:lnTo>
                    <a:pt x="93" y="153"/>
                  </a:lnTo>
                  <a:lnTo>
                    <a:pt x="93" y="165"/>
                  </a:lnTo>
                  <a:lnTo>
                    <a:pt x="292" y="165"/>
                  </a:lnTo>
                  <a:lnTo>
                    <a:pt x="292" y="165"/>
                  </a:lnTo>
                  <a:lnTo>
                    <a:pt x="295" y="164"/>
                  </a:lnTo>
                  <a:lnTo>
                    <a:pt x="299" y="161"/>
                  </a:lnTo>
                  <a:lnTo>
                    <a:pt x="301" y="158"/>
                  </a:lnTo>
                  <a:lnTo>
                    <a:pt x="302" y="155"/>
                  </a:lnTo>
                  <a:lnTo>
                    <a:pt x="302" y="10"/>
                  </a:lnTo>
                  <a:lnTo>
                    <a:pt x="302" y="10"/>
                  </a:lnTo>
                  <a:lnTo>
                    <a:pt x="301" y="6"/>
                  </a:lnTo>
                  <a:lnTo>
                    <a:pt x="299" y="3"/>
                  </a:lnTo>
                  <a:lnTo>
                    <a:pt x="295" y="0"/>
                  </a:lnTo>
                  <a:lnTo>
                    <a:pt x="292" y="0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6280" bIns="262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83" name="Freeform 126"/>
            <p:cNvSpPr/>
            <p:nvPr/>
          </p:nvSpPr>
          <p:spPr>
            <a:xfrm>
              <a:off x="4066200" y="3682440"/>
              <a:ext cx="96480" cy="9648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0 h 96480"/>
                <a:gd name="textAreaBottom" fmla="*/ 96840 h 96480"/>
              </a:gdLst>
              <a:ahLst/>
              <a:rect l="textAreaLeft" t="textAreaTop" r="textAreaRight" b="textAreaBottom"/>
              <a:pathLst>
                <a:path w="304" h="306">
                  <a:moveTo>
                    <a:pt x="152" y="269"/>
                  </a:moveTo>
                  <a:lnTo>
                    <a:pt x="152" y="269"/>
                  </a:lnTo>
                  <a:lnTo>
                    <a:pt x="141" y="268"/>
                  </a:lnTo>
                  <a:lnTo>
                    <a:pt x="128" y="266"/>
                  </a:lnTo>
                  <a:lnTo>
                    <a:pt x="117" y="263"/>
                  </a:lnTo>
                  <a:lnTo>
                    <a:pt x="107" y="260"/>
                  </a:lnTo>
                  <a:lnTo>
                    <a:pt x="97" y="254"/>
                  </a:lnTo>
                  <a:lnTo>
                    <a:pt x="87" y="249"/>
                  </a:lnTo>
                  <a:lnTo>
                    <a:pt x="79" y="242"/>
                  </a:lnTo>
                  <a:lnTo>
                    <a:pt x="70" y="235"/>
                  </a:lnTo>
                  <a:lnTo>
                    <a:pt x="64" y="226"/>
                  </a:lnTo>
                  <a:lnTo>
                    <a:pt x="57" y="217"/>
                  </a:lnTo>
                  <a:lnTo>
                    <a:pt x="50" y="208"/>
                  </a:lnTo>
                  <a:lnTo>
                    <a:pt x="46" y="198"/>
                  </a:lnTo>
                  <a:lnTo>
                    <a:pt x="42" y="187"/>
                  </a:lnTo>
                  <a:lnTo>
                    <a:pt x="39" y="176"/>
                  </a:lnTo>
                  <a:lnTo>
                    <a:pt x="38" y="16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8" y="141"/>
                  </a:lnTo>
                  <a:lnTo>
                    <a:pt x="39" y="130"/>
                  </a:lnTo>
                  <a:lnTo>
                    <a:pt x="42" y="119"/>
                  </a:lnTo>
                  <a:lnTo>
                    <a:pt x="46" y="109"/>
                  </a:lnTo>
                  <a:lnTo>
                    <a:pt x="50" y="99"/>
                  </a:lnTo>
                  <a:lnTo>
                    <a:pt x="57" y="89"/>
                  </a:lnTo>
                  <a:lnTo>
                    <a:pt x="64" y="80"/>
                  </a:lnTo>
                  <a:lnTo>
                    <a:pt x="70" y="72"/>
                  </a:lnTo>
                  <a:lnTo>
                    <a:pt x="79" y="64"/>
                  </a:lnTo>
                  <a:lnTo>
                    <a:pt x="87" y="57"/>
                  </a:lnTo>
                  <a:lnTo>
                    <a:pt x="97" y="52"/>
                  </a:lnTo>
                  <a:lnTo>
                    <a:pt x="107" y="47"/>
                  </a:lnTo>
                  <a:lnTo>
                    <a:pt x="117" y="43"/>
                  </a:lnTo>
                  <a:lnTo>
                    <a:pt x="128" y="41"/>
                  </a:lnTo>
                  <a:lnTo>
                    <a:pt x="141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64" y="38"/>
                  </a:lnTo>
                  <a:lnTo>
                    <a:pt x="175" y="41"/>
                  </a:lnTo>
                  <a:lnTo>
                    <a:pt x="186" y="43"/>
                  </a:lnTo>
                  <a:lnTo>
                    <a:pt x="197" y="47"/>
                  </a:lnTo>
                  <a:lnTo>
                    <a:pt x="207" y="52"/>
                  </a:lnTo>
                  <a:lnTo>
                    <a:pt x="217" y="57"/>
                  </a:lnTo>
                  <a:lnTo>
                    <a:pt x="226" y="64"/>
                  </a:lnTo>
                  <a:lnTo>
                    <a:pt x="233" y="72"/>
                  </a:lnTo>
                  <a:lnTo>
                    <a:pt x="241" y="80"/>
                  </a:lnTo>
                  <a:lnTo>
                    <a:pt x="248" y="89"/>
                  </a:lnTo>
                  <a:lnTo>
                    <a:pt x="254" y="99"/>
                  </a:lnTo>
                  <a:lnTo>
                    <a:pt x="258" y="109"/>
                  </a:lnTo>
                  <a:lnTo>
                    <a:pt x="262" y="119"/>
                  </a:lnTo>
                  <a:lnTo>
                    <a:pt x="265" y="130"/>
                  </a:lnTo>
                  <a:lnTo>
                    <a:pt x="267" y="141"/>
                  </a:lnTo>
                  <a:lnTo>
                    <a:pt x="267" y="153"/>
                  </a:lnTo>
                  <a:lnTo>
                    <a:pt x="267" y="153"/>
                  </a:lnTo>
                  <a:lnTo>
                    <a:pt x="267" y="165"/>
                  </a:lnTo>
                  <a:lnTo>
                    <a:pt x="265" y="176"/>
                  </a:lnTo>
                  <a:lnTo>
                    <a:pt x="262" y="187"/>
                  </a:lnTo>
                  <a:lnTo>
                    <a:pt x="258" y="198"/>
                  </a:lnTo>
                  <a:lnTo>
                    <a:pt x="254" y="208"/>
                  </a:lnTo>
                  <a:lnTo>
                    <a:pt x="248" y="217"/>
                  </a:lnTo>
                  <a:lnTo>
                    <a:pt x="241" y="226"/>
                  </a:lnTo>
                  <a:lnTo>
                    <a:pt x="233" y="235"/>
                  </a:lnTo>
                  <a:lnTo>
                    <a:pt x="226" y="242"/>
                  </a:lnTo>
                  <a:lnTo>
                    <a:pt x="217" y="249"/>
                  </a:lnTo>
                  <a:lnTo>
                    <a:pt x="207" y="254"/>
                  </a:lnTo>
                  <a:lnTo>
                    <a:pt x="197" y="260"/>
                  </a:lnTo>
                  <a:lnTo>
                    <a:pt x="186" y="263"/>
                  </a:lnTo>
                  <a:lnTo>
                    <a:pt x="175" y="266"/>
                  </a:lnTo>
                  <a:lnTo>
                    <a:pt x="164" y="268"/>
                  </a:lnTo>
                  <a:lnTo>
                    <a:pt x="152" y="269"/>
                  </a:lnTo>
                  <a:lnTo>
                    <a:pt x="152" y="269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36" y="1"/>
                  </a:lnTo>
                  <a:lnTo>
                    <a:pt x="122" y="4"/>
                  </a:lnTo>
                  <a:lnTo>
                    <a:pt x="107" y="8"/>
                  </a:lnTo>
                  <a:lnTo>
                    <a:pt x="93" y="13"/>
                  </a:lnTo>
                  <a:lnTo>
                    <a:pt x="79" y="19"/>
                  </a:lnTo>
                  <a:lnTo>
                    <a:pt x="67" y="27"/>
                  </a:lnTo>
                  <a:lnTo>
                    <a:pt x="55" y="36"/>
                  </a:lnTo>
                  <a:lnTo>
                    <a:pt x="45" y="45"/>
                  </a:lnTo>
                  <a:lnTo>
                    <a:pt x="35" y="56"/>
                  </a:lnTo>
                  <a:lnTo>
                    <a:pt x="26" y="69"/>
                  </a:lnTo>
                  <a:lnTo>
                    <a:pt x="18" y="81"/>
                  </a:lnTo>
                  <a:lnTo>
                    <a:pt x="12" y="94"/>
                  </a:lnTo>
                  <a:lnTo>
                    <a:pt x="7" y="108"/>
                  </a:lnTo>
                  <a:lnTo>
                    <a:pt x="3" y="122"/>
                  </a:lnTo>
                  <a:lnTo>
                    <a:pt x="1" y="138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1" y="169"/>
                  </a:lnTo>
                  <a:lnTo>
                    <a:pt x="3" y="184"/>
                  </a:lnTo>
                  <a:lnTo>
                    <a:pt x="7" y="198"/>
                  </a:lnTo>
                  <a:lnTo>
                    <a:pt x="12" y="213"/>
                  </a:lnTo>
                  <a:lnTo>
                    <a:pt x="18" y="226"/>
                  </a:lnTo>
                  <a:lnTo>
                    <a:pt x="26" y="238"/>
                  </a:lnTo>
                  <a:lnTo>
                    <a:pt x="35" y="250"/>
                  </a:lnTo>
                  <a:lnTo>
                    <a:pt x="45" y="261"/>
                  </a:lnTo>
                  <a:lnTo>
                    <a:pt x="55" y="271"/>
                  </a:lnTo>
                  <a:lnTo>
                    <a:pt x="67" y="280"/>
                  </a:lnTo>
                  <a:lnTo>
                    <a:pt x="79" y="287"/>
                  </a:lnTo>
                  <a:lnTo>
                    <a:pt x="93" y="293"/>
                  </a:lnTo>
                  <a:lnTo>
                    <a:pt x="107" y="299"/>
                  </a:lnTo>
                  <a:lnTo>
                    <a:pt x="122" y="302"/>
                  </a:lnTo>
                  <a:lnTo>
                    <a:pt x="136" y="304"/>
                  </a:lnTo>
                  <a:lnTo>
                    <a:pt x="152" y="306"/>
                  </a:lnTo>
                  <a:lnTo>
                    <a:pt x="152" y="306"/>
                  </a:lnTo>
                  <a:lnTo>
                    <a:pt x="167" y="304"/>
                  </a:lnTo>
                  <a:lnTo>
                    <a:pt x="183" y="302"/>
                  </a:lnTo>
                  <a:lnTo>
                    <a:pt x="198" y="299"/>
                  </a:lnTo>
                  <a:lnTo>
                    <a:pt x="211" y="293"/>
                  </a:lnTo>
                  <a:lnTo>
                    <a:pt x="224" y="287"/>
                  </a:lnTo>
                  <a:lnTo>
                    <a:pt x="237" y="280"/>
                  </a:lnTo>
                  <a:lnTo>
                    <a:pt x="249" y="271"/>
                  </a:lnTo>
                  <a:lnTo>
                    <a:pt x="259" y="261"/>
                  </a:lnTo>
                  <a:lnTo>
                    <a:pt x="269" y="250"/>
                  </a:lnTo>
                  <a:lnTo>
                    <a:pt x="278" y="238"/>
                  </a:lnTo>
                  <a:lnTo>
                    <a:pt x="286" y="226"/>
                  </a:lnTo>
                  <a:lnTo>
                    <a:pt x="293" y="213"/>
                  </a:lnTo>
                  <a:lnTo>
                    <a:pt x="297" y="198"/>
                  </a:lnTo>
                  <a:lnTo>
                    <a:pt x="302" y="184"/>
                  </a:lnTo>
                  <a:lnTo>
                    <a:pt x="304" y="169"/>
                  </a:lnTo>
                  <a:lnTo>
                    <a:pt x="304" y="153"/>
                  </a:lnTo>
                  <a:lnTo>
                    <a:pt x="304" y="153"/>
                  </a:lnTo>
                  <a:lnTo>
                    <a:pt x="304" y="138"/>
                  </a:lnTo>
                  <a:lnTo>
                    <a:pt x="302" y="122"/>
                  </a:lnTo>
                  <a:lnTo>
                    <a:pt x="297" y="108"/>
                  </a:lnTo>
                  <a:lnTo>
                    <a:pt x="293" y="94"/>
                  </a:lnTo>
                  <a:lnTo>
                    <a:pt x="286" y="81"/>
                  </a:lnTo>
                  <a:lnTo>
                    <a:pt x="278" y="69"/>
                  </a:lnTo>
                  <a:lnTo>
                    <a:pt x="269" y="56"/>
                  </a:lnTo>
                  <a:lnTo>
                    <a:pt x="259" y="45"/>
                  </a:lnTo>
                  <a:lnTo>
                    <a:pt x="249" y="36"/>
                  </a:lnTo>
                  <a:lnTo>
                    <a:pt x="237" y="27"/>
                  </a:lnTo>
                  <a:lnTo>
                    <a:pt x="224" y="19"/>
                  </a:lnTo>
                  <a:lnTo>
                    <a:pt x="211" y="13"/>
                  </a:lnTo>
                  <a:lnTo>
                    <a:pt x="198" y="8"/>
                  </a:lnTo>
                  <a:lnTo>
                    <a:pt x="183" y="4"/>
                  </a:lnTo>
                  <a:lnTo>
                    <a:pt x="167" y="1"/>
                  </a:lnTo>
                  <a:lnTo>
                    <a:pt x="152" y="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84" name="Freeform 127"/>
            <p:cNvSpPr/>
            <p:nvPr/>
          </p:nvSpPr>
          <p:spPr>
            <a:xfrm>
              <a:off x="4094640" y="3709440"/>
              <a:ext cx="41040" cy="4248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42480"/>
                <a:gd name="textAreaBottom" fmla="*/ 42840 h 42480"/>
              </a:gdLst>
              <a:ahLst/>
              <a:rect l="textAreaLeft" t="textAreaTop" r="textAreaRight" b="textAreaBottom"/>
              <a:pathLst>
                <a:path w="132" h="133">
                  <a:moveTo>
                    <a:pt x="66" y="95"/>
                  </a:moveTo>
                  <a:lnTo>
                    <a:pt x="66" y="95"/>
                  </a:lnTo>
                  <a:lnTo>
                    <a:pt x="60" y="95"/>
                  </a:lnTo>
                  <a:lnTo>
                    <a:pt x="55" y="93"/>
                  </a:lnTo>
                  <a:lnTo>
                    <a:pt x="50" y="91"/>
                  </a:lnTo>
                  <a:lnTo>
                    <a:pt x="46" y="88"/>
                  </a:lnTo>
                  <a:lnTo>
                    <a:pt x="42" y="83"/>
                  </a:lnTo>
                  <a:lnTo>
                    <a:pt x="39" y="79"/>
                  </a:lnTo>
                  <a:lnTo>
                    <a:pt x="38" y="73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8" y="62"/>
                  </a:lnTo>
                  <a:lnTo>
                    <a:pt x="39" y="56"/>
                  </a:lnTo>
                  <a:lnTo>
                    <a:pt x="42" y="51"/>
                  </a:lnTo>
                  <a:lnTo>
                    <a:pt x="46" y="47"/>
                  </a:lnTo>
                  <a:lnTo>
                    <a:pt x="50" y="43"/>
                  </a:lnTo>
                  <a:lnTo>
                    <a:pt x="55" y="41"/>
                  </a:lnTo>
                  <a:lnTo>
                    <a:pt x="60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71" y="40"/>
                  </a:lnTo>
                  <a:lnTo>
                    <a:pt x="77" y="41"/>
                  </a:lnTo>
                  <a:lnTo>
                    <a:pt x="81" y="43"/>
                  </a:lnTo>
                  <a:lnTo>
                    <a:pt x="86" y="47"/>
                  </a:lnTo>
                  <a:lnTo>
                    <a:pt x="89" y="51"/>
                  </a:lnTo>
                  <a:lnTo>
                    <a:pt x="93" y="56"/>
                  </a:lnTo>
                  <a:lnTo>
                    <a:pt x="94" y="62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94" y="73"/>
                  </a:lnTo>
                  <a:lnTo>
                    <a:pt x="93" y="79"/>
                  </a:lnTo>
                  <a:lnTo>
                    <a:pt x="89" y="83"/>
                  </a:lnTo>
                  <a:lnTo>
                    <a:pt x="86" y="88"/>
                  </a:lnTo>
                  <a:lnTo>
                    <a:pt x="81" y="91"/>
                  </a:lnTo>
                  <a:lnTo>
                    <a:pt x="77" y="93"/>
                  </a:lnTo>
                  <a:lnTo>
                    <a:pt x="71" y="95"/>
                  </a:lnTo>
                  <a:lnTo>
                    <a:pt x="66" y="95"/>
                  </a:lnTo>
                  <a:lnTo>
                    <a:pt x="66" y="95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59" y="2"/>
                  </a:lnTo>
                  <a:lnTo>
                    <a:pt x="52" y="3"/>
                  </a:lnTo>
                  <a:lnTo>
                    <a:pt x="40" y="6"/>
                  </a:lnTo>
                  <a:lnTo>
                    <a:pt x="29" y="12"/>
                  </a:lnTo>
                  <a:lnTo>
                    <a:pt x="19" y="21"/>
                  </a:lnTo>
                  <a:lnTo>
                    <a:pt x="11" y="29"/>
                  </a:lnTo>
                  <a:lnTo>
                    <a:pt x="4" y="42"/>
                  </a:lnTo>
                  <a:lnTo>
                    <a:pt x="1" y="54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1" y="81"/>
                  </a:lnTo>
                  <a:lnTo>
                    <a:pt x="4" y="93"/>
                  </a:lnTo>
                  <a:lnTo>
                    <a:pt x="11" y="104"/>
                  </a:lnTo>
                  <a:lnTo>
                    <a:pt x="19" y="114"/>
                  </a:lnTo>
                  <a:lnTo>
                    <a:pt x="29" y="122"/>
                  </a:lnTo>
                  <a:lnTo>
                    <a:pt x="40" y="128"/>
                  </a:lnTo>
                  <a:lnTo>
                    <a:pt x="52" y="132"/>
                  </a:lnTo>
                  <a:lnTo>
                    <a:pt x="59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73" y="133"/>
                  </a:lnTo>
                  <a:lnTo>
                    <a:pt x="79" y="132"/>
                  </a:lnTo>
                  <a:lnTo>
                    <a:pt x="92" y="128"/>
                  </a:lnTo>
                  <a:lnTo>
                    <a:pt x="103" y="122"/>
                  </a:lnTo>
                  <a:lnTo>
                    <a:pt x="113" y="114"/>
                  </a:lnTo>
                  <a:lnTo>
                    <a:pt x="121" y="104"/>
                  </a:lnTo>
                  <a:lnTo>
                    <a:pt x="127" y="93"/>
                  </a:lnTo>
                  <a:lnTo>
                    <a:pt x="131" y="81"/>
                  </a:lnTo>
                  <a:lnTo>
                    <a:pt x="132" y="74"/>
                  </a:lnTo>
                  <a:lnTo>
                    <a:pt x="132" y="67"/>
                  </a:lnTo>
                  <a:lnTo>
                    <a:pt x="132" y="67"/>
                  </a:lnTo>
                  <a:lnTo>
                    <a:pt x="132" y="61"/>
                  </a:lnTo>
                  <a:lnTo>
                    <a:pt x="131" y="54"/>
                  </a:lnTo>
                  <a:lnTo>
                    <a:pt x="127" y="42"/>
                  </a:lnTo>
                  <a:lnTo>
                    <a:pt x="121" y="29"/>
                  </a:lnTo>
                  <a:lnTo>
                    <a:pt x="113" y="21"/>
                  </a:lnTo>
                  <a:lnTo>
                    <a:pt x="103" y="12"/>
                  </a:lnTo>
                  <a:lnTo>
                    <a:pt x="92" y="6"/>
                  </a:lnTo>
                  <a:lnTo>
                    <a:pt x="79" y="3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1240" bIns="212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85" name="Freeform 128"/>
            <p:cNvSpPr/>
            <p:nvPr/>
          </p:nvSpPr>
          <p:spPr>
            <a:xfrm>
              <a:off x="3980520" y="3742560"/>
              <a:ext cx="80640" cy="28080"/>
            </a:xfrm>
            <a:custGeom>
              <a:avLst/>
              <a:gdLst>
                <a:gd name="textAreaLeft" fmla="*/ 0 w 80640"/>
                <a:gd name="textAreaRight" fmla="*/ 81000 w 80640"/>
                <a:gd name="textAreaTop" fmla="*/ 0 h 28080"/>
                <a:gd name="textAreaBottom" fmla="*/ 28440 h 28080"/>
              </a:gdLst>
              <a:ahLst/>
              <a:rect l="textAreaLeft" t="textAreaTop" r="textAreaRight" b="textAreaBottom"/>
              <a:pathLst>
                <a:path w="256" h="92">
                  <a:moveTo>
                    <a:pt x="0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0" y="19"/>
                  </a:lnTo>
                  <a:lnTo>
                    <a:pt x="1" y="27"/>
                  </a:lnTo>
                  <a:lnTo>
                    <a:pt x="4" y="35"/>
                  </a:lnTo>
                  <a:lnTo>
                    <a:pt x="6" y="43"/>
                  </a:lnTo>
                  <a:lnTo>
                    <a:pt x="9" y="49"/>
                  </a:lnTo>
                  <a:lnTo>
                    <a:pt x="14" y="56"/>
                  </a:lnTo>
                  <a:lnTo>
                    <a:pt x="18" y="63"/>
                  </a:lnTo>
                  <a:lnTo>
                    <a:pt x="24" y="69"/>
                  </a:lnTo>
                  <a:lnTo>
                    <a:pt x="29" y="73"/>
                  </a:lnTo>
                  <a:lnTo>
                    <a:pt x="36" y="79"/>
                  </a:lnTo>
                  <a:lnTo>
                    <a:pt x="43" y="82"/>
                  </a:lnTo>
                  <a:lnTo>
                    <a:pt x="49" y="85"/>
                  </a:lnTo>
                  <a:lnTo>
                    <a:pt x="57" y="89"/>
                  </a:lnTo>
                  <a:lnTo>
                    <a:pt x="65" y="91"/>
                  </a:lnTo>
                  <a:lnTo>
                    <a:pt x="73" y="92"/>
                  </a:lnTo>
                  <a:lnTo>
                    <a:pt x="81" y="92"/>
                  </a:lnTo>
                  <a:lnTo>
                    <a:pt x="176" y="92"/>
                  </a:lnTo>
                  <a:lnTo>
                    <a:pt x="176" y="92"/>
                  </a:lnTo>
                  <a:lnTo>
                    <a:pt x="183" y="92"/>
                  </a:lnTo>
                  <a:lnTo>
                    <a:pt x="191" y="91"/>
                  </a:lnTo>
                  <a:lnTo>
                    <a:pt x="199" y="89"/>
                  </a:lnTo>
                  <a:lnTo>
                    <a:pt x="207" y="85"/>
                  </a:lnTo>
                  <a:lnTo>
                    <a:pt x="214" y="82"/>
                  </a:lnTo>
                  <a:lnTo>
                    <a:pt x="220" y="79"/>
                  </a:lnTo>
                  <a:lnTo>
                    <a:pt x="227" y="73"/>
                  </a:lnTo>
                  <a:lnTo>
                    <a:pt x="233" y="69"/>
                  </a:lnTo>
                  <a:lnTo>
                    <a:pt x="238" y="63"/>
                  </a:lnTo>
                  <a:lnTo>
                    <a:pt x="243" y="56"/>
                  </a:lnTo>
                  <a:lnTo>
                    <a:pt x="246" y="49"/>
                  </a:lnTo>
                  <a:lnTo>
                    <a:pt x="249" y="43"/>
                  </a:lnTo>
                  <a:lnTo>
                    <a:pt x="253" y="35"/>
                  </a:lnTo>
                  <a:lnTo>
                    <a:pt x="255" y="27"/>
                  </a:lnTo>
                  <a:lnTo>
                    <a:pt x="256" y="19"/>
                  </a:lnTo>
                  <a:lnTo>
                    <a:pt x="256" y="11"/>
                  </a:lnTo>
                  <a:lnTo>
                    <a:pt x="2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040" bIns="140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86" name="Freeform 129"/>
            <p:cNvSpPr/>
            <p:nvPr/>
          </p:nvSpPr>
          <p:spPr>
            <a:xfrm>
              <a:off x="3767760" y="3779280"/>
              <a:ext cx="507600" cy="10800"/>
            </a:xfrm>
            <a:custGeom>
              <a:avLst/>
              <a:gdLst>
                <a:gd name="textAreaLeft" fmla="*/ 0 w 507600"/>
                <a:gd name="textAreaRight" fmla="*/ 507960 w 507600"/>
                <a:gd name="textAreaTop" fmla="*/ 0 h 10800"/>
                <a:gd name="textAreaBottom" fmla="*/ 11160 h 10800"/>
              </a:gdLst>
              <a:ahLst/>
              <a:rect l="textAreaLeft" t="textAreaTop" r="textAreaRight" b="textAreaBottom"/>
              <a:pathLst>
                <a:path w="1600" h="32">
                  <a:moveTo>
                    <a:pt x="1600" y="15"/>
                  </a:moveTo>
                  <a:lnTo>
                    <a:pt x="1600" y="15"/>
                  </a:lnTo>
                  <a:lnTo>
                    <a:pt x="1600" y="19"/>
                  </a:lnTo>
                  <a:lnTo>
                    <a:pt x="1599" y="22"/>
                  </a:lnTo>
                  <a:lnTo>
                    <a:pt x="1596" y="28"/>
                  </a:lnTo>
                  <a:lnTo>
                    <a:pt x="1590" y="31"/>
                  </a:lnTo>
                  <a:lnTo>
                    <a:pt x="1587" y="32"/>
                  </a:lnTo>
                  <a:lnTo>
                    <a:pt x="1583" y="32"/>
                  </a:lnTo>
                  <a:lnTo>
                    <a:pt x="17" y="32"/>
                  </a:lnTo>
                  <a:lnTo>
                    <a:pt x="17" y="32"/>
                  </a:lnTo>
                  <a:lnTo>
                    <a:pt x="13" y="32"/>
                  </a:lnTo>
                  <a:lnTo>
                    <a:pt x="10" y="31"/>
                  </a:lnTo>
                  <a:lnTo>
                    <a:pt x="4" y="28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4" y="4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583" y="0"/>
                  </a:lnTo>
                  <a:lnTo>
                    <a:pt x="1583" y="0"/>
                  </a:lnTo>
                  <a:lnTo>
                    <a:pt x="1587" y="0"/>
                  </a:lnTo>
                  <a:lnTo>
                    <a:pt x="1590" y="1"/>
                  </a:lnTo>
                  <a:lnTo>
                    <a:pt x="1596" y="4"/>
                  </a:lnTo>
                  <a:lnTo>
                    <a:pt x="1599" y="10"/>
                  </a:lnTo>
                  <a:lnTo>
                    <a:pt x="1600" y="12"/>
                  </a:lnTo>
                  <a:lnTo>
                    <a:pt x="1600" y="15"/>
                  </a:lnTo>
                  <a:lnTo>
                    <a:pt x="1600" y="15"/>
                  </a:lnTo>
                  <a:lnTo>
                    <a:pt x="1600" y="1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400" bIns="54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87" name="Freeform 130"/>
            <p:cNvSpPr/>
            <p:nvPr/>
          </p:nvSpPr>
          <p:spPr>
            <a:xfrm>
              <a:off x="4240800" y="3687120"/>
              <a:ext cx="34560" cy="4104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41040"/>
                <a:gd name="textAreaBottom" fmla="*/ 41400 h 41040"/>
              </a:gdLst>
              <a:ahLst/>
              <a:rect l="textAreaLeft" t="textAreaTop" r="textAreaRight" b="textAreaBottom"/>
              <a:pathLst>
                <a:path w="107" h="130">
                  <a:moveTo>
                    <a:pt x="0" y="19"/>
                  </a:moveTo>
                  <a:lnTo>
                    <a:pt x="0" y="112"/>
                  </a:lnTo>
                  <a:lnTo>
                    <a:pt x="66" y="112"/>
                  </a:lnTo>
                  <a:lnTo>
                    <a:pt x="66" y="19"/>
                  </a:lnTo>
                  <a:lnTo>
                    <a:pt x="0" y="19"/>
                  </a:lnTo>
                  <a:lnTo>
                    <a:pt x="0" y="19"/>
                  </a:lnTo>
                  <a:close/>
                  <a:moveTo>
                    <a:pt x="95" y="0"/>
                  </a:moveTo>
                  <a:lnTo>
                    <a:pt x="95" y="0"/>
                  </a:lnTo>
                  <a:lnTo>
                    <a:pt x="99" y="1"/>
                  </a:lnTo>
                  <a:lnTo>
                    <a:pt x="104" y="3"/>
                  </a:lnTo>
                  <a:lnTo>
                    <a:pt x="106" y="8"/>
                  </a:lnTo>
                  <a:lnTo>
                    <a:pt x="107" y="12"/>
                  </a:lnTo>
                  <a:lnTo>
                    <a:pt x="107" y="118"/>
                  </a:lnTo>
                  <a:lnTo>
                    <a:pt x="107" y="118"/>
                  </a:lnTo>
                  <a:lnTo>
                    <a:pt x="106" y="123"/>
                  </a:lnTo>
                  <a:lnTo>
                    <a:pt x="104" y="126"/>
                  </a:lnTo>
                  <a:lnTo>
                    <a:pt x="99" y="129"/>
                  </a:lnTo>
                  <a:lnTo>
                    <a:pt x="95" y="130"/>
                  </a:lnTo>
                  <a:lnTo>
                    <a:pt x="95" y="130"/>
                  </a:lnTo>
                  <a:lnTo>
                    <a:pt x="90" y="129"/>
                  </a:lnTo>
                  <a:lnTo>
                    <a:pt x="86" y="126"/>
                  </a:lnTo>
                  <a:lnTo>
                    <a:pt x="83" y="123"/>
                  </a:lnTo>
                  <a:lnTo>
                    <a:pt x="82" y="118"/>
                  </a:lnTo>
                  <a:lnTo>
                    <a:pt x="82" y="12"/>
                  </a:lnTo>
                  <a:lnTo>
                    <a:pt x="82" y="12"/>
                  </a:lnTo>
                  <a:lnTo>
                    <a:pt x="83" y="8"/>
                  </a:lnTo>
                  <a:lnTo>
                    <a:pt x="86" y="3"/>
                  </a:lnTo>
                  <a:lnTo>
                    <a:pt x="90" y="1"/>
                  </a:lnTo>
                  <a:lnTo>
                    <a:pt x="95" y="0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0520" bIns="2052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88" name="Freeform 131"/>
            <p:cNvSpPr/>
            <p:nvPr/>
          </p:nvSpPr>
          <p:spPr>
            <a:xfrm>
              <a:off x="3773880" y="3793320"/>
              <a:ext cx="496440" cy="17280"/>
            </a:xfrm>
            <a:custGeom>
              <a:avLst/>
              <a:gdLst>
                <a:gd name="textAreaLeft" fmla="*/ 0 w 496440"/>
                <a:gd name="textAreaRight" fmla="*/ 496800 w 496440"/>
                <a:gd name="textAreaTop" fmla="*/ 0 h 17280"/>
                <a:gd name="textAreaBottom" fmla="*/ 17640 h 17280"/>
              </a:gdLst>
              <a:ahLst/>
              <a:rect l="textAreaLeft" t="textAreaTop" r="textAreaRight" b="textAreaBottom"/>
              <a:pathLst>
                <a:path w="1565" h="55">
                  <a:moveTo>
                    <a:pt x="1565" y="55"/>
                  </a:moveTo>
                  <a:lnTo>
                    <a:pt x="0" y="55"/>
                  </a:lnTo>
                  <a:lnTo>
                    <a:pt x="0" y="0"/>
                  </a:lnTo>
                  <a:lnTo>
                    <a:pt x="1565" y="0"/>
                  </a:lnTo>
                  <a:lnTo>
                    <a:pt x="1565" y="55"/>
                  </a:lnTo>
                  <a:lnTo>
                    <a:pt x="1565" y="5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640" bIns="86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89" name="Freeform 132"/>
            <p:cNvSpPr/>
            <p:nvPr/>
          </p:nvSpPr>
          <p:spPr>
            <a:xfrm>
              <a:off x="3943800" y="3345840"/>
              <a:ext cx="272520" cy="85320"/>
            </a:xfrm>
            <a:custGeom>
              <a:avLst/>
              <a:gdLst>
                <a:gd name="textAreaLeft" fmla="*/ 0 w 272520"/>
                <a:gd name="textAreaRight" fmla="*/ 272880 w 272520"/>
                <a:gd name="textAreaTop" fmla="*/ 0 h 85320"/>
                <a:gd name="textAreaBottom" fmla="*/ 85680 h 85320"/>
              </a:gdLst>
              <a:ahLst/>
              <a:rect l="textAreaLeft" t="textAreaTop" r="textAreaRight" b="textAreaBottom"/>
              <a:pathLst>
                <a:path w="864" h="270">
                  <a:moveTo>
                    <a:pt x="338" y="270"/>
                  </a:moveTo>
                  <a:lnTo>
                    <a:pt x="864" y="270"/>
                  </a:lnTo>
                  <a:lnTo>
                    <a:pt x="320" y="13"/>
                  </a:lnTo>
                  <a:lnTo>
                    <a:pt x="320" y="13"/>
                  </a:lnTo>
                  <a:lnTo>
                    <a:pt x="305" y="8"/>
                  </a:lnTo>
                  <a:lnTo>
                    <a:pt x="288" y="3"/>
                  </a:lnTo>
                  <a:lnTo>
                    <a:pt x="270" y="1"/>
                  </a:lnTo>
                  <a:lnTo>
                    <a:pt x="251" y="0"/>
                  </a:lnTo>
                  <a:lnTo>
                    <a:pt x="234" y="1"/>
                  </a:lnTo>
                  <a:lnTo>
                    <a:pt x="216" y="3"/>
                  </a:lnTo>
                  <a:lnTo>
                    <a:pt x="199" y="8"/>
                  </a:lnTo>
                  <a:lnTo>
                    <a:pt x="184" y="13"/>
                  </a:lnTo>
                  <a:lnTo>
                    <a:pt x="0" y="101"/>
                  </a:lnTo>
                  <a:lnTo>
                    <a:pt x="338" y="270"/>
                  </a:lnTo>
                  <a:lnTo>
                    <a:pt x="338" y="27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840" bIns="428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90" name="Freeform 133"/>
            <p:cNvSpPr/>
            <p:nvPr/>
          </p:nvSpPr>
          <p:spPr>
            <a:xfrm>
              <a:off x="3810600" y="3379320"/>
              <a:ext cx="225000" cy="52200"/>
            </a:xfrm>
            <a:custGeom>
              <a:avLst/>
              <a:gdLst>
                <a:gd name="textAreaLeft" fmla="*/ 0 w 225000"/>
                <a:gd name="textAreaRight" fmla="*/ 225360 w 225000"/>
                <a:gd name="textAreaTop" fmla="*/ 0 h 52200"/>
                <a:gd name="textAreaBottom" fmla="*/ 52560 h 52200"/>
              </a:gdLst>
              <a:ahLst/>
              <a:rect l="textAreaLeft" t="textAreaTop" r="textAreaRight" b="textAreaBottom"/>
              <a:pathLst>
                <a:path w="712" h="167">
                  <a:moveTo>
                    <a:pt x="712" y="167"/>
                  </a:moveTo>
                  <a:lnTo>
                    <a:pt x="395" y="8"/>
                  </a:lnTo>
                  <a:lnTo>
                    <a:pt x="395" y="8"/>
                  </a:lnTo>
                  <a:lnTo>
                    <a:pt x="387" y="4"/>
                  </a:lnTo>
                  <a:lnTo>
                    <a:pt x="376" y="2"/>
                  </a:lnTo>
                  <a:lnTo>
                    <a:pt x="366" y="0"/>
                  </a:lnTo>
                  <a:lnTo>
                    <a:pt x="356" y="0"/>
                  </a:lnTo>
                  <a:lnTo>
                    <a:pt x="345" y="0"/>
                  </a:lnTo>
                  <a:lnTo>
                    <a:pt x="335" y="2"/>
                  </a:lnTo>
                  <a:lnTo>
                    <a:pt x="325" y="4"/>
                  </a:lnTo>
                  <a:lnTo>
                    <a:pt x="316" y="8"/>
                  </a:lnTo>
                  <a:lnTo>
                    <a:pt x="0" y="167"/>
                  </a:lnTo>
                  <a:lnTo>
                    <a:pt x="712" y="167"/>
                  </a:lnTo>
                  <a:lnTo>
                    <a:pt x="712" y="16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6280" bIns="262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49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49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494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495" name="PlaceHolder 5"/>
          <p:cNvSpPr>
            <a:spLocks noGrp="1"/>
          </p:cNvSpPr>
          <p:nvPr>
            <p:ph type="sldNum" idx="106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B8D1F57-AAA8-411B-8D1A-3449F823E0F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496" name="PlaceHolder 6"/>
          <p:cNvSpPr>
            <a:spLocks noGrp="1"/>
          </p:cNvSpPr>
          <p:nvPr>
            <p:ph type="ftr" idx="107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497" name="TextBox 59"/>
          <p:cNvSpPr/>
          <p:nvPr/>
        </p:nvSpPr>
        <p:spPr>
          <a:xfrm>
            <a:off x="1377360" y="3502080"/>
            <a:ext cx="1526760" cy="7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/M 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498" name="Straight Connector 3"/>
          <p:cNvCxnSpPr/>
          <p:nvPr/>
        </p:nvCxnSpPr>
        <p:spPr>
          <a:xfrm>
            <a:off x="2003040" y="3102480"/>
            <a:ext cx="6313680" cy="8640"/>
          </a:xfrm>
          <a:prstGeom prst="straightConnector1">
            <a:avLst/>
          </a:prstGeom>
          <a:ln w="25400">
            <a:solidFill>
              <a:srgbClr val="757575"/>
            </a:solidFill>
            <a:miter/>
          </a:ln>
        </p:spPr>
      </p:cxnSp>
      <p:sp>
        <p:nvSpPr>
          <p:cNvPr id="1499" name="Oval 5"/>
          <p:cNvSpPr/>
          <p:nvPr/>
        </p:nvSpPr>
        <p:spPr>
          <a:xfrm>
            <a:off x="7664400" y="2625120"/>
            <a:ext cx="971280" cy="971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b65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500" name="Oval 6"/>
          <p:cNvSpPr/>
          <p:nvPr/>
        </p:nvSpPr>
        <p:spPr>
          <a:xfrm>
            <a:off x="7773480" y="2734200"/>
            <a:ext cx="752400" cy="75240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19050">
            <a:solidFill>
              <a:srgbClr val="4b65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1501" name="그룹 5"/>
          <p:cNvGrpSpPr/>
          <p:nvPr/>
        </p:nvGrpSpPr>
        <p:grpSpPr>
          <a:xfrm>
            <a:off x="6550920" y="2962800"/>
            <a:ext cx="287640" cy="287640"/>
            <a:chOff x="6550920" y="2962800"/>
            <a:chExt cx="287640" cy="287640"/>
          </a:xfrm>
        </p:grpSpPr>
        <p:sp>
          <p:nvSpPr>
            <p:cNvPr id="1502" name="Oval 17"/>
            <p:cNvSpPr/>
            <p:nvPr/>
          </p:nvSpPr>
          <p:spPr>
            <a:xfrm>
              <a:off x="6550920" y="2962800"/>
              <a:ext cx="287640" cy="28764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03" name="Oval 18"/>
            <p:cNvSpPr/>
            <p:nvPr/>
          </p:nvSpPr>
          <p:spPr>
            <a:xfrm>
              <a:off x="6622920" y="3034800"/>
              <a:ext cx="143640" cy="143640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504" name="TextBox 52"/>
          <p:cNvSpPr/>
          <p:nvPr/>
        </p:nvSpPr>
        <p:spPr>
          <a:xfrm>
            <a:off x="6183360" y="2409840"/>
            <a:ext cx="10227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d55633"/>
                </a:solidFill>
                <a:latin typeface="본고딕 Medium"/>
                <a:ea typeface="본고딕 Medium"/>
              </a:rPr>
              <a:t>2019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05" name="TextBox 53"/>
          <p:cNvSpPr/>
          <p:nvPr/>
        </p:nvSpPr>
        <p:spPr>
          <a:xfrm>
            <a:off x="4751280" y="2440800"/>
            <a:ext cx="8168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2018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06" name="TextBox 54"/>
          <p:cNvSpPr/>
          <p:nvPr/>
        </p:nvSpPr>
        <p:spPr>
          <a:xfrm>
            <a:off x="3181320" y="2440800"/>
            <a:ext cx="8168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2017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07" name="TextBox 55"/>
          <p:cNvSpPr/>
          <p:nvPr/>
        </p:nvSpPr>
        <p:spPr>
          <a:xfrm>
            <a:off x="1611720" y="2440800"/>
            <a:ext cx="8168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2016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508" name="그룹 6"/>
          <p:cNvGrpSpPr/>
          <p:nvPr/>
        </p:nvGrpSpPr>
        <p:grpSpPr>
          <a:xfrm>
            <a:off x="5015880" y="2962800"/>
            <a:ext cx="287640" cy="287640"/>
            <a:chOff x="5015880" y="2962800"/>
            <a:chExt cx="287640" cy="287640"/>
          </a:xfrm>
        </p:grpSpPr>
        <p:sp>
          <p:nvSpPr>
            <p:cNvPr id="1509" name="Oval 17"/>
            <p:cNvSpPr/>
            <p:nvPr/>
          </p:nvSpPr>
          <p:spPr>
            <a:xfrm>
              <a:off x="5015880" y="2962800"/>
              <a:ext cx="287640" cy="28764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10" name="Oval 18"/>
            <p:cNvSpPr/>
            <p:nvPr/>
          </p:nvSpPr>
          <p:spPr>
            <a:xfrm>
              <a:off x="5087880" y="3034800"/>
              <a:ext cx="143640" cy="143640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511" name="그룹 7"/>
          <p:cNvGrpSpPr/>
          <p:nvPr/>
        </p:nvGrpSpPr>
        <p:grpSpPr>
          <a:xfrm>
            <a:off x="3445920" y="2962800"/>
            <a:ext cx="287640" cy="287640"/>
            <a:chOff x="3445920" y="2962800"/>
            <a:chExt cx="287640" cy="287640"/>
          </a:xfrm>
        </p:grpSpPr>
        <p:sp>
          <p:nvSpPr>
            <p:cNvPr id="1512" name="Oval 17"/>
            <p:cNvSpPr/>
            <p:nvPr/>
          </p:nvSpPr>
          <p:spPr>
            <a:xfrm>
              <a:off x="3445920" y="2962800"/>
              <a:ext cx="287640" cy="28764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13" name="Oval 18"/>
            <p:cNvSpPr/>
            <p:nvPr/>
          </p:nvSpPr>
          <p:spPr>
            <a:xfrm>
              <a:off x="3517920" y="3034800"/>
              <a:ext cx="143640" cy="143640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514" name="그룹 2"/>
          <p:cNvGrpSpPr/>
          <p:nvPr/>
        </p:nvGrpSpPr>
        <p:grpSpPr>
          <a:xfrm>
            <a:off x="1876320" y="2962800"/>
            <a:ext cx="287640" cy="287640"/>
            <a:chOff x="1876320" y="2962800"/>
            <a:chExt cx="287640" cy="287640"/>
          </a:xfrm>
        </p:grpSpPr>
        <p:sp>
          <p:nvSpPr>
            <p:cNvPr id="1515" name="Oval 17"/>
            <p:cNvSpPr/>
            <p:nvPr/>
          </p:nvSpPr>
          <p:spPr>
            <a:xfrm>
              <a:off x="1876320" y="2962800"/>
              <a:ext cx="287640" cy="28764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16" name="Oval 18"/>
            <p:cNvSpPr/>
            <p:nvPr/>
          </p:nvSpPr>
          <p:spPr>
            <a:xfrm>
              <a:off x="1948320" y="3034800"/>
              <a:ext cx="143640" cy="143640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517" name="TextBox 45"/>
          <p:cNvSpPr/>
          <p:nvPr/>
        </p:nvSpPr>
        <p:spPr>
          <a:xfrm>
            <a:off x="2919240" y="3502080"/>
            <a:ext cx="1526760" cy="7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/M 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18" name="TextBox 46"/>
          <p:cNvSpPr/>
          <p:nvPr/>
        </p:nvSpPr>
        <p:spPr>
          <a:xfrm>
            <a:off x="4461480" y="3502080"/>
            <a:ext cx="1526760" cy="7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/M 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19" name="TextBox 47"/>
          <p:cNvSpPr/>
          <p:nvPr/>
        </p:nvSpPr>
        <p:spPr>
          <a:xfrm>
            <a:off x="6003360" y="3502080"/>
            <a:ext cx="1526760" cy="7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/M 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52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52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523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524" name="PlaceHolder 5"/>
          <p:cNvSpPr>
            <a:spLocks noGrp="1"/>
          </p:cNvSpPr>
          <p:nvPr>
            <p:ph type="sldNum" idx="108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423B3E8-5643-4937-8822-7F62B3F4AF2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525" name="PlaceHolder 6"/>
          <p:cNvSpPr>
            <a:spLocks noGrp="1"/>
          </p:cNvSpPr>
          <p:nvPr>
            <p:ph type="ftr" idx="109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cxnSp>
        <p:nvCxnSpPr>
          <p:cNvPr id="1526" name="직선 연결선 8"/>
          <p:cNvCxnSpPr/>
          <p:nvPr/>
        </p:nvCxnSpPr>
        <p:spPr>
          <a:xfrm>
            <a:off x="0" y="4143600"/>
            <a:ext cx="9906120" cy="360"/>
          </a:xfrm>
          <a:prstGeom prst="straightConnector1">
            <a:avLst/>
          </a:prstGeom>
          <a:ln cap="rnd" w="47625">
            <a:solidFill>
              <a:srgbClr val="002452"/>
            </a:solidFill>
            <a:prstDash val="sysDot"/>
          </a:ln>
        </p:spPr>
      </p:cxnSp>
      <p:sp>
        <p:nvSpPr>
          <p:cNvPr id="1527" name="타원 10"/>
          <p:cNvSpPr/>
          <p:nvPr/>
        </p:nvSpPr>
        <p:spPr>
          <a:xfrm>
            <a:off x="3066480" y="3937320"/>
            <a:ext cx="412560" cy="4125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28" name="타원 11"/>
          <p:cNvSpPr/>
          <p:nvPr/>
        </p:nvSpPr>
        <p:spPr>
          <a:xfrm>
            <a:off x="4408200" y="3670920"/>
            <a:ext cx="939600" cy="93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2019</a:t>
            </a:r>
            <a:endParaRPr b="0" lang="en-US" sz="16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529" name="타원 15"/>
          <p:cNvSpPr/>
          <p:nvPr/>
        </p:nvSpPr>
        <p:spPr>
          <a:xfrm>
            <a:off x="7618680" y="3670920"/>
            <a:ext cx="939240" cy="939240"/>
          </a:xfrm>
          <a:prstGeom prst="ellipse">
            <a:avLst/>
          </a:prstGeom>
          <a:solidFill>
            <a:srgbClr val="003760"/>
          </a:solidFill>
          <a:ln>
            <a:solidFill>
              <a:srgbClr val="0024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30" name="타원 20"/>
          <p:cNvSpPr/>
          <p:nvPr/>
        </p:nvSpPr>
        <p:spPr>
          <a:xfrm>
            <a:off x="6276960" y="3937320"/>
            <a:ext cx="412560" cy="4125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31" name="타원 21"/>
          <p:cNvSpPr/>
          <p:nvPr/>
        </p:nvSpPr>
        <p:spPr>
          <a:xfrm>
            <a:off x="1197720" y="3670920"/>
            <a:ext cx="939600" cy="93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2016</a:t>
            </a:r>
            <a:endParaRPr b="0" lang="en-US" sz="1600" spc="-1" strike="noStrike">
              <a:solidFill>
                <a:srgbClr val="ffffff"/>
              </a:solidFill>
              <a:latin typeface="맑은 고딕"/>
            </a:endParaRPr>
          </a:p>
        </p:txBody>
      </p:sp>
      <p:cxnSp>
        <p:nvCxnSpPr>
          <p:cNvPr id="1532" name="직선 연결선 27"/>
          <p:cNvCxnSpPr>
            <a:stCxn id="1530" idx="0"/>
          </p:cNvCxnSpPr>
          <p:nvPr/>
        </p:nvCxnSpPr>
        <p:spPr>
          <a:xfrm flipV="1">
            <a:off x="6483240" y="3101760"/>
            <a:ext cx="360" cy="835920"/>
          </a:xfrm>
          <a:prstGeom prst="straightConnector1">
            <a:avLst/>
          </a:prstGeom>
          <a:ln>
            <a:solidFill>
              <a:srgbClr val="002452"/>
            </a:solidFill>
            <a:tailEnd len="med" type="triangle" w="med"/>
          </a:ln>
        </p:spPr>
      </p:cxnSp>
      <p:sp>
        <p:nvSpPr>
          <p:cNvPr id="1533" name="타원 29"/>
          <p:cNvSpPr/>
          <p:nvPr/>
        </p:nvSpPr>
        <p:spPr>
          <a:xfrm>
            <a:off x="7686720" y="3739320"/>
            <a:ext cx="802800" cy="8028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34" name="TextBox 26"/>
          <p:cNvSpPr/>
          <p:nvPr/>
        </p:nvSpPr>
        <p:spPr>
          <a:xfrm>
            <a:off x="6327360" y="1805760"/>
            <a:ext cx="152676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/M 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35" name="TextBox 34"/>
          <p:cNvSpPr/>
          <p:nvPr/>
        </p:nvSpPr>
        <p:spPr>
          <a:xfrm>
            <a:off x="7894440" y="4692960"/>
            <a:ext cx="152676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/M 14pt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53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53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539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540" name="PlaceHolder 5"/>
          <p:cNvSpPr>
            <a:spLocks noGrp="1"/>
          </p:cNvSpPr>
          <p:nvPr>
            <p:ph type="sldNum" idx="110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51255B9-5B85-4966-9FB8-935D8C14988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541" name="PlaceHolder 6"/>
          <p:cNvSpPr>
            <a:spLocks noGrp="1"/>
          </p:cNvSpPr>
          <p:nvPr>
            <p:ph type="ftr" idx="111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542" name="Chevron 2"/>
          <p:cNvSpPr/>
          <p:nvPr/>
        </p:nvSpPr>
        <p:spPr>
          <a:xfrm>
            <a:off x="596160" y="2574360"/>
            <a:ext cx="1763640" cy="235800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543" name="직사각형 113"/>
          <p:cNvSpPr/>
          <p:nvPr/>
        </p:nvSpPr>
        <p:spPr>
          <a:xfrm>
            <a:off x="177480" y="2239200"/>
            <a:ext cx="142884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2015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44" name="Oval 4"/>
          <p:cNvSpPr/>
          <p:nvPr/>
        </p:nvSpPr>
        <p:spPr>
          <a:xfrm>
            <a:off x="1048320" y="3362400"/>
            <a:ext cx="863640" cy="86364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1545" name="Straight Connector 5"/>
          <p:cNvCxnSpPr/>
          <p:nvPr/>
        </p:nvCxnSpPr>
        <p:spPr>
          <a:xfrm>
            <a:off x="1466640" y="2890440"/>
            <a:ext cx="3960" cy="471960"/>
          </a:xfrm>
          <a:prstGeom prst="straightConnector1">
            <a:avLst/>
          </a:prstGeom>
          <a:ln w="9525">
            <a:solidFill>
              <a:srgbClr val="b6b6b6"/>
            </a:solidFill>
            <a:headEnd len="med" type="oval" w="med"/>
          </a:ln>
        </p:spPr>
      </p:cxnSp>
      <p:sp>
        <p:nvSpPr>
          <p:cNvPr id="1546" name="Chevron 11"/>
          <p:cNvSpPr/>
          <p:nvPr/>
        </p:nvSpPr>
        <p:spPr>
          <a:xfrm>
            <a:off x="2320200" y="2574360"/>
            <a:ext cx="1763640" cy="235800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547" name="직사각형 113"/>
          <p:cNvSpPr/>
          <p:nvPr/>
        </p:nvSpPr>
        <p:spPr>
          <a:xfrm>
            <a:off x="1840320" y="2244240"/>
            <a:ext cx="142884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2016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48" name="Oval 13"/>
          <p:cNvSpPr/>
          <p:nvPr/>
        </p:nvSpPr>
        <p:spPr>
          <a:xfrm>
            <a:off x="2772000" y="3362400"/>
            <a:ext cx="863640" cy="86364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1549" name="Straight Connector 14"/>
          <p:cNvCxnSpPr/>
          <p:nvPr/>
        </p:nvCxnSpPr>
        <p:spPr>
          <a:xfrm>
            <a:off x="3201840" y="2890440"/>
            <a:ext cx="360" cy="471960"/>
          </a:xfrm>
          <a:prstGeom prst="straightConnector1">
            <a:avLst/>
          </a:prstGeom>
          <a:ln w="9525">
            <a:solidFill>
              <a:srgbClr val="b6b6b6"/>
            </a:solidFill>
            <a:headEnd len="med" type="oval" w="med"/>
          </a:ln>
        </p:spPr>
      </p:cxnSp>
      <p:sp>
        <p:nvSpPr>
          <p:cNvPr id="1550" name="Chevron 19"/>
          <p:cNvSpPr/>
          <p:nvPr/>
        </p:nvSpPr>
        <p:spPr>
          <a:xfrm>
            <a:off x="4039920" y="2574360"/>
            <a:ext cx="1763640" cy="235800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551" name="직사각형 113"/>
          <p:cNvSpPr/>
          <p:nvPr/>
        </p:nvSpPr>
        <p:spPr>
          <a:xfrm>
            <a:off x="3560040" y="2246040"/>
            <a:ext cx="142884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2017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52" name="Oval 21"/>
          <p:cNvSpPr/>
          <p:nvPr/>
        </p:nvSpPr>
        <p:spPr>
          <a:xfrm>
            <a:off x="4491720" y="3362400"/>
            <a:ext cx="863640" cy="86364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1553" name="Straight Connector 22"/>
          <p:cNvCxnSpPr/>
          <p:nvPr/>
        </p:nvCxnSpPr>
        <p:spPr>
          <a:xfrm>
            <a:off x="4921560" y="2890440"/>
            <a:ext cx="360" cy="471960"/>
          </a:xfrm>
          <a:prstGeom prst="straightConnector1">
            <a:avLst/>
          </a:prstGeom>
          <a:ln w="9525">
            <a:solidFill>
              <a:srgbClr val="b6b6b6"/>
            </a:solidFill>
            <a:headEnd len="med" type="oval" w="med"/>
          </a:ln>
        </p:spPr>
      </p:cxnSp>
      <p:sp>
        <p:nvSpPr>
          <p:cNvPr id="1554" name="Chevron 27"/>
          <p:cNvSpPr/>
          <p:nvPr/>
        </p:nvSpPr>
        <p:spPr>
          <a:xfrm>
            <a:off x="5763600" y="2574360"/>
            <a:ext cx="1763640" cy="235800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555" name="직사각형 113"/>
          <p:cNvSpPr/>
          <p:nvPr/>
        </p:nvSpPr>
        <p:spPr>
          <a:xfrm>
            <a:off x="5262480" y="2246040"/>
            <a:ext cx="142884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2018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56" name="Oval 29"/>
          <p:cNvSpPr/>
          <p:nvPr/>
        </p:nvSpPr>
        <p:spPr>
          <a:xfrm>
            <a:off x="6215760" y="3362400"/>
            <a:ext cx="863640" cy="86364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1557" name="Straight Connector 30"/>
          <p:cNvCxnSpPr/>
          <p:nvPr/>
        </p:nvCxnSpPr>
        <p:spPr>
          <a:xfrm>
            <a:off x="6642360" y="2892960"/>
            <a:ext cx="6840" cy="469440"/>
          </a:xfrm>
          <a:prstGeom prst="straightConnector1">
            <a:avLst/>
          </a:prstGeom>
          <a:ln w="9525">
            <a:solidFill>
              <a:srgbClr val="b6b6b6"/>
            </a:solidFill>
            <a:headEnd len="med" type="oval" w="med"/>
          </a:ln>
        </p:spPr>
      </p:cxnSp>
      <p:sp>
        <p:nvSpPr>
          <p:cNvPr id="1558" name="Chevron 35"/>
          <p:cNvSpPr/>
          <p:nvPr/>
        </p:nvSpPr>
        <p:spPr>
          <a:xfrm>
            <a:off x="7483320" y="2574360"/>
            <a:ext cx="1763640" cy="235800"/>
          </a:xfrm>
          <a:prstGeom prst="chevron">
            <a:avLst>
              <a:gd name="adj" fmla="val 3992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559" name="직사각형 113"/>
          <p:cNvSpPr/>
          <p:nvPr/>
        </p:nvSpPr>
        <p:spPr>
          <a:xfrm>
            <a:off x="7064280" y="2239200"/>
            <a:ext cx="142884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d55633"/>
                </a:solidFill>
                <a:latin typeface="본고딕 Medium"/>
                <a:ea typeface="본고딕 Medium"/>
              </a:rPr>
              <a:t>2019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60" name="Oval 37"/>
          <p:cNvSpPr/>
          <p:nvPr/>
        </p:nvSpPr>
        <p:spPr>
          <a:xfrm>
            <a:off x="7935480" y="3362400"/>
            <a:ext cx="863640" cy="86364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1561" name="Straight Connector 38"/>
          <p:cNvCxnSpPr/>
          <p:nvPr/>
        </p:nvCxnSpPr>
        <p:spPr>
          <a:xfrm>
            <a:off x="8365320" y="2890440"/>
            <a:ext cx="360" cy="471960"/>
          </a:xfrm>
          <a:prstGeom prst="straightConnector1">
            <a:avLst/>
          </a:prstGeom>
          <a:ln w="9525">
            <a:solidFill>
              <a:srgbClr val="c51f2a"/>
            </a:solidFill>
            <a:headEnd len="med" type="oval" w="med"/>
          </a:ln>
        </p:spPr>
      </p:cxnSp>
      <p:sp>
        <p:nvSpPr>
          <p:cNvPr id="1562" name="Trapezoid 13"/>
          <p:cNvSpPr/>
          <p:nvPr/>
        </p:nvSpPr>
        <p:spPr>
          <a:xfrm>
            <a:off x="1275480" y="3618720"/>
            <a:ext cx="405360" cy="342720"/>
          </a:xfrm>
          <a:custGeom>
            <a:avLst/>
            <a:gdLst>
              <a:gd name="textAreaLeft" fmla="*/ 0 w 405360"/>
              <a:gd name="textAreaRight" fmla="*/ 405720 w 405360"/>
              <a:gd name="textAreaTop" fmla="*/ 0 h 342720"/>
              <a:gd name="textAreaBottom" fmla="*/ 343080 h 342720"/>
            </a:gdLst>
            <a:ahLst/>
            <a:rect l="textAreaLeft" t="textAreaTop" r="textAreaRight" b="textAreaBottom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63" name="Rectangle 16"/>
          <p:cNvSpPr/>
          <p:nvPr/>
        </p:nvSpPr>
        <p:spPr>
          <a:xfrm rot="2700000">
            <a:off x="3028320" y="3522960"/>
            <a:ext cx="297720" cy="533880"/>
          </a:xfrm>
          <a:custGeom>
            <a:avLst/>
            <a:gdLst>
              <a:gd name="textAreaLeft" fmla="*/ 0 w 297720"/>
              <a:gd name="textAreaRight" fmla="*/ 298080 w 297720"/>
              <a:gd name="textAreaTop" fmla="*/ 0 h 533880"/>
              <a:gd name="textAreaBottom" fmla="*/ 534240 h 533880"/>
            </a:gdLst>
            <a:ahLst/>
            <a:rect l="textAreaLeft" t="textAreaTop" r="textAreaRight" b="textAreaBottom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64" name="Teardrop 1"/>
          <p:cNvSpPr/>
          <p:nvPr/>
        </p:nvSpPr>
        <p:spPr>
          <a:xfrm rot="18805800">
            <a:off x="4710600" y="3578760"/>
            <a:ext cx="421920" cy="417600"/>
          </a:xfrm>
          <a:custGeom>
            <a:avLst/>
            <a:gdLst>
              <a:gd name="textAreaLeft" fmla="*/ 0 w 421920"/>
              <a:gd name="textAreaRight" fmla="*/ 422280 w 421920"/>
              <a:gd name="textAreaTop" fmla="*/ 0 h 417600"/>
              <a:gd name="textAreaBottom" fmla="*/ 417960 h 417600"/>
            </a:gdLst>
            <a:ahLst/>
            <a:rect l="textAreaLeft" t="textAreaTop" r="textAreaRight" b="textAreaBottom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565" name="Oval 7"/>
          <p:cNvSpPr/>
          <p:nvPr/>
        </p:nvSpPr>
        <p:spPr>
          <a:xfrm>
            <a:off x="6440040" y="3593880"/>
            <a:ext cx="404640" cy="404640"/>
          </a:xfrm>
          <a:custGeom>
            <a:avLst/>
            <a:gdLst>
              <a:gd name="textAreaLeft" fmla="*/ 0 w 404640"/>
              <a:gd name="textAreaRight" fmla="*/ 405000 w 404640"/>
              <a:gd name="textAreaTop" fmla="*/ 0 h 404640"/>
              <a:gd name="textAreaBottom" fmla="*/ 405000 h 404640"/>
            </a:gdLst>
            <a:ahLst/>
            <a:rect l="textAreaLeft" t="textAreaTop" r="textAreaRight" b="textAreaBottom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66" name="TextBox 50"/>
          <p:cNvSpPr/>
          <p:nvPr/>
        </p:nvSpPr>
        <p:spPr>
          <a:xfrm>
            <a:off x="722160" y="4398480"/>
            <a:ext cx="1526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67" name="TextBox 51"/>
          <p:cNvSpPr/>
          <p:nvPr/>
        </p:nvSpPr>
        <p:spPr>
          <a:xfrm>
            <a:off x="2413800" y="4398480"/>
            <a:ext cx="1526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68" name="TextBox 52"/>
          <p:cNvSpPr/>
          <p:nvPr/>
        </p:nvSpPr>
        <p:spPr>
          <a:xfrm>
            <a:off x="4158360" y="4398480"/>
            <a:ext cx="1526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69" name="TextBox 53"/>
          <p:cNvSpPr/>
          <p:nvPr/>
        </p:nvSpPr>
        <p:spPr>
          <a:xfrm>
            <a:off x="5885280" y="4398480"/>
            <a:ext cx="1526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70" name="TextBox 54"/>
          <p:cNvSpPr/>
          <p:nvPr/>
        </p:nvSpPr>
        <p:spPr>
          <a:xfrm>
            <a:off x="7577280" y="4398480"/>
            <a:ext cx="1526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71" name="AutoShape 112"/>
          <p:cNvSpPr/>
          <p:nvPr/>
        </p:nvSpPr>
        <p:spPr>
          <a:xfrm>
            <a:off x="8129520" y="3576960"/>
            <a:ext cx="47160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72" name="Freeform 114"/>
          <p:cNvSpPr/>
          <p:nvPr/>
        </p:nvSpPr>
        <p:spPr>
          <a:xfrm>
            <a:off x="8129520" y="3576960"/>
            <a:ext cx="471600" cy="397800"/>
          </a:xfrm>
          <a:custGeom>
            <a:avLst/>
            <a:gdLst>
              <a:gd name="textAreaLeft" fmla="*/ 0 w 471600"/>
              <a:gd name="textAreaRight" fmla="*/ 471960 w 471600"/>
              <a:gd name="textAreaTop" fmla="*/ 0 h 397800"/>
              <a:gd name="textAreaBottom" fmla="*/ 398160 h 397800"/>
            </a:gdLst>
            <a:ahLst/>
            <a:rect l="textAreaLeft" t="textAreaTop" r="textAreaRight" b="textAreaBottom"/>
            <a:pathLst>
              <a:path w="1985" h="1675">
                <a:moveTo>
                  <a:pt x="1794" y="1222"/>
                </a:moveTo>
                <a:lnTo>
                  <a:pt x="1794" y="1002"/>
                </a:lnTo>
                <a:lnTo>
                  <a:pt x="1794" y="1002"/>
                </a:lnTo>
                <a:lnTo>
                  <a:pt x="1794" y="991"/>
                </a:lnTo>
                <a:lnTo>
                  <a:pt x="1792" y="980"/>
                </a:lnTo>
                <a:lnTo>
                  <a:pt x="1790" y="969"/>
                </a:lnTo>
                <a:lnTo>
                  <a:pt x="1785" y="958"/>
                </a:lnTo>
                <a:lnTo>
                  <a:pt x="1781" y="948"/>
                </a:lnTo>
                <a:lnTo>
                  <a:pt x="1775" y="939"/>
                </a:lnTo>
                <a:lnTo>
                  <a:pt x="1768" y="930"/>
                </a:lnTo>
                <a:lnTo>
                  <a:pt x="1761" y="922"/>
                </a:lnTo>
                <a:lnTo>
                  <a:pt x="1753" y="914"/>
                </a:lnTo>
                <a:lnTo>
                  <a:pt x="1744" y="908"/>
                </a:lnTo>
                <a:lnTo>
                  <a:pt x="1734" y="902"/>
                </a:lnTo>
                <a:lnTo>
                  <a:pt x="1725" y="898"/>
                </a:lnTo>
                <a:lnTo>
                  <a:pt x="1714" y="893"/>
                </a:lnTo>
                <a:lnTo>
                  <a:pt x="1703" y="891"/>
                </a:lnTo>
                <a:lnTo>
                  <a:pt x="1691" y="889"/>
                </a:lnTo>
                <a:lnTo>
                  <a:pt x="1680" y="889"/>
                </a:lnTo>
                <a:lnTo>
                  <a:pt x="305" y="889"/>
                </a:lnTo>
                <a:lnTo>
                  <a:pt x="305" y="889"/>
                </a:lnTo>
                <a:lnTo>
                  <a:pt x="294" y="889"/>
                </a:lnTo>
                <a:lnTo>
                  <a:pt x="282" y="891"/>
                </a:lnTo>
                <a:lnTo>
                  <a:pt x="271" y="893"/>
                </a:lnTo>
                <a:lnTo>
                  <a:pt x="260" y="898"/>
                </a:lnTo>
                <a:lnTo>
                  <a:pt x="251" y="902"/>
                </a:lnTo>
                <a:lnTo>
                  <a:pt x="241" y="908"/>
                </a:lnTo>
                <a:lnTo>
                  <a:pt x="232" y="914"/>
                </a:lnTo>
                <a:lnTo>
                  <a:pt x="224" y="922"/>
                </a:lnTo>
                <a:lnTo>
                  <a:pt x="217" y="930"/>
                </a:lnTo>
                <a:lnTo>
                  <a:pt x="210" y="939"/>
                </a:lnTo>
                <a:lnTo>
                  <a:pt x="204" y="948"/>
                </a:lnTo>
                <a:lnTo>
                  <a:pt x="200" y="958"/>
                </a:lnTo>
                <a:lnTo>
                  <a:pt x="195" y="969"/>
                </a:lnTo>
                <a:lnTo>
                  <a:pt x="193" y="980"/>
                </a:lnTo>
                <a:lnTo>
                  <a:pt x="191" y="991"/>
                </a:lnTo>
                <a:lnTo>
                  <a:pt x="191" y="1002"/>
                </a:lnTo>
                <a:lnTo>
                  <a:pt x="191" y="1222"/>
                </a:lnTo>
                <a:lnTo>
                  <a:pt x="191" y="1222"/>
                </a:lnTo>
                <a:lnTo>
                  <a:pt x="171" y="1226"/>
                </a:lnTo>
                <a:lnTo>
                  <a:pt x="152" y="1232"/>
                </a:lnTo>
                <a:lnTo>
                  <a:pt x="133" y="1240"/>
                </a:lnTo>
                <a:lnTo>
                  <a:pt x="115" y="1248"/>
                </a:lnTo>
                <a:lnTo>
                  <a:pt x="98" y="1260"/>
                </a:lnTo>
                <a:lnTo>
                  <a:pt x="83" y="1271"/>
                </a:lnTo>
                <a:lnTo>
                  <a:pt x="68" y="1284"/>
                </a:lnTo>
                <a:lnTo>
                  <a:pt x="55" y="1299"/>
                </a:lnTo>
                <a:lnTo>
                  <a:pt x="42" y="1314"/>
                </a:lnTo>
                <a:lnTo>
                  <a:pt x="31" y="1331"/>
                </a:lnTo>
                <a:lnTo>
                  <a:pt x="22" y="1349"/>
                </a:lnTo>
                <a:lnTo>
                  <a:pt x="15" y="1367"/>
                </a:lnTo>
                <a:lnTo>
                  <a:pt x="8" y="1385"/>
                </a:lnTo>
                <a:lnTo>
                  <a:pt x="3" y="1405"/>
                </a:lnTo>
                <a:lnTo>
                  <a:pt x="1" y="1426"/>
                </a:lnTo>
                <a:lnTo>
                  <a:pt x="0" y="1447"/>
                </a:lnTo>
                <a:lnTo>
                  <a:pt x="0" y="1447"/>
                </a:lnTo>
                <a:lnTo>
                  <a:pt x="1" y="1470"/>
                </a:lnTo>
                <a:lnTo>
                  <a:pt x="4" y="1493"/>
                </a:lnTo>
                <a:lnTo>
                  <a:pt x="10" y="1515"/>
                </a:lnTo>
                <a:lnTo>
                  <a:pt x="18" y="1536"/>
                </a:lnTo>
                <a:lnTo>
                  <a:pt x="28" y="1556"/>
                </a:lnTo>
                <a:lnTo>
                  <a:pt x="39" y="1575"/>
                </a:lnTo>
                <a:lnTo>
                  <a:pt x="52" y="1593"/>
                </a:lnTo>
                <a:lnTo>
                  <a:pt x="67" y="1608"/>
                </a:lnTo>
                <a:lnTo>
                  <a:pt x="83" y="1624"/>
                </a:lnTo>
                <a:lnTo>
                  <a:pt x="100" y="1636"/>
                </a:lnTo>
                <a:lnTo>
                  <a:pt x="119" y="1648"/>
                </a:lnTo>
                <a:lnTo>
                  <a:pt x="140" y="1657"/>
                </a:lnTo>
                <a:lnTo>
                  <a:pt x="161" y="1665"/>
                </a:lnTo>
                <a:lnTo>
                  <a:pt x="183" y="1671"/>
                </a:lnTo>
                <a:lnTo>
                  <a:pt x="205" y="1674"/>
                </a:lnTo>
                <a:lnTo>
                  <a:pt x="229" y="1675"/>
                </a:lnTo>
                <a:lnTo>
                  <a:pt x="229" y="1675"/>
                </a:lnTo>
                <a:lnTo>
                  <a:pt x="252" y="1674"/>
                </a:lnTo>
                <a:lnTo>
                  <a:pt x="275" y="1671"/>
                </a:lnTo>
                <a:lnTo>
                  <a:pt x="297" y="1665"/>
                </a:lnTo>
                <a:lnTo>
                  <a:pt x="318" y="1657"/>
                </a:lnTo>
                <a:lnTo>
                  <a:pt x="338" y="1648"/>
                </a:lnTo>
                <a:lnTo>
                  <a:pt x="357" y="1636"/>
                </a:lnTo>
                <a:lnTo>
                  <a:pt x="375" y="1624"/>
                </a:lnTo>
                <a:lnTo>
                  <a:pt x="391" y="1608"/>
                </a:lnTo>
                <a:lnTo>
                  <a:pt x="405" y="1593"/>
                </a:lnTo>
                <a:lnTo>
                  <a:pt x="419" y="1575"/>
                </a:lnTo>
                <a:lnTo>
                  <a:pt x="430" y="1556"/>
                </a:lnTo>
                <a:lnTo>
                  <a:pt x="440" y="1536"/>
                </a:lnTo>
                <a:lnTo>
                  <a:pt x="448" y="1515"/>
                </a:lnTo>
                <a:lnTo>
                  <a:pt x="453" y="1493"/>
                </a:lnTo>
                <a:lnTo>
                  <a:pt x="457" y="1470"/>
                </a:lnTo>
                <a:lnTo>
                  <a:pt x="458" y="1447"/>
                </a:lnTo>
                <a:lnTo>
                  <a:pt x="458" y="1447"/>
                </a:lnTo>
                <a:lnTo>
                  <a:pt x="457" y="1426"/>
                </a:lnTo>
                <a:lnTo>
                  <a:pt x="454" y="1405"/>
                </a:lnTo>
                <a:lnTo>
                  <a:pt x="450" y="1385"/>
                </a:lnTo>
                <a:lnTo>
                  <a:pt x="443" y="1367"/>
                </a:lnTo>
                <a:lnTo>
                  <a:pt x="435" y="1349"/>
                </a:lnTo>
                <a:lnTo>
                  <a:pt x="426" y="1331"/>
                </a:lnTo>
                <a:lnTo>
                  <a:pt x="415" y="1314"/>
                </a:lnTo>
                <a:lnTo>
                  <a:pt x="403" y="1299"/>
                </a:lnTo>
                <a:lnTo>
                  <a:pt x="390" y="1284"/>
                </a:lnTo>
                <a:lnTo>
                  <a:pt x="375" y="1271"/>
                </a:lnTo>
                <a:lnTo>
                  <a:pt x="359" y="1260"/>
                </a:lnTo>
                <a:lnTo>
                  <a:pt x="343" y="1248"/>
                </a:lnTo>
                <a:lnTo>
                  <a:pt x="325" y="1240"/>
                </a:lnTo>
                <a:lnTo>
                  <a:pt x="306" y="1232"/>
                </a:lnTo>
                <a:lnTo>
                  <a:pt x="287" y="1226"/>
                </a:lnTo>
                <a:lnTo>
                  <a:pt x="267" y="1222"/>
                </a:lnTo>
                <a:lnTo>
                  <a:pt x="267" y="1002"/>
                </a:lnTo>
                <a:lnTo>
                  <a:pt x="267" y="1002"/>
                </a:lnTo>
                <a:lnTo>
                  <a:pt x="268" y="995"/>
                </a:lnTo>
                <a:lnTo>
                  <a:pt x="270" y="988"/>
                </a:lnTo>
                <a:lnTo>
                  <a:pt x="274" y="981"/>
                </a:lnTo>
                <a:lnTo>
                  <a:pt x="278" y="976"/>
                </a:lnTo>
                <a:lnTo>
                  <a:pt x="284" y="971"/>
                </a:lnTo>
                <a:lnTo>
                  <a:pt x="290" y="968"/>
                </a:lnTo>
                <a:lnTo>
                  <a:pt x="297" y="966"/>
                </a:lnTo>
                <a:lnTo>
                  <a:pt x="305" y="964"/>
                </a:lnTo>
                <a:lnTo>
                  <a:pt x="955" y="964"/>
                </a:lnTo>
                <a:lnTo>
                  <a:pt x="955" y="1222"/>
                </a:lnTo>
                <a:lnTo>
                  <a:pt x="955" y="1222"/>
                </a:lnTo>
                <a:lnTo>
                  <a:pt x="934" y="1226"/>
                </a:lnTo>
                <a:lnTo>
                  <a:pt x="915" y="1232"/>
                </a:lnTo>
                <a:lnTo>
                  <a:pt x="896" y="1240"/>
                </a:lnTo>
                <a:lnTo>
                  <a:pt x="879" y="1248"/>
                </a:lnTo>
                <a:lnTo>
                  <a:pt x="862" y="1260"/>
                </a:lnTo>
                <a:lnTo>
                  <a:pt x="846" y="1271"/>
                </a:lnTo>
                <a:lnTo>
                  <a:pt x="832" y="1284"/>
                </a:lnTo>
                <a:lnTo>
                  <a:pt x="818" y="1299"/>
                </a:lnTo>
                <a:lnTo>
                  <a:pt x="806" y="1314"/>
                </a:lnTo>
                <a:lnTo>
                  <a:pt x="795" y="1331"/>
                </a:lnTo>
                <a:lnTo>
                  <a:pt x="786" y="1349"/>
                </a:lnTo>
                <a:lnTo>
                  <a:pt x="778" y="1367"/>
                </a:lnTo>
                <a:lnTo>
                  <a:pt x="771" y="1385"/>
                </a:lnTo>
                <a:lnTo>
                  <a:pt x="767" y="1405"/>
                </a:lnTo>
                <a:lnTo>
                  <a:pt x="765" y="1426"/>
                </a:lnTo>
                <a:lnTo>
                  <a:pt x="764" y="1447"/>
                </a:lnTo>
                <a:lnTo>
                  <a:pt x="764" y="1447"/>
                </a:lnTo>
                <a:lnTo>
                  <a:pt x="765" y="1470"/>
                </a:lnTo>
                <a:lnTo>
                  <a:pt x="768" y="1493"/>
                </a:lnTo>
                <a:lnTo>
                  <a:pt x="774" y="1515"/>
                </a:lnTo>
                <a:lnTo>
                  <a:pt x="781" y="1536"/>
                </a:lnTo>
                <a:lnTo>
                  <a:pt x="792" y="1556"/>
                </a:lnTo>
                <a:lnTo>
                  <a:pt x="803" y="1575"/>
                </a:lnTo>
                <a:lnTo>
                  <a:pt x="816" y="1593"/>
                </a:lnTo>
                <a:lnTo>
                  <a:pt x="831" y="1608"/>
                </a:lnTo>
                <a:lnTo>
                  <a:pt x="846" y="1624"/>
                </a:lnTo>
                <a:lnTo>
                  <a:pt x="864" y="1636"/>
                </a:lnTo>
                <a:lnTo>
                  <a:pt x="883" y="1648"/>
                </a:lnTo>
                <a:lnTo>
                  <a:pt x="903" y="1657"/>
                </a:lnTo>
                <a:lnTo>
                  <a:pt x="924" y="1665"/>
                </a:lnTo>
                <a:lnTo>
                  <a:pt x="947" y="1671"/>
                </a:lnTo>
                <a:lnTo>
                  <a:pt x="969" y="1674"/>
                </a:lnTo>
                <a:lnTo>
                  <a:pt x="993" y="1675"/>
                </a:lnTo>
                <a:lnTo>
                  <a:pt x="993" y="1675"/>
                </a:lnTo>
                <a:lnTo>
                  <a:pt x="1016" y="1674"/>
                </a:lnTo>
                <a:lnTo>
                  <a:pt x="1038" y="1671"/>
                </a:lnTo>
                <a:lnTo>
                  <a:pt x="1061" y="1665"/>
                </a:lnTo>
                <a:lnTo>
                  <a:pt x="1082" y="1657"/>
                </a:lnTo>
                <a:lnTo>
                  <a:pt x="1102" y="1648"/>
                </a:lnTo>
                <a:lnTo>
                  <a:pt x="1121" y="1636"/>
                </a:lnTo>
                <a:lnTo>
                  <a:pt x="1139" y="1624"/>
                </a:lnTo>
                <a:lnTo>
                  <a:pt x="1154" y="1608"/>
                </a:lnTo>
                <a:lnTo>
                  <a:pt x="1169" y="1593"/>
                </a:lnTo>
                <a:lnTo>
                  <a:pt x="1182" y="1575"/>
                </a:lnTo>
                <a:lnTo>
                  <a:pt x="1193" y="1556"/>
                </a:lnTo>
                <a:lnTo>
                  <a:pt x="1204" y="1536"/>
                </a:lnTo>
                <a:lnTo>
                  <a:pt x="1211" y="1515"/>
                </a:lnTo>
                <a:lnTo>
                  <a:pt x="1217" y="1493"/>
                </a:lnTo>
                <a:lnTo>
                  <a:pt x="1220" y="1470"/>
                </a:lnTo>
                <a:lnTo>
                  <a:pt x="1221" y="1447"/>
                </a:lnTo>
                <a:lnTo>
                  <a:pt x="1221" y="1447"/>
                </a:lnTo>
                <a:lnTo>
                  <a:pt x="1220" y="1426"/>
                </a:lnTo>
                <a:lnTo>
                  <a:pt x="1218" y="1405"/>
                </a:lnTo>
                <a:lnTo>
                  <a:pt x="1214" y="1385"/>
                </a:lnTo>
                <a:lnTo>
                  <a:pt x="1207" y="1367"/>
                </a:lnTo>
                <a:lnTo>
                  <a:pt x="1199" y="1349"/>
                </a:lnTo>
                <a:lnTo>
                  <a:pt x="1190" y="1331"/>
                </a:lnTo>
                <a:lnTo>
                  <a:pt x="1179" y="1314"/>
                </a:lnTo>
                <a:lnTo>
                  <a:pt x="1167" y="1299"/>
                </a:lnTo>
                <a:lnTo>
                  <a:pt x="1153" y="1284"/>
                </a:lnTo>
                <a:lnTo>
                  <a:pt x="1139" y="1271"/>
                </a:lnTo>
                <a:lnTo>
                  <a:pt x="1123" y="1260"/>
                </a:lnTo>
                <a:lnTo>
                  <a:pt x="1106" y="1248"/>
                </a:lnTo>
                <a:lnTo>
                  <a:pt x="1089" y="1240"/>
                </a:lnTo>
                <a:lnTo>
                  <a:pt x="1070" y="1232"/>
                </a:lnTo>
                <a:lnTo>
                  <a:pt x="1051" y="1226"/>
                </a:lnTo>
                <a:lnTo>
                  <a:pt x="1030" y="1222"/>
                </a:lnTo>
                <a:lnTo>
                  <a:pt x="1030" y="964"/>
                </a:lnTo>
                <a:lnTo>
                  <a:pt x="1680" y="964"/>
                </a:lnTo>
                <a:lnTo>
                  <a:pt x="1680" y="964"/>
                </a:lnTo>
                <a:lnTo>
                  <a:pt x="1688" y="966"/>
                </a:lnTo>
                <a:lnTo>
                  <a:pt x="1695" y="968"/>
                </a:lnTo>
                <a:lnTo>
                  <a:pt x="1701" y="971"/>
                </a:lnTo>
                <a:lnTo>
                  <a:pt x="1707" y="976"/>
                </a:lnTo>
                <a:lnTo>
                  <a:pt x="1711" y="981"/>
                </a:lnTo>
                <a:lnTo>
                  <a:pt x="1715" y="988"/>
                </a:lnTo>
                <a:lnTo>
                  <a:pt x="1717" y="995"/>
                </a:lnTo>
                <a:lnTo>
                  <a:pt x="1718" y="1002"/>
                </a:lnTo>
                <a:lnTo>
                  <a:pt x="1718" y="1222"/>
                </a:lnTo>
                <a:lnTo>
                  <a:pt x="1718" y="1222"/>
                </a:lnTo>
                <a:lnTo>
                  <a:pt x="1698" y="1226"/>
                </a:lnTo>
                <a:lnTo>
                  <a:pt x="1679" y="1232"/>
                </a:lnTo>
                <a:lnTo>
                  <a:pt x="1660" y="1240"/>
                </a:lnTo>
                <a:lnTo>
                  <a:pt x="1642" y="1248"/>
                </a:lnTo>
                <a:lnTo>
                  <a:pt x="1626" y="1260"/>
                </a:lnTo>
                <a:lnTo>
                  <a:pt x="1610" y="1271"/>
                </a:lnTo>
                <a:lnTo>
                  <a:pt x="1595" y="1284"/>
                </a:lnTo>
                <a:lnTo>
                  <a:pt x="1582" y="1299"/>
                </a:lnTo>
                <a:lnTo>
                  <a:pt x="1570" y="1314"/>
                </a:lnTo>
                <a:lnTo>
                  <a:pt x="1559" y="1331"/>
                </a:lnTo>
                <a:lnTo>
                  <a:pt x="1550" y="1349"/>
                </a:lnTo>
                <a:lnTo>
                  <a:pt x="1542" y="1367"/>
                </a:lnTo>
                <a:lnTo>
                  <a:pt x="1535" y="1385"/>
                </a:lnTo>
                <a:lnTo>
                  <a:pt x="1531" y="1405"/>
                </a:lnTo>
                <a:lnTo>
                  <a:pt x="1528" y="1426"/>
                </a:lnTo>
                <a:lnTo>
                  <a:pt x="1527" y="1447"/>
                </a:lnTo>
                <a:lnTo>
                  <a:pt x="1527" y="1447"/>
                </a:lnTo>
                <a:lnTo>
                  <a:pt x="1528" y="1470"/>
                </a:lnTo>
                <a:lnTo>
                  <a:pt x="1532" y="1493"/>
                </a:lnTo>
                <a:lnTo>
                  <a:pt x="1537" y="1515"/>
                </a:lnTo>
                <a:lnTo>
                  <a:pt x="1545" y="1536"/>
                </a:lnTo>
                <a:lnTo>
                  <a:pt x="1555" y="1556"/>
                </a:lnTo>
                <a:lnTo>
                  <a:pt x="1566" y="1575"/>
                </a:lnTo>
                <a:lnTo>
                  <a:pt x="1580" y="1593"/>
                </a:lnTo>
                <a:lnTo>
                  <a:pt x="1594" y="1608"/>
                </a:lnTo>
                <a:lnTo>
                  <a:pt x="1610" y="1624"/>
                </a:lnTo>
                <a:lnTo>
                  <a:pt x="1628" y="1636"/>
                </a:lnTo>
                <a:lnTo>
                  <a:pt x="1647" y="1648"/>
                </a:lnTo>
                <a:lnTo>
                  <a:pt x="1667" y="1657"/>
                </a:lnTo>
                <a:lnTo>
                  <a:pt x="1688" y="1665"/>
                </a:lnTo>
                <a:lnTo>
                  <a:pt x="1710" y="1671"/>
                </a:lnTo>
                <a:lnTo>
                  <a:pt x="1733" y="1674"/>
                </a:lnTo>
                <a:lnTo>
                  <a:pt x="1756" y="1675"/>
                </a:lnTo>
                <a:lnTo>
                  <a:pt x="1756" y="1675"/>
                </a:lnTo>
                <a:lnTo>
                  <a:pt x="1780" y="1674"/>
                </a:lnTo>
                <a:lnTo>
                  <a:pt x="1802" y="1671"/>
                </a:lnTo>
                <a:lnTo>
                  <a:pt x="1824" y="1665"/>
                </a:lnTo>
                <a:lnTo>
                  <a:pt x="1845" y="1657"/>
                </a:lnTo>
                <a:lnTo>
                  <a:pt x="1866" y="1648"/>
                </a:lnTo>
                <a:lnTo>
                  <a:pt x="1885" y="1636"/>
                </a:lnTo>
                <a:lnTo>
                  <a:pt x="1902" y="1624"/>
                </a:lnTo>
                <a:lnTo>
                  <a:pt x="1918" y="1608"/>
                </a:lnTo>
                <a:lnTo>
                  <a:pt x="1933" y="1593"/>
                </a:lnTo>
                <a:lnTo>
                  <a:pt x="1946" y="1575"/>
                </a:lnTo>
                <a:lnTo>
                  <a:pt x="1957" y="1556"/>
                </a:lnTo>
                <a:lnTo>
                  <a:pt x="1967" y="1536"/>
                </a:lnTo>
                <a:lnTo>
                  <a:pt x="1975" y="1515"/>
                </a:lnTo>
                <a:lnTo>
                  <a:pt x="1981" y="1493"/>
                </a:lnTo>
                <a:lnTo>
                  <a:pt x="1984" y="1470"/>
                </a:lnTo>
                <a:lnTo>
                  <a:pt x="1985" y="1447"/>
                </a:lnTo>
                <a:lnTo>
                  <a:pt x="1985" y="1447"/>
                </a:lnTo>
                <a:lnTo>
                  <a:pt x="1984" y="1426"/>
                </a:lnTo>
                <a:lnTo>
                  <a:pt x="1982" y="1405"/>
                </a:lnTo>
                <a:lnTo>
                  <a:pt x="1977" y="1385"/>
                </a:lnTo>
                <a:lnTo>
                  <a:pt x="1970" y="1367"/>
                </a:lnTo>
                <a:lnTo>
                  <a:pt x="1963" y="1349"/>
                </a:lnTo>
                <a:lnTo>
                  <a:pt x="1954" y="1331"/>
                </a:lnTo>
                <a:lnTo>
                  <a:pt x="1943" y="1314"/>
                </a:lnTo>
                <a:lnTo>
                  <a:pt x="1930" y="1299"/>
                </a:lnTo>
                <a:lnTo>
                  <a:pt x="1917" y="1284"/>
                </a:lnTo>
                <a:lnTo>
                  <a:pt x="1902" y="1271"/>
                </a:lnTo>
                <a:lnTo>
                  <a:pt x="1887" y="1260"/>
                </a:lnTo>
                <a:lnTo>
                  <a:pt x="1870" y="1248"/>
                </a:lnTo>
                <a:lnTo>
                  <a:pt x="1852" y="1240"/>
                </a:lnTo>
                <a:lnTo>
                  <a:pt x="1833" y="1232"/>
                </a:lnTo>
                <a:lnTo>
                  <a:pt x="1814" y="1226"/>
                </a:lnTo>
                <a:lnTo>
                  <a:pt x="1794" y="1222"/>
                </a:lnTo>
                <a:lnTo>
                  <a:pt x="1794" y="1222"/>
                </a:lnTo>
                <a:close/>
                <a:moveTo>
                  <a:pt x="559" y="609"/>
                </a:moveTo>
                <a:lnTo>
                  <a:pt x="955" y="609"/>
                </a:lnTo>
                <a:lnTo>
                  <a:pt x="955" y="813"/>
                </a:lnTo>
                <a:lnTo>
                  <a:pt x="1030" y="813"/>
                </a:lnTo>
                <a:lnTo>
                  <a:pt x="1030" y="609"/>
                </a:lnTo>
                <a:lnTo>
                  <a:pt x="1426" y="609"/>
                </a:lnTo>
                <a:lnTo>
                  <a:pt x="1426" y="609"/>
                </a:lnTo>
                <a:lnTo>
                  <a:pt x="1433" y="608"/>
                </a:lnTo>
                <a:lnTo>
                  <a:pt x="1440" y="607"/>
                </a:lnTo>
                <a:lnTo>
                  <a:pt x="1448" y="606"/>
                </a:lnTo>
                <a:lnTo>
                  <a:pt x="1455" y="603"/>
                </a:lnTo>
                <a:lnTo>
                  <a:pt x="1461" y="600"/>
                </a:lnTo>
                <a:lnTo>
                  <a:pt x="1468" y="596"/>
                </a:lnTo>
                <a:lnTo>
                  <a:pt x="1474" y="591"/>
                </a:lnTo>
                <a:lnTo>
                  <a:pt x="1479" y="587"/>
                </a:lnTo>
                <a:lnTo>
                  <a:pt x="1484" y="581"/>
                </a:lnTo>
                <a:lnTo>
                  <a:pt x="1488" y="576"/>
                </a:lnTo>
                <a:lnTo>
                  <a:pt x="1493" y="569"/>
                </a:lnTo>
                <a:lnTo>
                  <a:pt x="1496" y="562"/>
                </a:lnTo>
                <a:lnTo>
                  <a:pt x="1498" y="556"/>
                </a:lnTo>
                <a:lnTo>
                  <a:pt x="1500" y="548"/>
                </a:lnTo>
                <a:lnTo>
                  <a:pt x="1502" y="540"/>
                </a:lnTo>
                <a:lnTo>
                  <a:pt x="1502" y="532"/>
                </a:lnTo>
                <a:lnTo>
                  <a:pt x="1502" y="76"/>
                </a:lnTo>
                <a:lnTo>
                  <a:pt x="1502" y="76"/>
                </a:lnTo>
                <a:lnTo>
                  <a:pt x="1502" y="68"/>
                </a:lnTo>
                <a:lnTo>
                  <a:pt x="1500" y="60"/>
                </a:lnTo>
                <a:lnTo>
                  <a:pt x="1498" y="53"/>
                </a:lnTo>
                <a:lnTo>
                  <a:pt x="1496" y="46"/>
                </a:lnTo>
                <a:lnTo>
                  <a:pt x="1493" y="39"/>
                </a:lnTo>
                <a:lnTo>
                  <a:pt x="1488" y="33"/>
                </a:lnTo>
                <a:lnTo>
                  <a:pt x="1484" y="28"/>
                </a:lnTo>
                <a:lnTo>
                  <a:pt x="1479" y="22"/>
                </a:lnTo>
                <a:lnTo>
                  <a:pt x="1474" y="17"/>
                </a:lnTo>
                <a:lnTo>
                  <a:pt x="1468" y="12"/>
                </a:lnTo>
                <a:lnTo>
                  <a:pt x="1461" y="9"/>
                </a:lnTo>
                <a:lnTo>
                  <a:pt x="1455" y="6"/>
                </a:lnTo>
                <a:lnTo>
                  <a:pt x="1448" y="3"/>
                </a:lnTo>
                <a:lnTo>
                  <a:pt x="1440" y="1"/>
                </a:lnTo>
                <a:lnTo>
                  <a:pt x="1433" y="0"/>
                </a:lnTo>
                <a:lnTo>
                  <a:pt x="1426" y="0"/>
                </a:lnTo>
                <a:lnTo>
                  <a:pt x="559" y="0"/>
                </a:lnTo>
                <a:lnTo>
                  <a:pt x="559" y="0"/>
                </a:lnTo>
                <a:lnTo>
                  <a:pt x="552" y="0"/>
                </a:lnTo>
                <a:lnTo>
                  <a:pt x="545" y="1"/>
                </a:lnTo>
                <a:lnTo>
                  <a:pt x="537" y="3"/>
                </a:lnTo>
                <a:lnTo>
                  <a:pt x="530" y="6"/>
                </a:lnTo>
                <a:lnTo>
                  <a:pt x="524" y="9"/>
                </a:lnTo>
                <a:lnTo>
                  <a:pt x="517" y="12"/>
                </a:lnTo>
                <a:lnTo>
                  <a:pt x="511" y="17"/>
                </a:lnTo>
                <a:lnTo>
                  <a:pt x="506" y="22"/>
                </a:lnTo>
                <a:lnTo>
                  <a:pt x="501" y="28"/>
                </a:lnTo>
                <a:lnTo>
                  <a:pt x="497" y="33"/>
                </a:lnTo>
                <a:lnTo>
                  <a:pt x="492" y="39"/>
                </a:lnTo>
                <a:lnTo>
                  <a:pt x="489" y="46"/>
                </a:lnTo>
                <a:lnTo>
                  <a:pt x="487" y="53"/>
                </a:lnTo>
                <a:lnTo>
                  <a:pt x="485" y="60"/>
                </a:lnTo>
                <a:lnTo>
                  <a:pt x="483" y="68"/>
                </a:lnTo>
                <a:lnTo>
                  <a:pt x="483" y="76"/>
                </a:lnTo>
                <a:lnTo>
                  <a:pt x="483" y="532"/>
                </a:lnTo>
                <a:lnTo>
                  <a:pt x="483" y="532"/>
                </a:lnTo>
                <a:lnTo>
                  <a:pt x="483" y="540"/>
                </a:lnTo>
                <a:lnTo>
                  <a:pt x="485" y="548"/>
                </a:lnTo>
                <a:lnTo>
                  <a:pt x="487" y="556"/>
                </a:lnTo>
                <a:lnTo>
                  <a:pt x="489" y="562"/>
                </a:lnTo>
                <a:lnTo>
                  <a:pt x="492" y="569"/>
                </a:lnTo>
                <a:lnTo>
                  <a:pt x="497" y="576"/>
                </a:lnTo>
                <a:lnTo>
                  <a:pt x="501" y="581"/>
                </a:lnTo>
                <a:lnTo>
                  <a:pt x="506" y="587"/>
                </a:lnTo>
                <a:lnTo>
                  <a:pt x="511" y="591"/>
                </a:lnTo>
                <a:lnTo>
                  <a:pt x="517" y="596"/>
                </a:lnTo>
                <a:lnTo>
                  <a:pt x="524" y="600"/>
                </a:lnTo>
                <a:lnTo>
                  <a:pt x="530" y="603"/>
                </a:lnTo>
                <a:lnTo>
                  <a:pt x="537" y="606"/>
                </a:lnTo>
                <a:lnTo>
                  <a:pt x="545" y="607"/>
                </a:lnTo>
                <a:lnTo>
                  <a:pt x="552" y="608"/>
                </a:lnTo>
                <a:lnTo>
                  <a:pt x="559" y="609"/>
                </a:lnTo>
                <a:lnTo>
                  <a:pt x="559" y="609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57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57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576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577" name="PlaceHolder 5"/>
          <p:cNvSpPr>
            <a:spLocks noGrp="1"/>
          </p:cNvSpPr>
          <p:nvPr>
            <p:ph type="sldNum" idx="112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D036174-9956-408E-AA20-0044B22AEEF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578" name="PlaceHolder 6"/>
          <p:cNvSpPr>
            <a:spLocks noGrp="1"/>
          </p:cNvSpPr>
          <p:nvPr>
            <p:ph type="ftr" idx="113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579" name="Rounded Rectangle 2"/>
          <p:cNvSpPr/>
          <p:nvPr/>
        </p:nvSpPr>
        <p:spPr>
          <a:xfrm>
            <a:off x="567360" y="5126400"/>
            <a:ext cx="8845200" cy="30132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381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80" name="Rounded Rectangle 60"/>
          <p:cNvSpPr/>
          <p:nvPr/>
        </p:nvSpPr>
        <p:spPr>
          <a:xfrm>
            <a:off x="541800" y="5126400"/>
            <a:ext cx="3165120" cy="301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81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grpSp>
        <p:nvGrpSpPr>
          <p:cNvPr id="1581" name="그룹 10"/>
          <p:cNvGrpSpPr/>
          <p:nvPr/>
        </p:nvGrpSpPr>
        <p:grpSpPr>
          <a:xfrm>
            <a:off x="1016640" y="2792160"/>
            <a:ext cx="1572120" cy="1274040"/>
            <a:chOff x="1016640" y="2792160"/>
            <a:chExt cx="1572120" cy="1274040"/>
          </a:xfrm>
        </p:grpSpPr>
        <p:sp>
          <p:nvSpPr>
            <p:cNvPr id="1582" name="Rectangle 61"/>
            <p:cNvSpPr/>
            <p:nvPr/>
          </p:nvSpPr>
          <p:spPr>
            <a:xfrm>
              <a:off x="1016640" y="3099600"/>
              <a:ext cx="1572120" cy="96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583" name="TextBox 46"/>
            <p:cNvSpPr/>
            <p:nvPr/>
          </p:nvSpPr>
          <p:spPr>
            <a:xfrm>
              <a:off x="1018440" y="2792160"/>
              <a:ext cx="58032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2018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cxnSp>
        <p:nvCxnSpPr>
          <p:cNvPr id="1584" name="Straight Connector 64"/>
          <p:cNvCxnSpPr/>
          <p:nvPr/>
        </p:nvCxnSpPr>
        <p:spPr>
          <a:xfrm>
            <a:off x="824760" y="2867040"/>
            <a:ext cx="360" cy="2252160"/>
          </a:xfrm>
          <a:prstGeom prst="straightConnector1">
            <a:avLst/>
          </a:prstGeom>
          <a:ln w="12700">
            <a:solidFill>
              <a:srgbClr val="757575"/>
            </a:solidFill>
            <a:prstDash val="dash"/>
            <a:miter/>
          </a:ln>
        </p:spPr>
      </p:cxnSp>
      <p:sp>
        <p:nvSpPr>
          <p:cNvPr id="1585" name="Oval 65"/>
          <p:cNvSpPr/>
          <p:nvPr/>
        </p:nvSpPr>
        <p:spPr>
          <a:xfrm>
            <a:off x="768600" y="5132520"/>
            <a:ext cx="109800" cy="2952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86" name="AutoShape 35"/>
          <p:cNvSpPr/>
          <p:nvPr/>
        </p:nvSpPr>
        <p:spPr>
          <a:xfrm rot="5400000">
            <a:off x="465480" y="2183760"/>
            <a:ext cx="718920" cy="647280"/>
          </a:xfrm>
          <a:custGeom>
            <a:avLst/>
            <a:gdLst>
              <a:gd name="textAreaLeft" fmla="*/ 0 w 718920"/>
              <a:gd name="textAreaRight" fmla="*/ 719280 w 718920"/>
              <a:gd name="textAreaTop" fmla="*/ 0 h 647280"/>
              <a:gd name="textAreaBottom" fmla="*/ 647640 h 647280"/>
            </a:gdLst>
            <a:ahLst/>
            <a:rect l="textAreaLeft" t="textAreaTop" r="textAreaRight" b="textAreaBottom"/>
            <a:pathLst>
              <a:path w="21593" h="21584">
                <a:moveTo>
                  <a:pt x="6657" y="1"/>
                </a:moveTo>
                <a:cubicBezTo>
                  <a:pt x="6252" y="-4"/>
                  <a:pt x="5853" y="101"/>
                  <a:pt x="5494" y="306"/>
                </a:cubicBezTo>
                <a:cubicBezTo>
                  <a:pt x="5116" y="522"/>
                  <a:pt x="4795" y="842"/>
                  <a:pt x="4560" y="1236"/>
                </a:cubicBezTo>
                <a:lnTo>
                  <a:pt x="259" y="9428"/>
                </a:lnTo>
                <a:cubicBezTo>
                  <a:pt x="95" y="9832"/>
                  <a:pt x="7" y="10270"/>
                  <a:pt x="1" y="10714"/>
                </a:cubicBezTo>
                <a:cubicBezTo>
                  <a:pt x="-6" y="11191"/>
                  <a:pt x="82" y="11664"/>
                  <a:pt x="259" y="12100"/>
                </a:cubicBezTo>
                <a:lnTo>
                  <a:pt x="4418" y="20185"/>
                </a:lnTo>
                <a:cubicBezTo>
                  <a:pt x="4637" y="20610"/>
                  <a:pt x="4953" y="20962"/>
                  <a:pt x="5334" y="21208"/>
                </a:cubicBezTo>
                <a:cubicBezTo>
                  <a:pt x="5698" y="21443"/>
                  <a:pt x="6110" y="21572"/>
                  <a:pt x="6531" y="21584"/>
                </a:cubicBezTo>
                <a:lnTo>
                  <a:pt x="14739" y="21584"/>
                </a:lnTo>
                <a:cubicBezTo>
                  <a:pt x="15238" y="21588"/>
                  <a:pt x="15730" y="21447"/>
                  <a:pt x="16164" y="21172"/>
                </a:cubicBezTo>
                <a:cubicBezTo>
                  <a:pt x="16546" y="20929"/>
                  <a:pt x="16872" y="20591"/>
                  <a:pt x="17115" y="20183"/>
                </a:cubicBezTo>
                <a:lnTo>
                  <a:pt x="21227" y="12302"/>
                </a:lnTo>
                <a:cubicBezTo>
                  <a:pt x="21468" y="11849"/>
                  <a:pt x="21594" y="11332"/>
                  <a:pt x="21593" y="10807"/>
                </a:cubicBezTo>
                <a:cubicBezTo>
                  <a:pt x="21592" y="10284"/>
                  <a:pt x="21466" y="9771"/>
                  <a:pt x="21227" y="9321"/>
                </a:cubicBezTo>
                <a:lnTo>
                  <a:pt x="17012" y="1258"/>
                </a:lnTo>
                <a:cubicBezTo>
                  <a:pt x="16793" y="865"/>
                  <a:pt x="16485" y="543"/>
                  <a:pt x="16120" y="322"/>
                </a:cubicBezTo>
                <a:cubicBezTo>
                  <a:pt x="15750" y="99"/>
                  <a:pt x="15333" y="-12"/>
                  <a:pt x="14912" y="1"/>
                </a:cubicBezTo>
                <a:lnTo>
                  <a:pt x="6657" y="1"/>
                </a:lnTo>
                <a:close/>
              </a:path>
            </a:pathLst>
          </a:custGeom>
          <a:solidFill>
            <a:srgbClr val="8da5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25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87" name="Oval 69"/>
          <p:cNvSpPr/>
          <p:nvPr/>
        </p:nvSpPr>
        <p:spPr>
          <a:xfrm>
            <a:off x="2971440" y="5136480"/>
            <a:ext cx="108720" cy="2952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88" name="AutoShape 35"/>
          <p:cNvSpPr/>
          <p:nvPr/>
        </p:nvSpPr>
        <p:spPr>
          <a:xfrm rot="5400000">
            <a:off x="2656800" y="2184120"/>
            <a:ext cx="719640" cy="647640"/>
          </a:xfrm>
          <a:custGeom>
            <a:avLst/>
            <a:gdLst>
              <a:gd name="textAreaLeft" fmla="*/ 0 w 719640"/>
              <a:gd name="textAreaRight" fmla="*/ 720000 w 719640"/>
              <a:gd name="textAreaTop" fmla="*/ 0 h 647640"/>
              <a:gd name="textAreaBottom" fmla="*/ 648000 h 647640"/>
            </a:gdLst>
            <a:ahLst/>
            <a:rect l="textAreaLeft" t="textAreaTop" r="textAreaRight" b="textAreaBottom"/>
            <a:pathLst>
              <a:path w="21593" h="21584">
                <a:moveTo>
                  <a:pt x="6657" y="1"/>
                </a:moveTo>
                <a:cubicBezTo>
                  <a:pt x="6252" y="-4"/>
                  <a:pt x="5853" y="101"/>
                  <a:pt x="5494" y="306"/>
                </a:cubicBezTo>
                <a:cubicBezTo>
                  <a:pt x="5116" y="522"/>
                  <a:pt x="4795" y="842"/>
                  <a:pt x="4560" y="1236"/>
                </a:cubicBezTo>
                <a:lnTo>
                  <a:pt x="259" y="9428"/>
                </a:lnTo>
                <a:cubicBezTo>
                  <a:pt x="95" y="9832"/>
                  <a:pt x="7" y="10270"/>
                  <a:pt x="1" y="10714"/>
                </a:cubicBezTo>
                <a:cubicBezTo>
                  <a:pt x="-6" y="11191"/>
                  <a:pt x="82" y="11664"/>
                  <a:pt x="259" y="12100"/>
                </a:cubicBezTo>
                <a:lnTo>
                  <a:pt x="4418" y="20185"/>
                </a:lnTo>
                <a:cubicBezTo>
                  <a:pt x="4637" y="20610"/>
                  <a:pt x="4953" y="20962"/>
                  <a:pt x="5334" y="21208"/>
                </a:cubicBezTo>
                <a:cubicBezTo>
                  <a:pt x="5698" y="21443"/>
                  <a:pt x="6110" y="21572"/>
                  <a:pt x="6531" y="21584"/>
                </a:cubicBezTo>
                <a:lnTo>
                  <a:pt x="14739" y="21584"/>
                </a:lnTo>
                <a:cubicBezTo>
                  <a:pt x="15238" y="21588"/>
                  <a:pt x="15730" y="21447"/>
                  <a:pt x="16164" y="21172"/>
                </a:cubicBezTo>
                <a:cubicBezTo>
                  <a:pt x="16546" y="20929"/>
                  <a:pt x="16872" y="20591"/>
                  <a:pt x="17115" y="20183"/>
                </a:cubicBezTo>
                <a:lnTo>
                  <a:pt x="21227" y="12302"/>
                </a:lnTo>
                <a:cubicBezTo>
                  <a:pt x="21468" y="11849"/>
                  <a:pt x="21594" y="11332"/>
                  <a:pt x="21593" y="10807"/>
                </a:cubicBezTo>
                <a:cubicBezTo>
                  <a:pt x="21592" y="10284"/>
                  <a:pt x="21466" y="9771"/>
                  <a:pt x="21227" y="9321"/>
                </a:cubicBezTo>
                <a:lnTo>
                  <a:pt x="17012" y="1258"/>
                </a:lnTo>
                <a:cubicBezTo>
                  <a:pt x="16793" y="865"/>
                  <a:pt x="16485" y="543"/>
                  <a:pt x="16120" y="322"/>
                </a:cubicBezTo>
                <a:cubicBezTo>
                  <a:pt x="15750" y="99"/>
                  <a:pt x="15333" y="-12"/>
                  <a:pt x="14912" y="1"/>
                </a:cubicBezTo>
                <a:lnTo>
                  <a:pt x="6657" y="1"/>
                </a:lnTo>
                <a:close/>
              </a:path>
            </a:pathLst>
          </a:custGeom>
          <a:solidFill>
            <a:srgbClr val="8da5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89" name="AutoShape 35"/>
          <p:cNvSpPr/>
          <p:nvPr/>
        </p:nvSpPr>
        <p:spPr>
          <a:xfrm rot="5400000">
            <a:off x="4848480" y="2184120"/>
            <a:ext cx="719640" cy="647640"/>
          </a:xfrm>
          <a:custGeom>
            <a:avLst/>
            <a:gdLst>
              <a:gd name="textAreaLeft" fmla="*/ 0 w 719640"/>
              <a:gd name="textAreaRight" fmla="*/ 720000 w 719640"/>
              <a:gd name="textAreaTop" fmla="*/ 0 h 647640"/>
              <a:gd name="textAreaBottom" fmla="*/ 648000 h 647640"/>
            </a:gdLst>
            <a:ahLst/>
            <a:rect l="textAreaLeft" t="textAreaTop" r="textAreaRight" b="textAreaBottom"/>
            <a:pathLst>
              <a:path w="21593" h="21584">
                <a:moveTo>
                  <a:pt x="6657" y="1"/>
                </a:moveTo>
                <a:cubicBezTo>
                  <a:pt x="6252" y="-4"/>
                  <a:pt x="5853" y="101"/>
                  <a:pt x="5494" y="306"/>
                </a:cubicBezTo>
                <a:cubicBezTo>
                  <a:pt x="5116" y="522"/>
                  <a:pt x="4795" y="842"/>
                  <a:pt x="4560" y="1236"/>
                </a:cubicBezTo>
                <a:lnTo>
                  <a:pt x="259" y="9428"/>
                </a:lnTo>
                <a:cubicBezTo>
                  <a:pt x="95" y="9832"/>
                  <a:pt x="7" y="10270"/>
                  <a:pt x="1" y="10714"/>
                </a:cubicBezTo>
                <a:cubicBezTo>
                  <a:pt x="-6" y="11191"/>
                  <a:pt x="82" y="11664"/>
                  <a:pt x="259" y="12100"/>
                </a:cubicBezTo>
                <a:lnTo>
                  <a:pt x="4418" y="20185"/>
                </a:lnTo>
                <a:cubicBezTo>
                  <a:pt x="4637" y="20610"/>
                  <a:pt x="4953" y="20962"/>
                  <a:pt x="5334" y="21208"/>
                </a:cubicBezTo>
                <a:cubicBezTo>
                  <a:pt x="5698" y="21443"/>
                  <a:pt x="6110" y="21572"/>
                  <a:pt x="6531" y="21584"/>
                </a:cubicBezTo>
                <a:lnTo>
                  <a:pt x="14739" y="21584"/>
                </a:lnTo>
                <a:cubicBezTo>
                  <a:pt x="15238" y="21588"/>
                  <a:pt x="15730" y="21447"/>
                  <a:pt x="16164" y="21172"/>
                </a:cubicBezTo>
                <a:cubicBezTo>
                  <a:pt x="16546" y="20929"/>
                  <a:pt x="16872" y="20591"/>
                  <a:pt x="17115" y="20183"/>
                </a:cubicBezTo>
                <a:lnTo>
                  <a:pt x="21227" y="12302"/>
                </a:lnTo>
                <a:cubicBezTo>
                  <a:pt x="21468" y="11849"/>
                  <a:pt x="21594" y="11332"/>
                  <a:pt x="21593" y="10807"/>
                </a:cubicBezTo>
                <a:cubicBezTo>
                  <a:pt x="21592" y="10284"/>
                  <a:pt x="21466" y="9771"/>
                  <a:pt x="21227" y="9321"/>
                </a:cubicBezTo>
                <a:lnTo>
                  <a:pt x="17012" y="1258"/>
                </a:lnTo>
                <a:cubicBezTo>
                  <a:pt x="16793" y="865"/>
                  <a:pt x="16485" y="543"/>
                  <a:pt x="16120" y="322"/>
                </a:cubicBezTo>
                <a:cubicBezTo>
                  <a:pt x="15750" y="99"/>
                  <a:pt x="15333" y="-12"/>
                  <a:pt x="14912" y="1"/>
                </a:cubicBezTo>
                <a:lnTo>
                  <a:pt x="6657" y="1"/>
                </a:lnTo>
                <a:close/>
              </a:path>
            </a:pathLst>
          </a:custGeom>
          <a:solidFill>
            <a:srgbClr val="8da5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90" name="AutoShape 35"/>
          <p:cNvSpPr/>
          <p:nvPr/>
        </p:nvSpPr>
        <p:spPr>
          <a:xfrm rot="5400000">
            <a:off x="7039800" y="2184120"/>
            <a:ext cx="719640" cy="647640"/>
          </a:xfrm>
          <a:custGeom>
            <a:avLst/>
            <a:gdLst>
              <a:gd name="textAreaLeft" fmla="*/ 0 w 719640"/>
              <a:gd name="textAreaRight" fmla="*/ 720000 w 719640"/>
              <a:gd name="textAreaTop" fmla="*/ 0 h 647640"/>
              <a:gd name="textAreaBottom" fmla="*/ 648000 h 647640"/>
            </a:gdLst>
            <a:ahLst/>
            <a:rect l="textAreaLeft" t="textAreaTop" r="textAreaRight" b="textAreaBottom"/>
            <a:pathLst>
              <a:path w="21593" h="21584">
                <a:moveTo>
                  <a:pt x="6657" y="1"/>
                </a:moveTo>
                <a:cubicBezTo>
                  <a:pt x="6252" y="-4"/>
                  <a:pt x="5853" y="101"/>
                  <a:pt x="5494" y="306"/>
                </a:cubicBezTo>
                <a:cubicBezTo>
                  <a:pt x="5116" y="522"/>
                  <a:pt x="4795" y="842"/>
                  <a:pt x="4560" y="1236"/>
                </a:cubicBezTo>
                <a:lnTo>
                  <a:pt x="259" y="9428"/>
                </a:lnTo>
                <a:cubicBezTo>
                  <a:pt x="95" y="9832"/>
                  <a:pt x="7" y="10270"/>
                  <a:pt x="1" y="10714"/>
                </a:cubicBezTo>
                <a:cubicBezTo>
                  <a:pt x="-6" y="11191"/>
                  <a:pt x="82" y="11664"/>
                  <a:pt x="259" y="12100"/>
                </a:cubicBezTo>
                <a:lnTo>
                  <a:pt x="4418" y="20185"/>
                </a:lnTo>
                <a:cubicBezTo>
                  <a:pt x="4637" y="20610"/>
                  <a:pt x="4953" y="20962"/>
                  <a:pt x="5334" y="21208"/>
                </a:cubicBezTo>
                <a:cubicBezTo>
                  <a:pt x="5698" y="21443"/>
                  <a:pt x="6110" y="21572"/>
                  <a:pt x="6531" y="21584"/>
                </a:cubicBezTo>
                <a:lnTo>
                  <a:pt x="14739" y="21584"/>
                </a:lnTo>
                <a:cubicBezTo>
                  <a:pt x="15238" y="21588"/>
                  <a:pt x="15730" y="21447"/>
                  <a:pt x="16164" y="21172"/>
                </a:cubicBezTo>
                <a:cubicBezTo>
                  <a:pt x="16546" y="20929"/>
                  <a:pt x="16872" y="20591"/>
                  <a:pt x="17115" y="20183"/>
                </a:cubicBezTo>
                <a:lnTo>
                  <a:pt x="21227" y="12302"/>
                </a:lnTo>
                <a:cubicBezTo>
                  <a:pt x="21468" y="11849"/>
                  <a:pt x="21594" y="11332"/>
                  <a:pt x="21593" y="10807"/>
                </a:cubicBezTo>
                <a:cubicBezTo>
                  <a:pt x="21592" y="10284"/>
                  <a:pt x="21466" y="9771"/>
                  <a:pt x="21227" y="9321"/>
                </a:cubicBezTo>
                <a:lnTo>
                  <a:pt x="17012" y="1258"/>
                </a:lnTo>
                <a:cubicBezTo>
                  <a:pt x="16793" y="865"/>
                  <a:pt x="16485" y="543"/>
                  <a:pt x="16120" y="322"/>
                </a:cubicBezTo>
                <a:cubicBezTo>
                  <a:pt x="15750" y="99"/>
                  <a:pt x="15333" y="-12"/>
                  <a:pt x="14912" y="1"/>
                </a:cubicBezTo>
                <a:lnTo>
                  <a:pt x="6657" y="1"/>
                </a:lnTo>
                <a:close/>
              </a:path>
            </a:pathLst>
          </a:custGeom>
          <a:solidFill>
            <a:srgbClr val="8da5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grpSp>
        <p:nvGrpSpPr>
          <p:cNvPr id="1591" name="그룹 25"/>
          <p:cNvGrpSpPr/>
          <p:nvPr/>
        </p:nvGrpSpPr>
        <p:grpSpPr>
          <a:xfrm>
            <a:off x="541800" y="5427720"/>
            <a:ext cx="1532520" cy="777240"/>
            <a:chOff x="541800" y="5427720"/>
            <a:chExt cx="1532520" cy="777240"/>
          </a:xfrm>
        </p:grpSpPr>
        <p:cxnSp>
          <p:nvCxnSpPr>
            <p:cNvPr id="1592" name="Straight Connector 68"/>
            <p:cNvCxnSpPr/>
            <p:nvPr/>
          </p:nvCxnSpPr>
          <p:spPr>
            <a:xfrm>
              <a:off x="824760" y="5427720"/>
              <a:ext cx="360" cy="504360"/>
            </a:xfrm>
            <a:prstGeom prst="straightConnector1">
              <a:avLst/>
            </a:prstGeom>
            <a:ln w="12700">
              <a:solidFill>
                <a:srgbClr val="757575"/>
              </a:solidFill>
              <a:prstDash val="dash"/>
              <a:miter/>
            </a:ln>
          </p:spPr>
        </p:cxnSp>
        <p:sp>
          <p:nvSpPr>
            <p:cNvPr id="1593" name="Rounded Rectangle 2"/>
            <p:cNvSpPr/>
            <p:nvPr/>
          </p:nvSpPr>
          <p:spPr>
            <a:xfrm>
              <a:off x="541800" y="5883840"/>
              <a:ext cx="1532520" cy="30132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10000"/>
                <a:lumOff val="90000"/>
              </a:schemeClr>
            </a:solidFill>
            <a:ln w="381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94" name="Oval 65"/>
            <p:cNvSpPr/>
            <p:nvPr/>
          </p:nvSpPr>
          <p:spPr>
            <a:xfrm>
              <a:off x="768600" y="5889960"/>
              <a:ext cx="109800" cy="29520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95" name="TextBox 46"/>
            <p:cNvSpPr/>
            <p:nvPr/>
          </p:nvSpPr>
          <p:spPr>
            <a:xfrm>
              <a:off x="866880" y="5859360"/>
              <a:ext cx="10540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596" name="그룹 26"/>
          <p:cNvGrpSpPr/>
          <p:nvPr/>
        </p:nvGrpSpPr>
        <p:grpSpPr>
          <a:xfrm>
            <a:off x="3215160" y="2792160"/>
            <a:ext cx="1572120" cy="1274040"/>
            <a:chOff x="3215160" y="2792160"/>
            <a:chExt cx="1572120" cy="1274040"/>
          </a:xfrm>
        </p:grpSpPr>
        <p:sp>
          <p:nvSpPr>
            <p:cNvPr id="1597" name="Rectangle 61"/>
            <p:cNvSpPr/>
            <p:nvPr/>
          </p:nvSpPr>
          <p:spPr>
            <a:xfrm>
              <a:off x="3215160" y="3099600"/>
              <a:ext cx="1572120" cy="96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598" name="TextBox 46"/>
            <p:cNvSpPr/>
            <p:nvPr/>
          </p:nvSpPr>
          <p:spPr>
            <a:xfrm>
              <a:off x="3216960" y="2792160"/>
              <a:ext cx="58032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2019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cxnSp>
        <p:nvCxnSpPr>
          <p:cNvPr id="1599" name="Straight Connector 64"/>
          <p:cNvCxnSpPr/>
          <p:nvPr/>
        </p:nvCxnSpPr>
        <p:spPr>
          <a:xfrm>
            <a:off x="3013200" y="2867040"/>
            <a:ext cx="360" cy="2252160"/>
          </a:xfrm>
          <a:prstGeom prst="straightConnector1">
            <a:avLst/>
          </a:prstGeom>
          <a:ln w="12700">
            <a:solidFill>
              <a:srgbClr val="757575"/>
            </a:solidFill>
            <a:prstDash val="dash"/>
            <a:miter/>
          </a:ln>
        </p:spPr>
      </p:cxnSp>
      <p:grpSp>
        <p:nvGrpSpPr>
          <p:cNvPr id="1600" name="그룹 28"/>
          <p:cNvGrpSpPr/>
          <p:nvPr/>
        </p:nvGrpSpPr>
        <p:grpSpPr>
          <a:xfrm>
            <a:off x="5397480" y="2792160"/>
            <a:ext cx="1572120" cy="1274040"/>
            <a:chOff x="5397480" y="2792160"/>
            <a:chExt cx="1572120" cy="1274040"/>
          </a:xfrm>
        </p:grpSpPr>
        <p:sp>
          <p:nvSpPr>
            <p:cNvPr id="1601" name="Rectangle 61"/>
            <p:cNvSpPr/>
            <p:nvPr/>
          </p:nvSpPr>
          <p:spPr>
            <a:xfrm>
              <a:off x="5397480" y="3099600"/>
              <a:ext cx="1572120" cy="96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602" name="TextBox 46"/>
            <p:cNvSpPr/>
            <p:nvPr/>
          </p:nvSpPr>
          <p:spPr>
            <a:xfrm>
              <a:off x="5399280" y="2792160"/>
              <a:ext cx="58032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2020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cxnSp>
        <p:nvCxnSpPr>
          <p:cNvPr id="1603" name="Straight Connector 64"/>
          <p:cNvCxnSpPr/>
          <p:nvPr/>
        </p:nvCxnSpPr>
        <p:spPr>
          <a:xfrm>
            <a:off x="5205600" y="2867040"/>
            <a:ext cx="360" cy="2252160"/>
          </a:xfrm>
          <a:prstGeom prst="straightConnector1">
            <a:avLst/>
          </a:prstGeom>
          <a:ln w="12700">
            <a:solidFill>
              <a:srgbClr val="757575"/>
            </a:solidFill>
            <a:prstDash val="dash"/>
            <a:miter/>
          </a:ln>
        </p:spPr>
      </p:cxnSp>
      <p:grpSp>
        <p:nvGrpSpPr>
          <p:cNvPr id="1604" name="그룹 30"/>
          <p:cNvGrpSpPr/>
          <p:nvPr/>
        </p:nvGrpSpPr>
        <p:grpSpPr>
          <a:xfrm>
            <a:off x="7593120" y="2792160"/>
            <a:ext cx="1572120" cy="1274040"/>
            <a:chOff x="7593120" y="2792160"/>
            <a:chExt cx="1572120" cy="1274040"/>
          </a:xfrm>
        </p:grpSpPr>
        <p:sp>
          <p:nvSpPr>
            <p:cNvPr id="1605" name="Rectangle 61"/>
            <p:cNvSpPr/>
            <p:nvPr/>
          </p:nvSpPr>
          <p:spPr>
            <a:xfrm>
              <a:off x="7593120" y="3099600"/>
              <a:ext cx="1572120" cy="96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606" name="TextBox 46"/>
            <p:cNvSpPr/>
            <p:nvPr/>
          </p:nvSpPr>
          <p:spPr>
            <a:xfrm>
              <a:off x="7594920" y="2792160"/>
              <a:ext cx="58032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2021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cxnSp>
        <p:nvCxnSpPr>
          <p:cNvPr id="1607" name="Straight Connector 64"/>
          <p:cNvCxnSpPr/>
          <p:nvPr/>
        </p:nvCxnSpPr>
        <p:spPr>
          <a:xfrm>
            <a:off x="7401240" y="2867040"/>
            <a:ext cx="360" cy="2252160"/>
          </a:xfrm>
          <a:prstGeom prst="straightConnector1">
            <a:avLst/>
          </a:prstGeom>
          <a:ln w="12700">
            <a:solidFill>
              <a:srgbClr val="757575"/>
            </a:solidFill>
            <a:prstDash val="dash"/>
            <a:miter/>
          </a:ln>
        </p:spPr>
      </p:cxnSp>
      <p:sp>
        <p:nvSpPr>
          <p:cNvPr id="1608" name="Oval 69"/>
          <p:cNvSpPr/>
          <p:nvPr/>
        </p:nvSpPr>
        <p:spPr>
          <a:xfrm>
            <a:off x="5151240" y="5136480"/>
            <a:ext cx="108720" cy="2952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609" name="Oval 69"/>
          <p:cNvSpPr/>
          <p:nvPr/>
        </p:nvSpPr>
        <p:spPr>
          <a:xfrm>
            <a:off x="7351560" y="5136480"/>
            <a:ext cx="108720" cy="2952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grpSp>
        <p:nvGrpSpPr>
          <p:cNvPr id="1610" name="그룹 34"/>
          <p:cNvGrpSpPr/>
          <p:nvPr/>
        </p:nvGrpSpPr>
        <p:grpSpPr>
          <a:xfrm>
            <a:off x="2739960" y="5427720"/>
            <a:ext cx="1532520" cy="757440"/>
            <a:chOff x="2739960" y="5427720"/>
            <a:chExt cx="1532520" cy="757440"/>
          </a:xfrm>
        </p:grpSpPr>
        <p:cxnSp>
          <p:nvCxnSpPr>
            <p:cNvPr id="1611" name="Straight Connector 68"/>
            <p:cNvCxnSpPr/>
            <p:nvPr/>
          </p:nvCxnSpPr>
          <p:spPr>
            <a:xfrm>
              <a:off x="3010320" y="5427720"/>
              <a:ext cx="360" cy="504360"/>
            </a:xfrm>
            <a:prstGeom prst="straightConnector1">
              <a:avLst/>
            </a:prstGeom>
            <a:ln w="12700">
              <a:solidFill>
                <a:srgbClr val="b6b6b6"/>
              </a:solidFill>
              <a:prstDash val="dash"/>
              <a:miter/>
            </a:ln>
          </p:spPr>
        </p:cxnSp>
        <p:sp>
          <p:nvSpPr>
            <p:cNvPr id="1612" name="Rounded Rectangle 2"/>
            <p:cNvSpPr/>
            <p:nvPr/>
          </p:nvSpPr>
          <p:spPr>
            <a:xfrm>
              <a:off x="2739960" y="5883840"/>
              <a:ext cx="1532520" cy="30132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10000"/>
                <a:lumOff val="90000"/>
              </a:schemeClr>
            </a:solidFill>
            <a:ln w="381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13" name="Oval 65"/>
            <p:cNvSpPr/>
            <p:nvPr/>
          </p:nvSpPr>
          <p:spPr>
            <a:xfrm>
              <a:off x="2966760" y="5889960"/>
              <a:ext cx="109800" cy="29520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614" name="TextBox 46"/>
          <p:cNvSpPr/>
          <p:nvPr/>
        </p:nvSpPr>
        <p:spPr>
          <a:xfrm>
            <a:off x="3000600" y="5859360"/>
            <a:ext cx="11833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615" name="그룹 36"/>
          <p:cNvGrpSpPr/>
          <p:nvPr/>
        </p:nvGrpSpPr>
        <p:grpSpPr>
          <a:xfrm>
            <a:off x="4925160" y="5427720"/>
            <a:ext cx="1532520" cy="777240"/>
            <a:chOff x="4925160" y="5427720"/>
            <a:chExt cx="1532520" cy="777240"/>
          </a:xfrm>
        </p:grpSpPr>
        <p:cxnSp>
          <p:nvCxnSpPr>
            <p:cNvPr id="1616" name="Straight Connector 68"/>
            <p:cNvCxnSpPr/>
            <p:nvPr/>
          </p:nvCxnSpPr>
          <p:spPr>
            <a:xfrm>
              <a:off x="5208480" y="5427720"/>
              <a:ext cx="360" cy="504360"/>
            </a:xfrm>
            <a:prstGeom prst="straightConnector1">
              <a:avLst/>
            </a:prstGeom>
            <a:ln w="12700">
              <a:solidFill>
                <a:srgbClr val="757575"/>
              </a:solidFill>
              <a:prstDash val="dash"/>
              <a:miter/>
            </a:ln>
          </p:spPr>
        </p:cxnSp>
        <p:sp>
          <p:nvSpPr>
            <p:cNvPr id="1617" name="Rounded Rectangle 2"/>
            <p:cNvSpPr/>
            <p:nvPr/>
          </p:nvSpPr>
          <p:spPr>
            <a:xfrm>
              <a:off x="4925160" y="5883840"/>
              <a:ext cx="1532520" cy="30132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10000"/>
                <a:lumOff val="90000"/>
              </a:schemeClr>
            </a:solidFill>
            <a:ln w="381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18" name="Oval 65"/>
            <p:cNvSpPr/>
            <p:nvPr/>
          </p:nvSpPr>
          <p:spPr>
            <a:xfrm>
              <a:off x="5151960" y="5889960"/>
              <a:ext cx="109800" cy="29520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19" name="TextBox 46"/>
            <p:cNvSpPr/>
            <p:nvPr/>
          </p:nvSpPr>
          <p:spPr>
            <a:xfrm>
              <a:off x="5253480" y="5859360"/>
              <a:ext cx="10540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620" name="그룹 37"/>
          <p:cNvGrpSpPr/>
          <p:nvPr/>
        </p:nvGrpSpPr>
        <p:grpSpPr>
          <a:xfrm>
            <a:off x="7121880" y="5427720"/>
            <a:ext cx="1532520" cy="757440"/>
            <a:chOff x="7121880" y="5427720"/>
            <a:chExt cx="1532520" cy="757440"/>
          </a:xfrm>
        </p:grpSpPr>
        <p:cxnSp>
          <p:nvCxnSpPr>
            <p:cNvPr id="1621" name="Straight Connector 68"/>
            <p:cNvCxnSpPr/>
            <p:nvPr/>
          </p:nvCxnSpPr>
          <p:spPr>
            <a:xfrm>
              <a:off x="7404840" y="5427720"/>
              <a:ext cx="360" cy="504360"/>
            </a:xfrm>
            <a:prstGeom prst="straightConnector1">
              <a:avLst/>
            </a:prstGeom>
            <a:ln w="12700">
              <a:solidFill>
                <a:srgbClr val="757575"/>
              </a:solidFill>
              <a:prstDash val="dash"/>
              <a:miter/>
            </a:ln>
          </p:spPr>
        </p:cxnSp>
        <p:sp>
          <p:nvSpPr>
            <p:cNvPr id="1622" name="Rounded Rectangle 2"/>
            <p:cNvSpPr/>
            <p:nvPr/>
          </p:nvSpPr>
          <p:spPr>
            <a:xfrm>
              <a:off x="7121880" y="5883840"/>
              <a:ext cx="1532520" cy="30132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10000"/>
                <a:lumOff val="90000"/>
              </a:schemeClr>
            </a:solidFill>
            <a:ln w="381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23" name="Oval 65"/>
            <p:cNvSpPr/>
            <p:nvPr/>
          </p:nvSpPr>
          <p:spPr>
            <a:xfrm>
              <a:off x="7348680" y="5889960"/>
              <a:ext cx="109800" cy="29520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624" name="TextBox 46"/>
          <p:cNvSpPr/>
          <p:nvPr/>
        </p:nvSpPr>
        <p:spPr>
          <a:xfrm>
            <a:off x="7385400" y="5859360"/>
            <a:ext cx="11833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25" name="텍스트 개체 틀 5"/>
          <p:cNvSpPr/>
          <p:nvPr/>
        </p:nvSpPr>
        <p:spPr>
          <a:xfrm>
            <a:off x="270000" y="1535040"/>
            <a:ext cx="9360360" cy="4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endParaRPr b="0" lang="en-US" sz="16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62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62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629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630" name="PlaceHolder 5"/>
          <p:cNvSpPr>
            <a:spLocks noGrp="1"/>
          </p:cNvSpPr>
          <p:nvPr>
            <p:ph type="sldNum" idx="114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8E8F507-5BF9-420D-A6E0-3C596E67FEF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631" name="PlaceHolder 6"/>
          <p:cNvSpPr>
            <a:spLocks noGrp="1"/>
          </p:cNvSpPr>
          <p:nvPr>
            <p:ph type="ftr" idx="115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cxnSp>
        <p:nvCxnSpPr>
          <p:cNvPr id="1632" name="Straight Connector 37"/>
          <p:cNvCxnSpPr/>
          <p:nvPr/>
        </p:nvCxnSpPr>
        <p:spPr>
          <a:xfrm flipH="1">
            <a:off x="497880" y="4237560"/>
            <a:ext cx="9010440" cy="360"/>
          </a:xfrm>
          <a:prstGeom prst="straightConnector1">
            <a:avLst/>
          </a:prstGeom>
          <a:ln w="63500">
            <a:solidFill>
              <a:srgbClr val="b6b6b6"/>
            </a:solidFill>
            <a:miter/>
            <a:headEnd len="med" type="triangle" w="med"/>
            <a:tailEnd len="med" type="oval" w="med"/>
          </a:ln>
        </p:spPr>
      </p:cxnSp>
      <p:cxnSp>
        <p:nvCxnSpPr>
          <p:cNvPr id="1633" name="Straight Connector 39"/>
          <p:cNvCxnSpPr/>
          <p:nvPr/>
        </p:nvCxnSpPr>
        <p:spPr>
          <a:xfrm>
            <a:off x="2826000" y="4242600"/>
            <a:ext cx="360" cy="134460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cxnSp>
        <p:nvCxnSpPr>
          <p:cNvPr id="1634" name="Straight Connector 40"/>
          <p:cNvCxnSpPr/>
          <p:nvPr/>
        </p:nvCxnSpPr>
        <p:spPr>
          <a:xfrm>
            <a:off x="6087600" y="4242600"/>
            <a:ext cx="360" cy="134460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cxnSp>
        <p:nvCxnSpPr>
          <p:cNvPr id="1635" name="Straight Connector 50"/>
          <p:cNvCxnSpPr/>
          <p:nvPr/>
        </p:nvCxnSpPr>
        <p:spPr>
          <a:xfrm>
            <a:off x="1283760" y="2888280"/>
            <a:ext cx="360" cy="1344600"/>
          </a:xfrm>
          <a:prstGeom prst="straightConnector1">
            <a:avLst/>
          </a:prstGeom>
          <a:ln w="25400">
            <a:solidFill>
              <a:srgbClr val="b6b6b6"/>
            </a:solidFill>
            <a:miter/>
            <a:headEnd len="med" type="oval" w="med"/>
          </a:ln>
        </p:spPr>
      </p:cxnSp>
      <p:cxnSp>
        <p:nvCxnSpPr>
          <p:cNvPr id="1636" name="Straight Connector 51"/>
          <p:cNvCxnSpPr/>
          <p:nvPr/>
        </p:nvCxnSpPr>
        <p:spPr>
          <a:xfrm>
            <a:off x="4461840" y="2888280"/>
            <a:ext cx="360" cy="1344600"/>
          </a:xfrm>
          <a:prstGeom prst="straightConnector1">
            <a:avLst/>
          </a:prstGeom>
          <a:ln w="25400">
            <a:solidFill>
              <a:srgbClr val="b6b6b6"/>
            </a:solidFill>
            <a:miter/>
            <a:headEnd len="med" type="oval" w="med"/>
          </a:ln>
        </p:spPr>
      </p:cxnSp>
      <p:cxnSp>
        <p:nvCxnSpPr>
          <p:cNvPr id="1637" name="Straight Connector 52"/>
          <p:cNvCxnSpPr/>
          <p:nvPr/>
        </p:nvCxnSpPr>
        <p:spPr>
          <a:xfrm>
            <a:off x="7639920" y="2888280"/>
            <a:ext cx="360" cy="1344600"/>
          </a:xfrm>
          <a:prstGeom prst="straightConnector1">
            <a:avLst/>
          </a:prstGeom>
          <a:ln w="25400">
            <a:solidFill>
              <a:srgbClr val="b6b6b6"/>
            </a:solidFill>
            <a:miter/>
            <a:headEnd len="med" type="oval" w="med"/>
          </a:ln>
        </p:spPr>
      </p:cxnSp>
      <p:sp>
        <p:nvSpPr>
          <p:cNvPr id="1638" name="TextBox 44"/>
          <p:cNvSpPr/>
          <p:nvPr/>
        </p:nvSpPr>
        <p:spPr>
          <a:xfrm>
            <a:off x="851760" y="2323800"/>
            <a:ext cx="863640" cy="3942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61516"/>
                </a:solidFill>
                <a:latin typeface="본고딕 Medium"/>
                <a:ea typeface="본고딕 Medium"/>
              </a:rPr>
              <a:t>2015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39" name="TextBox 47"/>
          <p:cNvSpPr/>
          <p:nvPr/>
        </p:nvSpPr>
        <p:spPr>
          <a:xfrm>
            <a:off x="1308960" y="2954160"/>
            <a:ext cx="1680840" cy="122220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40" name="TextBox 48"/>
          <p:cNvSpPr/>
          <p:nvPr/>
        </p:nvSpPr>
        <p:spPr>
          <a:xfrm>
            <a:off x="4431240" y="2323800"/>
            <a:ext cx="863640" cy="3942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61516"/>
                </a:solidFill>
                <a:latin typeface="본고딕 Medium"/>
                <a:ea typeface="본고딕 Medium"/>
              </a:rPr>
              <a:t>2017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41" name="TextBox 52"/>
          <p:cNvSpPr/>
          <p:nvPr/>
        </p:nvSpPr>
        <p:spPr>
          <a:xfrm>
            <a:off x="7744320" y="2323800"/>
            <a:ext cx="863640" cy="394200"/>
          </a:xfrm>
          <a:prstGeom prst="rect">
            <a:avLst/>
          </a:prstGeom>
          <a:solidFill>
            <a:schemeClr val="accent5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2019</a:t>
            </a:r>
            <a:endParaRPr b="0" lang="en-US" sz="20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642" name="TextBox 60"/>
          <p:cNvSpPr/>
          <p:nvPr/>
        </p:nvSpPr>
        <p:spPr>
          <a:xfrm>
            <a:off x="2394000" y="5659920"/>
            <a:ext cx="863640" cy="3942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61516"/>
                </a:solidFill>
                <a:latin typeface="본고딕 Medium"/>
                <a:ea typeface="본고딕 Medium"/>
              </a:rPr>
              <a:t>2016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43" name="TextBox 64"/>
          <p:cNvSpPr/>
          <p:nvPr/>
        </p:nvSpPr>
        <p:spPr>
          <a:xfrm>
            <a:off x="5655600" y="5659920"/>
            <a:ext cx="863640" cy="3942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61516"/>
                </a:solidFill>
                <a:latin typeface="본고딕 Medium"/>
                <a:ea typeface="본고딕 Medium"/>
              </a:rPr>
              <a:t>2018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44" name="TextBox 32"/>
          <p:cNvSpPr/>
          <p:nvPr/>
        </p:nvSpPr>
        <p:spPr>
          <a:xfrm>
            <a:off x="4488480" y="2954160"/>
            <a:ext cx="1680840" cy="122220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45" name="TextBox 33"/>
          <p:cNvSpPr/>
          <p:nvPr/>
        </p:nvSpPr>
        <p:spPr>
          <a:xfrm>
            <a:off x="7665120" y="2954160"/>
            <a:ext cx="1680840" cy="122220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46" name="TextBox 34"/>
          <p:cNvSpPr/>
          <p:nvPr/>
        </p:nvSpPr>
        <p:spPr>
          <a:xfrm>
            <a:off x="6116760" y="4331160"/>
            <a:ext cx="1680840" cy="122220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47" name="TextBox 35"/>
          <p:cNvSpPr/>
          <p:nvPr/>
        </p:nvSpPr>
        <p:spPr>
          <a:xfrm>
            <a:off x="2854800" y="4331160"/>
            <a:ext cx="1680840" cy="122220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64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65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651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652" name="PlaceHolder 5"/>
          <p:cNvSpPr>
            <a:spLocks noGrp="1"/>
          </p:cNvSpPr>
          <p:nvPr>
            <p:ph type="sldNum" idx="116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144A8A2-C121-45B9-810C-30BB9DABBF5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653" name="PlaceHolder 6"/>
          <p:cNvSpPr>
            <a:spLocks noGrp="1"/>
          </p:cNvSpPr>
          <p:nvPr>
            <p:ph type="ftr" idx="117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654" name="Rectangle 2"/>
          <p:cNvSpPr/>
          <p:nvPr/>
        </p:nvSpPr>
        <p:spPr>
          <a:xfrm>
            <a:off x="1131120" y="4770720"/>
            <a:ext cx="1875240" cy="13644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본고딕 Normal"/>
              <a:ea typeface="본고딕 Normal"/>
            </a:endParaRPr>
          </a:p>
        </p:txBody>
      </p:sp>
      <p:sp>
        <p:nvSpPr>
          <p:cNvPr id="1655" name="TextBox 7"/>
          <p:cNvSpPr/>
          <p:nvPr/>
        </p:nvSpPr>
        <p:spPr>
          <a:xfrm>
            <a:off x="1103400" y="4972680"/>
            <a:ext cx="1208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56" name="TextBox 10"/>
          <p:cNvSpPr/>
          <p:nvPr/>
        </p:nvSpPr>
        <p:spPr>
          <a:xfrm>
            <a:off x="1103400" y="5283360"/>
            <a:ext cx="15861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57" name="Oval 7"/>
          <p:cNvSpPr/>
          <p:nvPr/>
        </p:nvSpPr>
        <p:spPr>
          <a:xfrm>
            <a:off x="1172880" y="4204080"/>
            <a:ext cx="471600" cy="471600"/>
          </a:xfrm>
          <a:prstGeom prst="ellipse">
            <a:avLst/>
          </a:prstGeom>
          <a:solidFill>
            <a:schemeClr val="accent2"/>
          </a:solidFill>
          <a:ln w="635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658" name="Rectangle 8"/>
          <p:cNvSpPr/>
          <p:nvPr/>
        </p:nvSpPr>
        <p:spPr>
          <a:xfrm>
            <a:off x="3096360" y="4188600"/>
            <a:ext cx="1875240" cy="13644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본고딕 Normal"/>
              <a:ea typeface="본고딕 Normal"/>
            </a:endParaRPr>
          </a:p>
        </p:txBody>
      </p:sp>
      <p:sp>
        <p:nvSpPr>
          <p:cNvPr id="1659" name="TextBox 13"/>
          <p:cNvSpPr/>
          <p:nvPr/>
        </p:nvSpPr>
        <p:spPr>
          <a:xfrm>
            <a:off x="3111120" y="4393440"/>
            <a:ext cx="1175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60" name="Oval 13"/>
          <p:cNvSpPr/>
          <p:nvPr/>
        </p:nvSpPr>
        <p:spPr>
          <a:xfrm>
            <a:off x="3180600" y="3635640"/>
            <a:ext cx="471600" cy="471600"/>
          </a:xfrm>
          <a:prstGeom prst="ellipse">
            <a:avLst/>
          </a:prstGeom>
          <a:solidFill>
            <a:schemeClr val="bg2"/>
          </a:solidFill>
          <a:ln w="635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661" name="Rectangle 14"/>
          <p:cNvSpPr/>
          <p:nvPr/>
        </p:nvSpPr>
        <p:spPr>
          <a:xfrm>
            <a:off x="5016240" y="3578760"/>
            <a:ext cx="1875240" cy="1364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본고딕 Normal"/>
              <a:ea typeface="본고딕 Normal"/>
            </a:endParaRPr>
          </a:p>
        </p:txBody>
      </p:sp>
      <p:sp>
        <p:nvSpPr>
          <p:cNvPr id="1662" name="TextBox 19"/>
          <p:cNvSpPr/>
          <p:nvPr/>
        </p:nvSpPr>
        <p:spPr>
          <a:xfrm>
            <a:off x="5041800" y="3786120"/>
            <a:ext cx="1108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63" name="Oval 19"/>
          <p:cNvSpPr/>
          <p:nvPr/>
        </p:nvSpPr>
        <p:spPr>
          <a:xfrm flipV="1">
            <a:off x="5090760" y="3011400"/>
            <a:ext cx="471600" cy="4716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635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664" name="Rectangle 20"/>
          <p:cNvSpPr/>
          <p:nvPr/>
        </p:nvSpPr>
        <p:spPr>
          <a:xfrm>
            <a:off x="6938640" y="2963520"/>
            <a:ext cx="1875240" cy="13644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본고딕 Normal"/>
              <a:ea typeface="본고딕 Normal"/>
            </a:endParaRPr>
          </a:p>
        </p:txBody>
      </p:sp>
      <p:sp>
        <p:nvSpPr>
          <p:cNvPr id="1665" name="TextBox 25"/>
          <p:cNvSpPr/>
          <p:nvPr/>
        </p:nvSpPr>
        <p:spPr>
          <a:xfrm>
            <a:off x="6907320" y="3159000"/>
            <a:ext cx="1203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66" name="Oval 25"/>
          <p:cNvSpPr/>
          <p:nvPr/>
        </p:nvSpPr>
        <p:spPr>
          <a:xfrm>
            <a:off x="7005240" y="2438280"/>
            <a:ext cx="471600" cy="434880"/>
          </a:xfrm>
          <a:prstGeom prst="ellipse">
            <a:avLst/>
          </a:prstGeom>
          <a:solidFill>
            <a:schemeClr val="accent3"/>
          </a:solidFill>
          <a:ln w="635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667" name="TextBox 34"/>
          <p:cNvSpPr/>
          <p:nvPr/>
        </p:nvSpPr>
        <p:spPr>
          <a:xfrm>
            <a:off x="3099240" y="4699440"/>
            <a:ext cx="15861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68" name="TextBox 35"/>
          <p:cNvSpPr/>
          <p:nvPr/>
        </p:nvSpPr>
        <p:spPr>
          <a:xfrm>
            <a:off x="5046840" y="4107600"/>
            <a:ext cx="15861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69" name="TextBox 36"/>
          <p:cNvSpPr/>
          <p:nvPr/>
        </p:nvSpPr>
        <p:spPr>
          <a:xfrm>
            <a:off x="6938640" y="3483360"/>
            <a:ext cx="15861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670" name="그룹 38"/>
          <p:cNvGrpSpPr/>
          <p:nvPr/>
        </p:nvGrpSpPr>
        <p:grpSpPr>
          <a:xfrm>
            <a:off x="3241080" y="3738600"/>
            <a:ext cx="464400" cy="297000"/>
            <a:chOff x="3241080" y="3738600"/>
            <a:chExt cx="464400" cy="297000"/>
          </a:xfrm>
        </p:grpSpPr>
        <p:sp>
          <p:nvSpPr>
            <p:cNvPr id="1671" name="AutoShape 68"/>
            <p:cNvSpPr/>
            <p:nvPr/>
          </p:nvSpPr>
          <p:spPr>
            <a:xfrm>
              <a:off x="3241080" y="3738600"/>
              <a:ext cx="464400" cy="29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72" name="Freeform 70"/>
            <p:cNvSpPr/>
            <p:nvPr/>
          </p:nvSpPr>
          <p:spPr>
            <a:xfrm>
              <a:off x="3295080" y="3738600"/>
              <a:ext cx="316440" cy="157680"/>
            </a:xfrm>
            <a:custGeom>
              <a:avLst/>
              <a:gdLst>
                <a:gd name="textAreaLeft" fmla="*/ 0 w 316440"/>
                <a:gd name="textAreaRight" fmla="*/ 316800 w 316440"/>
                <a:gd name="textAreaTop" fmla="*/ 0 h 157680"/>
                <a:gd name="textAreaBottom" fmla="*/ 158040 h 157680"/>
              </a:gdLst>
              <a:ahLst/>
              <a:rect l="textAreaLeft" t="textAreaTop" r="textAreaRight" b="textAreaBottom"/>
              <a:pathLst>
                <a:path w="2243" h="1120">
                  <a:moveTo>
                    <a:pt x="1327" y="0"/>
                  </a:moveTo>
                  <a:lnTo>
                    <a:pt x="13" y="641"/>
                  </a:lnTo>
                  <a:lnTo>
                    <a:pt x="5" y="645"/>
                  </a:lnTo>
                  <a:lnTo>
                    <a:pt x="0" y="723"/>
                  </a:lnTo>
                  <a:lnTo>
                    <a:pt x="1029" y="1118"/>
                  </a:lnTo>
                  <a:lnTo>
                    <a:pt x="1036" y="1120"/>
                  </a:lnTo>
                  <a:lnTo>
                    <a:pt x="2216" y="347"/>
                  </a:lnTo>
                  <a:lnTo>
                    <a:pt x="2221" y="343"/>
                  </a:lnTo>
                  <a:lnTo>
                    <a:pt x="2243" y="241"/>
                  </a:lnTo>
                  <a:lnTo>
                    <a:pt x="1327" y="0"/>
                  </a:lnTo>
                  <a:lnTo>
                    <a:pt x="1327" y="0"/>
                  </a:lnTo>
                  <a:close/>
                  <a:moveTo>
                    <a:pt x="1328" y="31"/>
                  </a:moveTo>
                  <a:lnTo>
                    <a:pt x="2190" y="258"/>
                  </a:lnTo>
                  <a:lnTo>
                    <a:pt x="1038" y="1009"/>
                  </a:lnTo>
                  <a:lnTo>
                    <a:pt x="56" y="652"/>
                  </a:lnTo>
                  <a:lnTo>
                    <a:pt x="1328" y="31"/>
                  </a:lnTo>
                  <a:lnTo>
                    <a:pt x="1328" y="31"/>
                  </a:lnTo>
                  <a:close/>
                  <a:moveTo>
                    <a:pt x="1033" y="1087"/>
                  </a:moveTo>
                  <a:lnTo>
                    <a:pt x="31" y="703"/>
                  </a:lnTo>
                  <a:lnTo>
                    <a:pt x="33" y="675"/>
                  </a:lnTo>
                  <a:lnTo>
                    <a:pt x="1034" y="1038"/>
                  </a:lnTo>
                  <a:lnTo>
                    <a:pt x="1042" y="1042"/>
                  </a:lnTo>
                  <a:lnTo>
                    <a:pt x="2203" y="285"/>
                  </a:lnTo>
                  <a:lnTo>
                    <a:pt x="2194" y="325"/>
                  </a:lnTo>
                  <a:lnTo>
                    <a:pt x="1033" y="1087"/>
                  </a:lnTo>
                  <a:lnTo>
                    <a:pt x="1033" y="10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73" name="Freeform 71"/>
            <p:cNvSpPr/>
            <p:nvPr/>
          </p:nvSpPr>
          <p:spPr>
            <a:xfrm>
              <a:off x="3241080" y="3799800"/>
              <a:ext cx="464400" cy="235440"/>
            </a:xfrm>
            <a:custGeom>
              <a:avLst/>
              <a:gdLst>
                <a:gd name="textAreaLeft" fmla="*/ 0 w 464400"/>
                <a:gd name="textAreaRight" fmla="*/ 464760 w 464400"/>
                <a:gd name="textAreaTop" fmla="*/ 0 h 235440"/>
                <a:gd name="textAreaBottom" fmla="*/ 235800 h 235440"/>
              </a:gdLst>
              <a:ahLst/>
              <a:rect l="textAreaLeft" t="textAreaTop" r="textAreaRight" b="textAreaBottom"/>
              <a:pathLst>
                <a:path w="3294" h="1672">
                  <a:moveTo>
                    <a:pt x="1926" y="0"/>
                  </a:moveTo>
                  <a:lnTo>
                    <a:pt x="15" y="1015"/>
                  </a:lnTo>
                  <a:lnTo>
                    <a:pt x="4" y="1020"/>
                  </a:lnTo>
                  <a:lnTo>
                    <a:pt x="0" y="1135"/>
                  </a:lnTo>
                  <a:lnTo>
                    <a:pt x="1543" y="1668"/>
                  </a:lnTo>
                  <a:lnTo>
                    <a:pt x="1554" y="1672"/>
                  </a:lnTo>
                  <a:lnTo>
                    <a:pt x="3260" y="466"/>
                  </a:lnTo>
                  <a:lnTo>
                    <a:pt x="3267" y="461"/>
                  </a:lnTo>
                  <a:lnTo>
                    <a:pt x="3294" y="310"/>
                  </a:lnTo>
                  <a:lnTo>
                    <a:pt x="1926" y="0"/>
                  </a:lnTo>
                  <a:lnTo>
                    <a:pt x="1926" y="0"/>
                  </a:lnTo>
                  <a:close/>
                  <a:moveTo>
                    <a:pt x="45" y="1064"/>
                  </a:moveTo>
                  <a:lnTo>
                    <a:pt x="1532" y="1547"/>
                  </a:lnTo>
                  <a:lnTo>
                    <a:pt x="1530" y="1618"/>
                  </a:lnTo>
                  <a:lnTo>
                    <a:pt x="45" y="1104"/>
                  </a:lnTo>
                  <a:lnTo>
                    <a:pt x="45" y="1064"/>
                  </a:lnTo>
                  <a:lnTo>
                    <a:pt x="45" y="1064"/>
                  </a:lnTo>
                  <a:close/>
                  <a:moveTo>
                    <a:pt x="3227" y="436"/>
                  </a:moveTo>
                  <a:lnTo>
                    <a:pt x="1573" y="1603"/>
                  </a:lnTo>
                  <a:lnTo>
                    <a:pt x="1575" y="1543"/>
                  </a:lnTo>
                  <a:lnTo>
                    <a:pt x="3238" y="376"/>
                  </a:lnTo>
                  <a:lnTo>
                    <a:pt x="3227" y="436"/>
                  </a:lnTo>
                  <a:lnTo>
                    <a:pt x="3227" y="43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674" name="그룹 44"/>
          <p:cNvGrpSpPr/>
          <p:nvPr/>
        </p:nvGrpSpPr>
        <p:grpSpPr>
          <a:xfrm>
            <a:off x="7126920" y="2536920"/>
            <a:ext cx="319320" cy="292680"/>
            <a:chOff x="7126920" y="2536920"/>
            <a:chExt cx="319320" cy="292680"/>
          </a:xfrm>
        </p:grpSpPr>
        <p:sp>
          <p:nvSpPr>
            <p:cNvPr id="1675" name="AutoShape 116"/>
            <p:cNvSpPr/>
            <p:nvPr/>
          </p:nvSpPr>
          <p:spPr>
            <a:xfrm>
              <a:off x="7126920" y="2536920"/>
              <a:ext cx="319320" cy="29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76" name="Freeform 118"/>
            <p:cNvSpPr/>
            <p:nvPr/>
          </p:nvSpPr>
          <p:spPr>
            <a:xfrm>
              <a:off x="7134120" y="2751840"/>
              <a:ext cx="20520" cy="2556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25560"/>
                <a:gd name="textAreaBottom" fmla="*/ 25920 h 25560"/>
              </a:gdLst>
              <a:ahLst/>
              <a:rect l="textAreaLeft" t="textAreaTop" r="textAreaRight" b="textAreaBottom"/>
              <a:pathLst>
                <a:path w="107" h="130">
                  <a:moveTo>
                    <a:pt x="41" y="19"/>
                  </a:moveTo>
                  <a:lnTo>
                    <a:pt x="41" y="112"/>
                  </a:lnTo>
                  <a:lnTo>
                    <a:pt x="107" y="112"/>
                  </a:lnTo>
                  <a:lnTo>
                    <a:pt x="107" y="19"/>
                  </a:lnTo>
                  <a:lnTo>
                    <a:pt x="41" y="19"/>
                  </a:lnTo>
                  <a:lnTo>
                    <a:pt x="41" y="19"/>
                  </a:lnTo>
                  <a:close/>
                  <a:moveTo>
                    <a:pt x="23" y="12"/>
                  </a:moveTo>
                  <a:lnTo>
                    <a:pt x="23" y="118"/>
                  </a:lnTo>
                  <a:lnTo>
                    <a:pt x="23" y="118"/>
                  </a:lnTo>
                  <a:lnTo>
                    <a:pt x="22" y="123"/>
                  </a:lnTo>
                  <a:lnTo>
                    <a:pt x="20" y="126"/>
                  </a:lnTo>
                  <a:lnTo>
                    <a:pt x="16" y="129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6" y="129"/>
                  </a:lnTo>
                  <a:lnTo>
                    <a:pt x="3" y="126"/>
                  </a:lnTo>
                  <a:lnTo>
                    <a:pt x="1" y="123"/>
                  </a:lnTo>
                  <a:lnTo>
                    <a:pt x="0" y="118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8"/>
                  </a:lnTo>
                  <a:lnTo>
                    <a:pt x="3" y="3"/>
                  </a:lnTo>
                  <a:lnTo>
                    <a:pt x="6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6" y="1"/>
                  </a:lnTo>
                  <a:lnTo>
                    <a:pt x="20" y="3"/>
                  </a:lnTo>
                  <a:lnTo>
                    <a:pt x="22" y="8"/>
                  </a:lnTo>
                  <a:lnTo>
                    <a:pt x="23" y="12"/>
                  </a:lnTo>
                  <a:lnTo>
                    <a:pt x="23" y="1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2960" bIns="129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77" name="Freeform 119"/>
            <p:cNvSpPr/>
            <p:nvPr/>
          </p:nvSpPr>
          <p:spPr>
            <a:xfrm>
              <a:off x="7140960" y="2598120"/>
              <a:ext cx="294480" cy="20520"/>
            </a:xfrm>
            <a:custGeom>
              <a:avLst/>
              <a:gdLst>
                <a:gd name="textAreaLeft" fmla="*/ 0 w 294480"/>
                <a:gd name="textAreaRight" fmla="*/ 294840 w 294480"/>
                <a:gd name="textAreaTop" fmla="*/ 0 h 20520"/>
                <a:gd name="textAreaBottom" fmla="*/ 20880 h 20520"/>
              </a:gdLst>
              <a:ahLst/>
              <a:rect l="textAreaLeft" t="textAreaTop" r="textAreaRight" b="textAreaBottom"/>
              <a:pathLst>
                <a:path w="1477" h="109">
                  <a:moveTo>
                    <a:pt x="1477" y="109"/>
                  </a:moveTo>
                  <a:lnTo>
                    <a:pt x="1477" y="0"/>
                  </a:lnTo>
                  <a:lnTo>
                    <a:pt x="0" y="0"/>
                  </a:lnTo>
                  <a:lnTo>
                    <a:pt x="0" y="109"/>
                  </a:lnTo>
                  <a:lnTo>
                    <a:pt x="1477" y="109"/>
                  </a:lnTo>
                  <a:lnTo>
                    <a:pt x="1477" y="10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78" name="Freeform 120"/>
            <p:cNvSpPr/>
            <p:nvPr/>
          </p:nvSpPr>
          <p:spPr>
            <a:xfrm>
              <a:off x="7148880" y="2626920"/>
              <a:ext cx="279360" cy="1134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113400"/>
                <a:gd name="textAreaBottom" fmla="*/ 113760 h 113400"/>
              </a:gdLst>
              <a:ahLst/>
              <a:rect l="textAreaLeft" t="textAreaTop" r="textAreaRight" b="textAreaBottom"/>
              <a:pathLst>
                <a:path w="1403" h="570">
                  <a:moveTo>
                    <a:pt x="1175" y="570"/>
                  </a:moveTo>
                  <a:lnTo>
                    <a:pt x="1175" y="570"/>
                  </a:lnTo>
                  <a:lnTo>
                    <a:pt x="1199" y="557"/>
                  </a:lnTo>
                  <a:lnTo>
                    <a:pt x="1223" y="541"/>
                  </a:lnTo>
                  <a:lnTo>
                    <a:pt x="1246" y="524"/>
                  </a:lnTo>
                  <a:lnTo>
                    <a:pt x="1267" y="506"/>
                  </a:lnTo>
                  <a:lnTo>
                    <a:pt x="1288" y="487"/>
                  </a:lnTo>
                  <a:lnTo>
                    <a:pt x="1305" y="469"/>
                  </a:lnTo>
                  <a:lnTo>
                    <a:pt x="1323" y="450"/>
                  </a:lnTo>
                  <a:lnTo>
                    <a:pt x="1339" y="431"/>
                  </a:lnTo>
                  <a:lnTo>
                    <a:pt x="1353" y="412"/>
                  </a:lnTo>
                  <a:lnTo>
                    <a:pt x="1366" y="394"/>
                  </a:lnTo>
                  <a:lnTo>
                    <a:pt x="1377" y="378"/>
                  </a:lnTo>
                  <a:lnTo>
                    <a:pt x="1386" y="362"/>
                  </a:lnTo>
                  <a:lnTo>
                    <a:pt x="1393" y="347"/>
                  </a:lnTo>
                  <a:lnTo>
                    <a:pt x="1398" y="335"/>
                  </a:lnTo>
                  <a:lnTo>
                    <a:pt x="1401" y="325"/>
                  </a:lnTo>
                  <a:lnTo>
                    <a:pt x="1403" y="316"/>
                  </a:lnTo>
                  <a:lnTo>
                    <a:pt x="1403" y="0"/>
                  </a:lnTo>
                  <a:lnTo>
                    <a:pt x="0" y="0"/>
                  </a:lnTo>
                  <a:lnTo>
                    <a:pt x="0" y="316"/>
                  </a:lnTo>
                  <a:lnTo>
                    <a:pt x="0" y="316"/>
                  </a:lnTo>
                  <a:lnTo>
                    <a:pt x="1" y="326"/>
                  </a:lnTo>
                  <a:lnTo>
                    <a:pt x="4" y="339"/>
                  </a:lnTo>
                  <a:lnTo>
                    <a:pt x="9" y="352"/>
                  </a:lnTo>
                  <a:lnTo>
                    <a:pt x="16" y="366"/>
                  </a:lnTo>
                  <a:lnTo>
                    <a:pt x="25" y="383"/>
                  </a:lnTo>
                  <a:lnTo>
                    <a:pt x="36" y="400"/>
                  </a:lnTo>
                  <a:lnTo>
                    <a:pt x="48" y="418"/>
                  </a:lnTo>
                  <a:lnTo>
                    <a:pt x="63" y="436"/>
                  </a:lnTo>
                  <a:lnTo>
                    <a:pt x="77" y="455"/>
                  </a:lnTo>
                  <a:lnTo>
                    <a:pt x="95" y="473"/>
                  </a:lnTo>
                  <a:lnTo>
                    <a:pt x="113" y="491"/>
                  </a:lnTo>
                  <a:lnTo>
                    <a:pt x="133" y="509"/>
                  </a:lnTo>
                  <a:lnTo>
                    <a:pt x="153" y="525"/>
                  </a:lnTo>
                  <a:lnTo>
                    <a:pt x="176" y="542"/>
                  </a:lnTo>
                  <a:lnTo>
                    <a:pt x="199" y="557"/>
                  </a:lnTo>
                  <a:lnTo>
                    <a:pt x="224" y="570"/>
                  </a:lnTo>
                  <a:lnTo>
                    <a:pt x="1175" y="570"/>
                  </a:lnTo>
                  <a:lnTo>
                    <a:pt x="1175" y="57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79" name="Freeform 121"/>
            <p:cNvSpPr/>
            <p:nvPr/>
          </p:nvSpPr>
          <p:spPr>
            <a:xfrm>
              <a:off x="7158960" y="2748960"/>
              <a:ext cx="51480" cy="3276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32760"/>
                <a:gd name="textAreaBottom" fmla="*/ 33120 h 32760"/>
              </a:gdLst>
              <a:ahLst/>
              <a:rect l="textAreaLeft" t="textAreaTop" r="textAreaRight" b="textAreaBottom"/>
              <a:pathLst>
                <a:path w="260" h="165">
                  <a:moveTo>
                    <a:pt x="166" y="153"/>
                  </a:moveTo>
                  <a:lnTo>
                    <a:pt x="166" y="153"/>
                  </a:lnTo>
                  <a:lnTo>
                    <a:pt x="167" y="141"/>
                  </a:lnTo>
                  <a:lnTo>
                    <a:pt x="168" y="129"/>
                  </a:lnTo>
                  <a:lnTo>
                    <a:pt x="171" y="117"/>
                  </a:lnTo>
                  <a:lnTo>
                    <a:pt x="173" y="105"/>
                  </a:lnTo>
                  <a:lnTo>
                    <a:pt x="177" y="94"/>
                  </a:lnTo>
                  <a:lnTo>
                    <a:pt x="181" y="83"/>
                  </a:lnTo>
                  <a:lnTo>
                    <a:pt x="186" y="73"/>
                  </a:lnTo>
                  <a:lnTo>
                    <a:pt x="192" y="63"/>
                  </a:lnTo>
                  <a:lnTo>
                    <a:pt x="199" y="53"/>
                  </a:lnTo>
                  <a:lnTo>
                    <a:pt x="205" y="44"/>
                  </a:lnTo>
                  <a:lnTo>
                    <a:pt x="213" y="35"/>
                  </a:lnTo>
                  <a:lnTo>
                    <a:pt x="222" y="27"/>
                  </a:lnTo>
                  <a:lnTo>
                    <a:pt x="231" y="19"/>
                  </a:lnTo>
                  <a:lnTo>
                    <a:pt x="240" y="13"/>
                  </a:lnTo>
                  <a:lnTo>
                    <a:pt x="250" y="6"/>
                  </a:lnTo>
                  <a:lnTo>
                    <a:pt x="26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8"/>
                  </a:lnTo>
                  <a:lnTo>
                    <a:pt x="2" y="161"/>
                  </a:lnTo>
                  <a:lnTo>
                    <a:pt x="5" y="164"/>
                  </a:lnTo>
                  <a:lnTo>
                    <a:pt x="10" y="165"/>
                  </a:lnTo>
                  <a:lnTo>
                    <a:pt x="167" y="165"/>
                  </a:lnTo>
                  <a:lnTo>
                    <a:pt x="167" y="165"/>
                  </a:lnTo>
                  <a:lnTo>
                    <a:pt x="166" y="153"/>
                  </a:lnTo>
                  <a:lnTo>
                    <a:pt x="166" y="153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80" name="Freeform 122"/>
            <p:cNvSpPr/>
            <p:nvPr/>
          </p:nvSpPr>
          <p:spPr>
            <a:xfrm>
              <a:off x="7196040" y="2748960"/>
              <a:ext cx="60480" cy="60480"/>
            </a:xfrm>
            <a:custGeom>
              <a:avLst/>
              <a:gdLst>
                <a:gd name="textAreaLeft" fmla="*/ 0 w 60480"/>
                <a:gd name="textAreaRight" fmla="*/ 60840 w 60480"/>
                <a:gd name="textAreaTop" fmla="*/ 0 h 60480"/>
                <a:gd name="textAreaBottom" fmla="*/ 60840 h 60480"/>
              </a:gdLst>
              <a:ahLst/>
              <a:rect l="textAreaLeft" t="textAreaTop" r="textAreaRight" b="textAreaBottom"/>
              <a:pathLst>
                <a:path w="305" h="306">
                  <a:moveTo>
                    <a:pt x="152" y="269"/>
                  </a:moveTo>
                  <a:lnTo>
                    <a:pt x="152" y="269"/>
                  </a:lnTo>
                  <a:lnTo>
                    <a:pt x="141" y="268"/>
                  </a:lnTo>
                  <a:lnTo>
                    <a:pt x="130" y="266"/>
                  </a:lnTo>
                  <a:lnTo>
                    <a:pt x="119" y="263"/>
                  </a:lnTo>
                  <a:lnTo>
                    <a:pt x="108" y="260"/>
                  </a:lnTo>
                  <a:lnTo>
                    <a:pt x="98" y="254"/>
                  </a:lnTo>
                  <a:lnTo>
                    <a:pt x="89" y="249"/>
                  </a:lnTo>
                  <a:lnTo>
                    <a:pt x="80" y="242"/>
                  </a:lnTo>
                  <a:lnTo>
                    <a:pt x="72" y="235"/>
                  </a:lnTo>
                  <a:lnTo>
                    <a:pt x="64" y="226"/>
                  </a:lnTo>
                  <a:lnTo>
                    <a:pt x="57" y="217"/>
                  </a:lnTo>
                  <a:lnTo>
                    <a:pt x="52" y="208"/>
                  </a:lnTo>
                  <a:lnTo>
                    <a:pt x="46" y="198"/>
                  </a:lnTo>
                  <a:lnTo>
                    <a:pt x="43" y="187"/>
                  </a:lnTo>
                  <a:lnTo>
                    <a:pt x="39" y="176"/>
                  </a:lnTo>
                  <a:lnTo>
                    <a:pt x="38" y="16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8" y="141"/>
                  </a:lnTo>
                  <a:lnTo>
                    <a:pt x="39" y="130"/>
                  </a:lnTo>
                  <a:lnTo>
                    <a:pt x="43" y="119"/>
                  </a:lnTo>
                  <a:lnTo>
                    <a:pt x="46" y="109"/>
                  </a:lnTo>
                  <a:lnTo>
                    <a:pt x="52" y="99"/>
                  </a:lnTo>
                  <a:lnTo>
                    <a:pt x="57" y="89"/>
                  </a:lnTo>
                  <a:lnTo>
                    <a:pt x="64" y="80"/>
                  </a:lnTo>
                  <a:lnTo>
                    <a:pt x="72" y="72"/>
                  </a:lnTo>
                  <a:lnTo>
                    <a:pt x="80" y="64"/>
                  </a:lnTo>
                  <a:lnTo>
                    <a:pt x="89" y="57"/>
                  </a:lnTo>
                  <a:lnTo>
                    <a:pt x="98" y="52"/>
                  </a:lnTo>
                  <a:lnTo>
                    <a:pt x="108" y="47"/>
                  </a:lnTo>
                  <a:lnTo>
                    <a:pt x="119" y="43"/>
                  </a:lnTo>
                  <a:lnTo>
                    <a:pt x="130" y="41"/>
                  </a:lnTo>
                  <a:lnTo>
                    <a:pt x="141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65" y="38"/>
                  </a:lnTo>
                  <a:lnTo>
                    <a:pt x="176" y="41"/>
                  </a:lnTo>
                  <a:lnTo>
                    <a:pt x="187" y="43"/>
                  </a:lnTo>
                  <a:lnTo>
                    <a:pt x="198" y="47"/>
                  </a:lnTo>
                  <a:lnTo>
                    <a:pt x="208" y="52"/>
                  </a:lnTo>
                  <a:lnTo>
                    <a:pt x="217" y="57"/>
                  </a:lnTo>
                  <a:lnTo>
                    <a:pt x="226" y="64"/>
                  </a:lnTo>
                  <a:lnTo>
                    <a:pt x="234" y="72"/>
                  </a:lnTo>
                  <a:lnTo>
                    <a:pt x="242" y="80"/>
                  </a:lnTo>
                  <a:lnTo>
                    <a:pt x="248" y="89"/>
                  </a:lnTo>
                  <a:lnTo>
                    <a:pt x="254" y="99"/>
                  </a:lnTo>
                  <a:lnTo>
                    <a:pt x="258" y="109"/>
                  </a:lnTo>
                  <a:lnTo>
                    <a:pt x="263" y="119"/>
                  </a:lnTo>
                  <a:lnTo>
                    <a:pt x="265" y="130"/>
                  </a:lnTo>
                  <a:lnTo>
                    <a:pt x="267" y="141"/>
                  </a:lnTo>
                  <a:lnTo>
                    <a:pt x="267" y="153"/>
                  </a:lnTo>
                  <a:lnTo>
                    <a:pt x="267" y="153"/>
                  </a:lnTo>
                  <a:lnTo>
                    <a:pt x="267" y="165"/>
                  </a:lnTo>
                  <a:lnTo>
                    <a:pt x="265" y="176"/>
                  </a:lnTo>
                  <a:lnTo>
                    <a:pt x="263" y="187"/>
                  </a:lnTo>
                  <a:lnTo>
                    <a:pt x="258" y="198"/>
                  </a:lnTo>
                  <a:lnTo>
                    <a:pt x="254" y="208"/>
                  </a:lnTo>
                  <a:lnTo>
                    <a:pt x="248" y="217"/>
                  </a:lnTo>
                  <a:lnTo>
                    <a:pt x="242" y="226"/>
                  </a:lnTo>
                  <a:lnTo>
                    <a:pt x="234" y="235"/>
                  </a:lnTo>
                  <a:lnTo>
                    <a:pt x="226" y="242"/>
                  </a:lnTo>
                  <a:lnTo>
                    <a:pt x="217" y="249"/>
                  </a:lnTo>
                  <a:lnTo>
                    <a:pt x="208" y="254"/>
                  </a:lnTo>
                  <a:lnTo>
                    <a:pt x="198" y="260"/>
                  </a:lnTo>
                  <a:lnTo>
                    <a:pt x="187" y="263"/>
                  </a:lnTo>
                  <a:lnTo>
                    <a:pt x="176" y="266"/>
                  </a:lnTo>
                  <a:lnTo>
                    <a:pt x="165" y="268"/>
                  </a:lnTo>
                  <a:lnTo>
                    <a:pt x="152" y="269"/>
                  </a:lnTo>
                  <a:lnTo>
                    <a:pt x="152" y="269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37" y="1"/>
                  </a:lnTo>
                  <a:lnTo>
                    <a:pt x="122" y="4"/>
                  </a:lnTo>
                  <a:lnTo>
                    <a:pt x="108" y="8"/>
                  </a:lnTo>
                  <a:lnTo>
                    <a:pt x="93" y="13"/>
                  </a:lnTo>
                  <a:lnTo>
                    <a:pt x="80" y="19"/>
                  </a:lnTo>
                  <a:lnTo>
                    <a:pt x="67" y="27"/>
                  </a:lnTo>
                  <a:lnTo>
                    <a:pt x="56" y="36"/>
                  </a:lnTo>
                  <a:lnTo>
                    <a:pt x="45" y="45"/>
                  </a:lnTo>
                  <a:lnTo>
                    <a:pt x="35" y="56"/>
                  </a:lnTo>
                  <a:lnTo>
                    <a:pt x="26" y="69"/>
                  </a:lnTo>
                  <a:lnTo>
                    <a:pt x="19" y="81"/>
                  </a:lnTo>
                  <a:lnTo>
                    <a:pt x="13" y="94"/>
                  </a:lnTo>
                  <a:lnTo>
                    <a:pt x="7" y="108"/>
                  </a:lnTo>
                  <a:lnTo>
                    <a:pt x="4" y="122"/>
                  </a:lnTo>
                  <a:lnTo>
                    <a:pt x="1" y="138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1" y="169"/>
                  </a:lnTo>
                  <a:lnTo>
                    <a:pt x="4" y="184"/>
                  </a:lnTo>
                  <a:lnTo>
                    <a:pt x="7" y="198"/>
                  </a:lnTo>
                  <a:lnTo>
                    <a:pt x="13" y="213"/>
                  </a:lnTo>
                  <a:lnTo>
                    <a:pt x="19" y="226"/>
                  </a:lnTo>
                  <a:lnTo>
                    <a:pt x="26" y="238"/>
                  </a:lnTo>
                  <a:lnTo>
                    <a:pt x="35" y="250"/>
                  </a:lnTo>
                  <a:lnTo>
                    <a:pt x="45" y="261"/>
                  </a:lnTo>
                  <a:lnTo>
                    <a:pt x="56" y="271"/>
                  </a:lnTo>
                  <a:lnTo>
                    <a:pt x="67" y="280"/>
                  </a:lnTo>
                  <a:lnTo>
                    <a:pt x="80" y="287"/>
                  </a:lnTo>
                  <a:lnTo>
                    <a:pt x="93" y="293"/>
                  </a:lnTo>
                  <a:lnTo>
                    <a:pt x="108" y="299"/>
                  </a:lnTo>
                  <a:lnTo>
                    <a:pt x="122" y="302"/>
                  </a:lnTo>
                  <a:lnTo>
                    <a:pt x="137" y="304"/>
                  </a:lnTo>
                  <a:lnTo>
                    <a:pt x="152" y="306"/>
                  </a:lnTo>
                  <a:lnTo>
                    <a:pt x="152" y="306"/>
                  </a:lnTo>
                  <a:lnTo>
                    <a:pt x="168" y="304"/>
                  </a:lnTo>
                  <a:lnTo>
                    <a:pt x="184" y="302"/>
                  </a:lnTo>
                  <a:lnTo>
                    <a:pt x="198" y="299"/>
                  </a:lnTo>
                  <a:lnTo>
                    <a:pt x="212" y="293"/>
                  </a:lnTo>
                  <a:lnTo>
                    <a:pt x="225" y="287"/>
                  </a:lnTo>
                  <a:lnTo>
                    <a:pt x="238" y="280"/>
                  </a:lnTo>
                  <a:lnTo>
                    <a:pt x="250" y="271"/>
                  </a:lnTo>
                  <a:lnTo>
                    <a:pt x="261" y="261"/>
                  </a:lnTo>
                  <a:lnTo>
                    <a:pt x="271" y="250"/>
                  </a:lnTo>
                  <a:lnTo>
                    <a:pt x="279" y="238"/>
                  </a:lnTo>
                  <a:lnTo>
                    <a:pt x="286" y="226"/>
                  </a:lnTo>
                  <a:lnTo>
                    <a:pt x="293" y="213"/>
                  </a:lnTo>
                  <a:lnTo>
                    <a:pt x="298" y="198"/>
                  </a:lnTo>
                  <a:lnTo>
                    <a:pt x="302" y="184"/>
                  </a:lnTo>
                  <a:lnTo>
                    <a:pt x="304" y="169"/>
                  </a:lnTo>
                  <a:lnTo>
                    <a:pt x="305" y="153"/>
                  </a:lnTo>
                  <a:lnTo>
                    <a:pt x="305" y="153"/>
                  </a:lnTo>
                  <a:lnTo>
                    <a:pt x="304" y="138"/>
                  </a:lnTo>
                  <a:lnTo>
                    <a:pt x="302" y="122"/>
                  </a:lnTo>
                  <a:lnTo>
                    <a:pt x="298" y="108"/>
                  </a:lnTo>
                  <a:lnTo>
                    <a:pt x="293" y="94"/>
                  </a:lnTo>
                  <a:lnTo>
                    <a:pt x="286" y="81"/>
                  </a:lnTo>
                  <a:lnTo>
                    <a:pt x="279" y="69"/>
                  </a:lnTo>
                  <a:lnTo>
                    <a:pt x="271" y="56"/>
                  </a:lnTo>
                  <a:lnTo>
                    <a:pt x="261" y="45"/>
                  </a:lnTo>
                  <a:lnTo>
                    <a:pt x="250" y="36"/>
                  </a:lnTo>
                  <a:lnTo>
                    <a:pt x="238" y="27"/>
                  </a:lnTo>
                  <a:lnTo>
                    <a:pt x="225" y="19"/>
                  </a:lnTo>
                  <a:lnTo>
                    <a:pt x="212" y="13"/>
                  </a:lnTo>
                  <a:lnTo>
                    <a:pt x="198" y="8"/>
                  </a:lnTo>
                  <a:lnTo>
                    <a:pt x="184" y="4"/>
                  </a:lnTo>
                  <a:lnTo>
                    <a:pt x="168" y="1"/>
                  </a:lnTo>
                  <a:lnTo>
                    <a:pt x="152" y="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0240" bIns="302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81" name="Freeform 123"/>
            <p:cNvSpPr/>
            <p:nvPr/>
          </p:nvSpPr>
          <p:spPr>
            <a:xfrm>
              <a:off x="7212960" y="2765880"/>
              <a:ext cx="26640" cy="266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26640"/>
                <a:gd name="textAreaBottom" fmla="*/ 27000 h 26640"/>
              </a:gdLst>
              <a:ahLst/>
              <a:rect l="textAreaLeft" t="textAreaTop" r="textAreaRight" b="textAreaBottom"/>
              <a:pathLst>
                <a:path w="133" h="133">
                  <a:moveTo>
                    <a:pt x="66" y="95"/>
                  </a:moveTo>
                  <a:lnTo>
                    <a:pt x="66" y="95"/>
                  </a:lnTo>
                  <a:lnTo>
                    <a:pt x="61" y="95"/>
                  </a:lnTo>
                  <a:lnTo>
                    <a:pt x="55" y="93"/>
                  </a:lnTo>
                  <a:lnTo>
                    <a:pt x="51" y="91"/>
                  </a:lnTo>
                  <a:lnTo>
                    <a:pt x="46" y="88"/>
                  </a:lnTo>
                  <a:lnTo>
                    <a:pt x="43" y="83"/>
                  </a:lnTo>
                  <a:lnTo>
                    <a:pt x="41" y="79"/>
                  </a:lnTo>
                  <a:lnTo>
                    <a:pt x="38" y="73"/>
                  </a:lnTo>
                  <a:lnTo>
                    <a:pt x="38" y="67"/>
                  </a:lnTo>
                  <a:lnTo>
                    <a:pt x="38" y="67"/>
                  </a:lnTo>
                  <a:lnTo>
                    <a:pt x="38" y="62"/>
                  </a:lnTo>
                  <a:lnTo>
                    <a:pt x="41" y="56"/>
                  </a:lnTo>
                  <a:lnTo>
                    <a:pt x="43" y="51"/>
                  </a:lnTo>
                  <a:lnTo>
                    <a:pt x="46" y="47"/>
                  </a:lnTo>
                  <a:lnTo>
                    <a:pt x="51" y="43"/>
                  </a:lnTo>
                  <a:lnTo>
                    <a:pt x="55" y="41"/>
                  </a:lnTo>
                  <a:lnTo>
                    <a:pt x="61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73" y="40"/>
                  </a:lnTo>
                  <a:lnTo>
                    <a:pt x="77" y="41"/>
                  </a:lnTo>
                  <a:lnTo>
                    <a:pt x="83" y="43"/>
                  </a:lnTo>
                  <a:lnTo>
                    <a:pt x="88" y="47"/>
                  </a:lnTo>
                  <a:lnTo>
                    <a:pt x="91" y="51"/>
                  </a:lnTo>
                  <a:lnTo>
                    <a:pt x="93" y="56"/>
                  </a:lnTo>
                  <a:lnTo>
                    <a:pt x="95" y="62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95" y="73"/>
                  </a:lnTo>
                  <a:lnTo>
                    <a:pt x="93" y="79"/>
                  </a:lnTo>
                  <a:lnTo>
                    <a:pt x="91" y="83"/>
                  </a:lnTo>
                  <a:lnTo>
                    <a:pt x="88" y="88"/>
                  </a:lnTo>
                  <a:lnTo>
                    <a:pt x="83" y="91"/>
                  </a:lnTo>
                  <a:lnTo>
                    <a:pt x="77" y="93"/>
                  </a:lnTo>
                  <a:lnTo>
                    <a:pt x="73" y="95"/>
                  </a:lnTo>
                  <a:lnTo>
                    <a:pt x="66" y="95"/>
                  </a:lnTo>
                  <a:lnTo>
                    <a:pt x="66" y="95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60" y="2"/>
                  </a:lnTo>
                  <a:lnTo>
                    <a:pt x="53" y="3"/>
                  </a:lnTo>
                  <a:lnTo>
                    <a:pt x="41" y="6"/>
                  </a:lnTo>
                  <a:lnTo>
                    <a:pt x="29" y="12"/>
                  </a:lnTo>
                  <a:lnTo>
                    <a:pt x="19" y="21"/>
                  </a:lnTo>
                  <a:lnTo>
                    <a:pt x="12" y="29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2" y="81"/>
                  </a:lnTo>
                  <a:lnTo>
                    <a:pt x="6" y="93"/>
                  </a:lnTo>
                  <a:lnTo>
                    <a:pt x="12" y="104"/>
                  </a:lnTo>
                  <a:lnTo>
                    <a:pt x="19" y="114"/>
                  </a:lnTo>
                  <a:lnTo>
                    <a:pt x="29" y="122"/>
                  </a:lnTo>
                  <a:lnTo>
                    <a:pt x="41" y="128"/>
                  </a:lnTo>
                  <a:lnTo>
                    <a:pt x="53" y="132"/>
                  </a:lnTo>
                  <a:lnTo>
                    <a:pt x="60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73" y="133"/>
                  </a:lnTo>
                  <a:lnTo>
                    <a:pt x="80" y="132"/>
                  </a:lnTo>
                  <a:lnTo>
                    <a:pt x="93" y="128"/>
                  </a:lnTo>
                  <a:lnTo>
                    <a:pt x="104" y="122"/>
                  </a:lnTo>
                  <a:lnTo>
                    <a:pt x="113" y="114"/>
                  </a:lnTo>
                  <a:lnTo>
                    <a:pt x="122" y="104"/>
                  </a:lnTo>
                  <a:lnTo>
                    <a:pt x="128" y="93"/>
                  </a:lnTo>
                  <a:lnTo>
                    <a:pt x="132" y="81"/>
                  </a:lnTo>
                  <a:lnTo>
                    <a:pt x="132" y="74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32" y="61"/>
                  </a:lnTo>
                  <a:lnTo>
                    <a:pt x="132" y="54"/>
                  </a:lnTo>
                  <a:lnTo>
                    <a:pt x="128" y="42"/>
                  </a:lnTo>
                  <a:lnTo>
                    <a:pt x="122" y="29"/>
                  </a:lnTo>
                  <a:lnTo>
                    <a:pt x="113" y="21"/>
                  </a:lnTo>
                  <a:lnTo>
                    <a:pt x="104" y="12"/>
                  </a:lnTo>
                  <a:lnTo>
                    <a:pt x="93" y="6"/>
                  </a:lnTo>
                  <a:lnTo>
                    <a:pt x="80" y="3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3320" bIns="1332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82" name="Freeform 124"/>
            <p:cNvSpPr/>
            <p:nvPr/>
          </p:nvSpPr>
          <p:spPr>
            <a:xfrm>
              <a:off x="7242840" y="2748960"/>
              <a:ext cx="86400" cy="3276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32760"/>
                <a:gd name="textAreaBottom" fmla="*/ 33120 h 32760"/>
              </a:gdLst>
              <a:ahLst/>
              <a:rect l="textAreaLeft" t="textAreaTop" r="textAreaRight" b="textAreaBottom"/>
              <a:pathLst>
                <a:path w="437" h="165">
                  <a:moveTo>
                    <a:pt x="344" y="165"/>
                  </a:moveTo>
                  <a:lnTo>
                    <a:pt x="344" y="165"/>
                  </a:lnTo>
                  <a:lnTo>
                    <a:pt x="344" y="153"/>
                  </a:lnTo>
                  <a:lnTo>
                    <a:pt x="344" y="153"/>
                  </a:lnTo>
                  <a:lnTo>
                    <a:pt x="344" y="141"/>
                  </a:lnTo>
                  <a:lnTo>
                    <a:pt x="345" y="129"/>
                  </a:lnTo>
                  <a:lnTo>
                    <a:pt x="347" y="117"/>
                  </a:lnTo>
                  <a:lnTo>
                    <a:pt x="350" y="105"/>
                  </a:lnTo>
                  <a:lnTo>
                    <a:pt x="354" y="94"/>
                  </a:lnTo>
                  <a:lnTo>
                    <a:pt x="358" y="83"/>
                  </a:lnTo>
                  <a:lnTo>
                    <a:pt x="364" y="73"/>
                  </a:lnTo>
                  <a:lnTo>
                    <a:pt x="369" y="63"/>
                  </a:lnTo>
                  <a:lnTo>
                    <a:pt x="376" y="53"/>
                  </a:lnTo>
                  <a:lnTo>
                    <a:pt x="383" y="44"/>
                  </a:lnTo>
                  <a:lnTo>
                    <a:pt x="391" y="35"/>
                  </a:lnTo>
                  <a:lnTo>
                    <a:pt x="399" y="27"/>
                  </a:lnTo>
                  <a:lnTo>
                    <a:pt x="407" y="19"/>
                  </a:lnTo>
                  <a:lnTo>
                    <a:pt x="416" y="13"/>
                  </a:lnTo>
                  <a:lnTo>
                    <a:pt x="426" y="6"/>
                  </a:lnTo>
                  <a:lnTo>
                    <a:pt x="437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0" y="6"/>
                  </a:lnTo>
                  <a:lnTo>
                    <a:pt x="20" y="13"/>
                  </a:lnTo>
                  <a:lnTo>
                    <a:pt x="29" y="19"/>
                  </a:lnTo>
                  <a:lnTo>
                    <a:pt x="38" y="27"/>
                  </a:lnTo>
                  <a:lnTo>
                    <a:pt x="47" y="35"/>
                  </a:lnTo>
                  <a:lnTo>
                    <a:pt x="53" y="44"/>
                  </a:lnTo>
                  <a:lnTo>
                    <a:pt x="61" y="53"/>
                  </a:lnTo>
                  <a:lnTo>
                    <a:pt x="68" y="63"/>
                  </a:lnTo>
                  <a:lnTo>
                    <a:pt x="73" y="73"/>
                  </a:lnTo>
                  <a:lnTo>
                    <a:pt x="78" y="83"/>
                  </a:lnTo>
                  <a:lnTo>
                    <a:pt x="82" y="94"/>
                  </a:lnTo>
                  <a:lnTo>
                    <a:pt x="87" y="105"/>
                  </a:lnTo>
                  <a:lnTo>
                    <a:pt x="89" y="117"/>
                  </a:lnTo>
                  <a:lnTo>
                    <a:pt x="91" y="129"/>
                  </a:lnTo>
                  <a:lnTo>
                    <a:pt x="92" y="141"/>
                  </a:lnTo>
                  <a:lnTo>
                    <a:pt x="94" y="153"/>
                  </a:lnTo>
                  <a:lnTo>
                    <a:pt x="94" y="153"/>
                  </a:lnTo>
                  <a:lnTo>
                    <a:pt x="92" y="165"/>
                  </a:lnTo>
                  <a:lnTo>
                    <a:pt x="344" y="165"/>
                  </a:lnTo>
                  <a:lnTo>
                    <a:pt x="344" y="16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83" name="Freeform 125"/>
            <p:cNvSpPr/>
            <p:nvPr/>
          </p:nvSpPr>
          <p:spPr>
            <a:xfrm>
              <a:off x="7362000" y="2748960"/>
              <a:ext cx="59760" cy="32760"/>
            </a:xfrm>
            <a:custGeom>
              <a:avLst/>
              <a:gdLst>
                <a:gd name="textAreaLeft" fmla="*/ 0 w 59760"/>
                <a:gd name="textAreaRight" fmla="*/ 60120 w 59760"/>
                <a:gd name="textAreaTop" fmla="*/ 0 h 32760"/>
                <a:gd name="textAreaBottom" fmla="*/ 33120 h 32760"/>
              </a:gdLst>
              <a:ahLst/>
              <a:rect l="textAreaLeft" t="textAreaTop" r="textAreaRight" b="textAreaBottom"/>
              <a:pathLst>
                <a:path w="302" h="165">
                  <a:moveTo>
                    <a:pt x="29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0" y="6"/>
                  </a:lnTo>
                  <a:lnTo>
                    <a:pt x="20" y="13"/>
                  </a:lnTo>
                  <a:lnTo>
                    <a:pt x="29" y="19"/>
                  </a:lnTo>
                  <a:lnTo>
                    <a:pt x="38" y="27"/>
                  </a:lnTo>
                  <a:lnTo>
                    <a:pt x="46" y="35"/>
                  </a:lnTo>
                  <a:lnTo>
                    <a:pt x="54" y="44"/>
                  </a:lnTo>
                  <a:lnTo>
                    <a:pt x="61" y="53"/>
                  </a:lnTo>
                  <a:lnTo>
                    <a:pt x="67" y="63"/>
                  </a:lnTo>
                  <a:lnTo>
                    <a:pt x="73" y="73"/>
                  </a:lnTo>
                  <a:lnTo>
                    <a:pt x="78" y="83"/>
                  </a:lnTo>
                  <a:lnTo>
                    <a:pt x="83" y="94"/>
                  </a:lnTo>
                  <a:lnTo>
                    <a:pt x="86" y="105"/>
                  </a:lnTo>
                  <a:lnTo>
                    <a:pt x="90" y="117"/>
                  </a:lnTo>
                  <a:lnTo>
                    <a:pt x="92" y="129"/>
                  </a:lnTo>
                  <a:lnTo>
                    <a:pt x="93" y="141"/>
                  </a:lnTo>
                  <a:lnTo>
                    <a:pt x="93" y="153"/>
                  </a:lnTo>
                  <a:lnTo>
                    <a:pt x="93" y="153"/>
                  </a:lnTo>
                  <a:lnTo>
                    <a:pt x="93" y="165"/>
                  </a:lnTo>
                  <a:lnTo>
                    <a:pt x="292" y="165"/>
                  </a:lnTo>
                  <a:lnTo>
                    <a:pt x="292" y="165"/>
                  </a:lnTo>
                  <a:lnTo>
                    <a:pt x="295" y="164"/>
                  </a:lnTo>
                  <a:lnTo>
                    <a:pt x="299" y="161"/>
                  </a:lnTo>
                  <a:lnTo>
                    <a:pt x="301" y="158"/>
                  </a:lnTo>
                  <a:lnTo>
                    <a:pt x="302" y="155"/>
                  </a:lnTo>
                  <a:lnTo>
                    <a:pt x="302" y="10"/>
                  </a:lnTo>
                  <a:lnTo>
                    <a:pt x="302" y="10"/>
                  </a:lnTo>
                  <a:lnTo>
                    <a:pt x="301" y="6"/>
                  </a:lnTo>
                  <a:lnTo>
                    <a:pt x="299" y="3"/>
                  </a:lnTo>
                  <a:lnTo>
                    <a:pt x="295" y="0"/>
                  </a:lnTo>
                  <a:lnTo>
                    <a:pt x="292" y="0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84" name="Freeform 126"/>
            <p:cNvSpPr/>
            <p:nvPr/>
          </p:nvSpPr>
          <p:spPr>
            <a:xfrm>
              <a:off x="7314840" y="2748960"/>
              <a:ext cx="60480" cy="60480"/>
            </a:xfrm>
            <a:custGeom>
              <a:avLst/>
              <a:gdLst>
                <a:gd name="textAreaLeft" fmla="*/ 0 w 60480"/>
                <a:gd name="textAreaRight" fmla="*/ 60840 w 60480"/>
                <a:gd name="textAreaTop" fmla="*/ 0 h 60480"/>
                <a:gd name="textAreaBottom" fmla="*/ 60840 h 60480"/>
              </a:gdLst>
              <a:ahLst/>
              <a:rect l="textAreaLeft" t="textAreaTop" r="textAreaRight" b="textAreaBottom"/>
              <a:pathLst>
                <a:path w="304" h="306">
                  <a:moveTo>
                    <a:pt x="152" y="269"/>
                  </a:moveTo>
                  <a:lnTo>
                    <a:pt x="152" y="269"/>
                  </a:lnTo>
                  <a:lnTo>
                    <a:pt x="141" y="268"/>
                  </a:lnTo>
                  <a:lnTo>
                    <a:pt x="128" y="266"/>
                  </a:lnTo>
                  <a:lnTo>
                    <a:pt x="117" y="263"/>
                  </a:lnTo>
                  <a:lnTo>
                    <a:pt x="107" y="260"/>
                  </a:lnTo>
                  <a:lnTo>
                    <a:pt x="97" y="254"/>
                  </a:lnTo>
                  <a:lnTo>
                    <a:pt x="87" y="249"/>
                  </a:lnTo>
                  <a:lnTo>
                    <a:pt x="79" y="242"/>
                  </a:lnTo>
                  <a:lnTo>
                    <a:pt x="70" y="235"/>
                  </a:lnTo>
                  <a:lnTo>
                    <a:pt x="64" y="226"/>
                  </a:lnTo>
                  <a:lnTo>
                    <a:pt x="57" y="217"/>
                  </a:lnTo>
                  <a:lnTo>
                    <a:pt x="50" y="208"/>
                  </a:lnTo>
                  <a:lnTo>
                    <a:pt x="46" y="198"/>
                  </a:lnTo>
                  <a:lnTo>
                    <a:pt x="42" y="187"/>
                  </a:lnTo>
                  <a:lnTo>
                    <a:pt x="39" y="176"/>
                  </a:lnTo>
                  <a:lnTo>
                    <a:pt x="38" y="16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8" y="141"/>
                  </a:lnTo>
                  <a:lnTo>
                    <a:pt x="39" y="130"/>
                  </a:lnTo>
                  <a:lnTo>
                    <a:pt x="42" y="119"/>
                  </a:lnTo>
                  <a:lnTo>
                    <a:pt x="46" y="109"/>
                  </a:lnTo>
                  <a:lnTo>
                    <a:pt x="50" y="99"/>
                  </a:lnTo>
                  <a:lnTo>
                    <a:pt x="57" y="89"/>
                  </a:lnTo>
                  <a:lnTo>
                    <a:pt x="64" y="80"/>
                  </a:lnTo>
                  <a:lnTo>
                    <a:pt x="70" y="72"/>
                  </a:lnTo>
                  <a:lnTo>
                    <a:pt x="79" y="64"/>
                  </a:lnTo>
                  <a:lnTo>
                    <a:pt x="87" y="57"/>
                  </a:lnTo>
                  <a:lnTo>
                    <a:pt x="97" y="52"/>
                  </a:lnTo>
                  <a:lnTo>
                    <a:pt x="107" y="47"/>
                  </a:lnTo>
                  <a:lnTo>
                    <a:pt x="117" y="43"/>
                  </a:lnTo>
                  <a:lnTo>
                    <a:pt x="128" y="41"/>
                  </a:lnTo>
                  <a:lnTo>
                    <a:pt x="141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64" y="38"/>
                  </a:lnTo>
                  <a:lnTo>
                    <a:pt x="175" y="41"/>
                  </a:lnTo>
                  <a:lnTo>
                    <a:pt x="186" y="43"/>
                  </a:lnTo>
                  <a:lnTo>
                    <a:pt x="197" y="47"/>
                  </a:lnTo>
                  <a:lnTo>
                    <a:pt x="207" y="52"/>
                  </a:lnTo>
                  <a:lnTo>
                    <a:pt x="217" y="57"/>
                  </a:lnTo>
                  <a:lnTo>
                    <a:pt x="226" y="64"/>
                  </a:lnTo>
                  <a:lnTo>
                    <a:pt x="233" y="72"/>
                  </a:lnTo>
                  <a:lnTo>
                    <a:pt x="241" y="80"/>
                  </a:lnTo>
                  <a:lnTo>
                    <a:pt x="248" y="89"/>
                  </a:lnTo>
                  <a:lnTo>
                    <a:pt x="254" y="99"/>
                  </a:lnTo>
                  <a:lnTo>
                    <a:pt x="258" y="109"/>
                  </a:lnTo>
                  <a:lnTo>
                    <a:pt x="262" y="119"/>
                  </a:lnTo>
                  <a:lnTo>
                    <a:pt x="265" y="130"/>
                  </a:lnTo>
                  <a:lnTo>
                    <a:pt x="267" y="141"/>
                  </a:lnTo>
                  <a:lnTo>
                    <a:pt x="267" y="153"/>
                  </a:lnTo>
                  <a:lnTo>
                    <a:pt x="267" y="153"/>
                  </a:lnTo>
                  <a:lnTo>
                    <a:pt x="267" y="165"/>
                  </a:lnTo>
                  <a:lnTo>
                    <a:pt x="265" y="176"/>
                  </a:lnTo>
                  <a:lnTo>
                    <a:pt x="262" y="187"/>
                  </a:lnTo>
                  <a:lnTo>
                    <a:pt x="258" y="198"/>
                  </a:lnTo>
                  <a:lnTo>
                    <a:pt x="254" y="208"/>
                  </a:lnTo>
                  <a:lnTo>
                    <a:pt x="248" y="217"/>
                  </a:lnTo>
                  <a:lnTo>
                    <a:pt x="241" y="226"/>
                  </a:lnTo>
                  <a:lnTo>
                    <a:pt x="233" y="235"/>
                  </a:lnTo>
                  <a:lnTo>
                    <a:pt x="226" y="242"/>
                  </a:lnTo>
                  <a:lnTo>
                    <a:pt x="217" y="249"/>
                  </a:lnTo>
                  <a:lnTo>
                    <a:pt x="207" y="254"/>
                  </a:lnTo>
                  <a:lnTo>
                    <a:pt x="197" y="260"/>
                  </a:lnTo>
                  <a:lnTo>
                    <a:pt x="186" y="263"/>
                  </a:lnTo>
                  <a:lnTo>
                    <a:pt x="175" y="266"/>
                  </a:lnTo>
                  <a:lnTo>
                    <a:pt x="164" y="268"/>
                  </a:lnTo>
                  <a:lnTo>
                    <a:pt x="152" y="269"/>
                  </a:lnTo>
                  <a:lnTo>
                    <a:pt x="152" y="269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36" y="1"/>
                  </a:lnTo>
                  <a:lnTo>
                    <a:pt x="122" y="4"/>
                  </a:lnTo>
                  <a:lnTo>
                    <a:pt x="107" y="8"/>
                  </a:lnTo>
                  <a:lnTo>
                    <a:pt x="93" y="13"/>
                  </a:lnTo>
                  <a:lnTo>
                    <a:pt x="79" y="19"/>
                  </a:lnTo>
                  <a:lnTo>
                    <a:pt x="67" y="27"/>
                  </a:lnTo>
                  <a:lnTo>
                    <a:pt x="55" y="36"/>
                  </a:lnTo>
                  <a:lnTo>
                    <a:pt x="45" y="45"/>
                  </a:lnTo>
                  <a:lnTo>
                    <a:pt x="35" y="56"/>
                  </a:lnTo>
                  <a:lnTo>
                    <a:pt x="26" y="69"/>
                  </a:lnTo>
                  <a:lnTo>
                    <a:pt x="18" y="81"/>
                  </a:lnTo>
                  <a:lnTo>
                    <a:pt x="12" y="94"/>
                  </a:lnTo>
                  <a:lnTo>
                    <a:pt x="7" y="108"/>
                  </a:lnTo>
                  <a:lnTo>
                    <a:pt x="3" y="122"/>
                  </a:lnTo>
                  <a:lnTo>
                    <a:pt x="1" y="138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1" y="169"/>
                  </a:lnTo>
                  <a:lnTo>
                    <a:pt x="3" y="184"/>
                  </a:lnTo>
                  <a:lnTo>
                    <a:pt x="7" y="198"/>
                  </a:lnTo>
                  <a:lnTo>
                    <a:pt x="12" y="213"/>
                  </a:lnTo>
                  <a:lnTo>
                    <a:pt x="18" y="226"/>
                  </a:lnTo>
                  <a:lnTo>
                    <a:pt x="26" y="238"/>
                  </a:lnTo>
                  <a:lnTo>
                    <a:pt x="35" y="250"/>
                  </a:lnTo>
                  <a:lnTo>
                    <a:pt x="45" y="261"/>
                  </a:lnTo>
                  <a:lnTo>
                    <a:pt x="55" y="271"/>
                  </a:lnTo>
                  <a:lnTo>
                    <a:pt x="67" y="280"/>
                  </a:lnTo>
                  <a:lnTo>
                    <a:pt x="79" y="287"/>
                  </a:lnTo>
                  <a:lnTo>
                    <a:pt x="93" y="293"/>
                  </a:lnTo>
                  <a:lnTo>
                    <a:pt x="107" y="299"/>
                  </a:lnTo>
                  <a:lnTo>
                    <a:pt x="122" y="302"/>
                  </a:lnTo>
                  <a:lnTo>
                    <a:pt x="136" y="304"/>
                  </a:lnTo>
                  <a:lnTo>
                    <a:pt x="152" y="306"/>
                  </a:lnTo>
                  <a:lnTo>
                    <a:pt x="152" y="306"/>
                  </a:lnTo>
                  <a:lnTo>
                    <a:pt x="167" y="304"/>
                  </a:lnTo>
                  <a:lnTo>
                    <a:pt x="183" y="302"/>
                  </a:lnTo>
                  <a:lnTo>
                    <a:pt x="198" y="299"/>
                  </a:lnTo>
                  <a:lnTo>
                    <a:pt x="211" y="293"/>
                  </a:lnTo>
                  <a:lnTo>
                    <a:pt x="224" y="287"/>
                  </a:lnTo>
                  <a:lnTo>
                    <a:pt x="237" y="280"/>
                  </a:lnTo>
                  <a:lnTo>
                    <a:pt x="249" y="271"/>
                  </a:lnTo>
                  <a:lnTo>
                    <a:pt x="259" y="261"/>
                  </a:lnTo>
                  <a:lnTo>
                    <a:pt x="269" y="250"/>
                  </a:lnTo>
                  <a:lnTo>
                    <a:pt x="278" y="238"/>
                  </a:lnTo>
                  <a:lnTo>
                    <a:pt x="286" y="226"/>
                  </a:lnTo>
                  <a:lnTo>
                    <a:pt x="293" y="213"/>
                  </a:lnTo>
                  <a:lnTo>
                    <a:pt x="297" y="198"/>
                  </a:lnTo>
                  <a:lnTo>
                    <a:pt x="302" y="184"/>
                  </a:lnTo>
                  <a:lnTo>
                    <a:pt x="304" y="169"/>
                  </a:lnTo>
                  <a:lnTo>
                    <a:pt x="304" y="153"/>
                  </a:lnTo>
                  <a:lnTo>
                    <a:pt x="304" y="153"/>
                  </a:lnTo>
                  <a:lnTo>
                    <a:pt x="304" y="138"/>
                  </a:lnTo>
                  <a:lnTo>
                    <a:pt x="302" y="122"/>
                  </a:lnTo>
                  <a:lnTo>
                    <a:pt x="297" y="108"/>
                  </a:lnTo>
                  <a:lnTo>
                    <a:pt x="293" y="94"/>
                  </a:lnTo>
                  <a:lnTo>
                    <a:pt x="286" y="81"/>
                  </a:lnTo>
                  <a:lnTo>
                    <a:pt x="278" y="69"/>
                  </a:lnTo>
                  <a:lnTo>
                    <a:pt x="269" y="56"/>
                  </a:lnTo>
                  <a:lnTo>
                    <a:pt x="259" y="45"/>
                  </a:lnTo>
                  <a:lnTo>
                    <a:pt x="249" y="36"/>
                  </a:lnTo>
                  <a:lnTo>
                    <a:pt x="237" y="27"/>
                  </a:lnTo>
                  <a:lnTo>
                    <a:pt x="224" y="19"/>
                  </a:lnTo>
                  <a:lnTo>
                    <a:pt x="211" y="13"/>
                  </a:lnTo>
                  <a:lnTo>
                    <a:pt x="198" y="8"/>
                  </a:lnTo>
                  <a:lnTo>
                    <a:pt x="183" y="4"/>
                  </a:lnTo>
                  <a:lnTo>
                    <a:pt x="167" y="1"/>
                  </a:lnTo>
                  <a:lnTo>
                    <a:pt x="152" y="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0240" bIns="302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85" name="Freeform 127"/>
            <p:cNvSpPr/>
            <p:nvPr/>
          </p:nvSpPr>
          <p:spPr>
            <a:xfrm>
              <a:off x="7332840" y="2765880"/>
              <a:ext cx="25560" cy="266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26640"/>
                <a:gd name="textAreaBottom" fmla="*/ 27000 h 26640"/>
              </a:gdLst>
              <a:ahLst/>
              <a:rect l="textAreaLeft" t="textAreaTop" r="textAreaRight" b="textAreaBottom"/>
              <a:pathLst>
                <a:path w="132" h="133">
                  <a:moveTo>
                    <a:pt x="66" y="95"/>
                  </a:moveTo>
                  <a:lnTo>
                    <a:pt x="66" y="95"/>
                  </a:lnTo>
                  <a:lnTo>
                    <a:pt x="60" y="95"/>
                  </a:lnTo>
                  <a:lnTo>
                    <a:pt x="55" y="93"/>
                  </a:lnTo>
                  <a:lnTo>
                    <a:pt x="50" y="91"/>
                  </a:lnTo>
                  <a:lnTo>
                    <a:pt x="46" y="88"/>
                  </a:lnTo>
                  <a:lnTo>
                    <a:pt x="42" y="83"/>
                  </a:lnTo>
                  <a:lnTo>
                    <a:pt x="39" y="79"/>
                  </a:lnTo>
                  <a:lnTo>
                    <a:pt x="38" y="73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8" y="62"/>
                  </a:lnTo>
                  <a:lnTo>
                    <a:pt x="39" y="56"/>
                  </a:lnTo>
                  <a:lnTo>
                    <a:pt x="42" y="51"/>
                  </a:lnTo>
                  <a:lnTo>
                    <a:pt x="46" y="47"/>
                  </a:lnTo>
                  <a:lnTo>
                    <a:pt x="50" y="43"/>
                  </a:lnTo>
                  <a:lnTo>
                    <a:pt x="55" y="41"/>
                  </a:lnTo>
                  <a:lnTo>
                    <a:pt x="60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71" y="40"/>
                  </a:lnTo>
                  <a:lnTo>
                    <a:pt x="77" y="41"/>
                  </a:lnTo>
                  <a:lnTo>
                    <a:pt x="81" y="43"/>
                  </a:lnTo>
                  <a:lnTo>
                    <a:pt x="86" y="47"/>
                  </a:lnTo>
                  <a:lnTo>
                    <a:pt x="89" y="51"/>
                  </a:lnTo>
                  <a:lnTo>
                    <a:pt x="93" y="56"/>
                  </a:lnTo>
                  <a:lnTo>
                    <a:pt x="94" y="62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94" y="73"/>
                  </a:lnTo>
                  <a:lnTo>
                    <a:pt x="93" y="79"/>
                  </a:lnTo>
                  <a:lnTo>
                    <a:pt x="89" y="83"/>
                  </a:lnTo>
                  <a:lnTo>
                    <a:pt x="86" y="88"/>
                  </a:lnTo>
                  <a:lnTo>
                    <a:pt x="81" y="91"/>
                  </a:lnTo>
                  <a:lnTo>
                    <a:pt x="77" y="93"/>
                  </a:lnTo>
                  <a:lnTo>
                    <a:pt x="71" y="95"/>
                  </a:lnTo>
                  <a:lnTo>
                    <a:pt x="66" y="95"/>
                  </a:lnTo>
                  <a:lnTo>
                    <a:pt x="66" y="95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59" y="2"/>
                  </a:lnTo>
                  <a:lnTo>
                    <a:pt x="52" y="3"/>
                  </a:lnTo>
                  <a:lnTo>
                    <a:pt x="40" y="6"/>
                  </a:lnTo>
                  <a:lnTo>
                    <a:pt x="29" y="12"/>
                  </a:lnTo>
                  <a:lnTo>
                    <a:pt x="19" y="21"/>
                  </a:lnTo>
                  <a:lnTo>
                    <a:pt x="11" y="29"/>
                  </a:lnTo>
                  <a:lnTo>
                    <a:pt x="4" y="42"/>
                  </a:lnTo>
                  <a:lnTo>
                    <a:pt x="1" y="54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1" y="81"/>
                  </a:lnTo>
                  <a:lnTo>
                    <a:pt x="4" y="93"/>
                  </a:lnTo>
                  <a:lnTo>
                    <a:pt x="11" y="104"/>
                  </a:lnTo>
                  <a:lnTo>
                    <a:pt x="19" y="114"/>
                  </a:lnTo>
                  <a:lnTo>
                    <a:pt x="29" y="122"/>
                  </a:lnTo>
                  <a:lnTo>
                    <a:pt x="40" y="128"/>
                  </a:lnTo>
                  <a:lnTo>
                    <a:pt x="52" y="132"/>
                  </a:lnTo>
                  <a:lnTo>
                    <a:pt x="59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73" y="133"/>
                  </a:lnTo>
                  <a:lnTo>
                    <a:pt x="79" y="132"/>
                  </a:lnTo>
                  <a:lnTo>
                    <a:pt x="92" y="128"/>
                  </a:lnTo>
                  <a:lnTo>
                    <a:pt x="103" y="122"/>
                  </a:lnTo>
                  <a:lnTo>
                    <a:pt x="113" y="114"/>
                  </a:lnTo>
                  <a:lnTo>
                    <a:pt x="121" y="104"/>
                  </a:lnTo>
                  <a:lnTo>
                    <a:pt x="127" y="93"/>
                  </a:lnTo>
                  <a:lnTo>
                    <a:pt x="131" y="81"/>
                  </a:lnTo>
                  <a:lnTo>
                    <a:pt x="132" y="74"/>
                  </a:lnTo>
                  <a:lnTo>
                    <a:pt x="132" y="67"/>
                  </a:lnTo>
                  <a:lnTo>
                    <a:pt x="132" y="67"/>
                  </a:lnTo>
                  <a:lnTo>
                    <a:pt x="132" y="61"/>
                  </a:lnTo>
                  <a:lnTo>
                    <a:pt x="131" y="54"/>
                  </a:lnTo>
                  <a:lnTo>
                    <a:pt x="127" y="42"/>
                  </a:lnTo>
                  <a:lnTo>
                    <a:pt x="121" y="29"/>
                  </a:lnTo>
                  <a:lnTo>
                    <a:pt x="113" y="21"/>
                  </a:lnTo>
                  <a:lnTo>
                    <a:pt x="103" y="12"/>
                  </a:lnTo>
                  <a:lnTo>
                    <a:pt x="92" y="6"/>
                  </a:lnTo>
                  <a:lnTo>
                    <a:pt x="79" y="3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3320" bIns="1332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86" name="Freeform 128"/>
            <p:cNvSpPr/>
            <p:nvPr/>
          </p:nvSpPr>
          <p:spPr>
            <a:xfrm>
              <a:off x="7260840" y="2786760"/>
              <a:ext cx="50760" cy="17640"/>
            </a:xfrm>
            <a:custGeom>
              <a:avLst/>
              <a:gdLst>
                <a:gd name="textAreaLeft" fmla="*/ 0 w 50760"/>
                <a:gd name="textAreaRight" fmla="*/ 51120 w 50760"/>
                <a:gd name="textAreaTop" fmla="*/ 0 h 17640"/>
                <a:gd name="textAreaBottom" fmla="*/ 18000 h 17640"/>
              </a:gdLst>
              <a:ahLst/>
              <a:rect l="textAreaLeft" t="textAreaTop" r="textAreaRight" b="textAreaBottom"/>
              <a:pathLst>
                <a:path w="256" h="92">
                  <a:moveTo>
                    <a:pt x="0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0" y="19"/>
                  </a:lnTo>
                  <a:lnTo>
                    <a:pt x="1" y="27"/>
                  </a:lnTo>
                  <a:lnTo>
                    <a:pt x="4" y="35"/>
                  </a:lnTo>
                  <a:lnTo>
                    <a:pt x="6" y="43"/>
                  </a:lnTo>
                  <a:lnTo>
                    <a:pt x="9" y="49"/>
                  </a:lnTo>
                  <a:lnTo>
                    <a:pt x="14" y="56"/>
                  </a:lnTo>
                  <a:lnTo>
                    <a:pt x="18" y="63"/>
                  </a:lnTo>
                  <a:lnTo>
                    <a:pt x="24" y="69"/>
                  </a:lnTo>
                  <a:lnTo>
                    <a:pt x="29" y="73"/>
                  </a:lnTo>
                  <a:lnTo>
                    <a:pt x="36" y="79"/>
                  </a:lnTo>
                  <a:lnTo>
                    <a:pt x="43" y="82"/>
                  </a:lnTo>
                  <a:lnTo>
                    <a:pt x="49" y="85"/>
                  </a:lnTo>
                  <a:lnTo>
                    <a:pt x="57" y="89"/>
                  </a:lnTo>
                  <a:lnTo>
                    <a:pt x="65" y="91"/>
                  </a:lnTo>
                  <a:lnTo>
                    <a:pt x="73" y="92"/>
                  </a:lnTo>
                  <a:lnTo>
                    <a:pt x="81" y="92"/>
                  </a:lnTo>
                  <a:lnTo>
                    <a:pt x="176" y="92"/>
                  </a:lnTo>
                  <a:lnTo>
                    <a:pt x="176" y="92"/>
                  </a:lnTo>
                  <a:lnTo>
                    <a:pt x="183" y="92"/>
                  </a:lnTo>
                  <a:lnTo>
                    <a:pt x="191" y="91"/>
                  </a:lnTo>
                  <a:lnTo>
                    <a:pt x="199" y="89"/>
                  </a:lnTo>
                  <a:lnTo>
                    <a:pt x="207" y="85"/>
                  </a:lnTo>
                  <a:lnTo>
                    <a:pt x="214" y="82"/>
                  </a:lnTo>
                  <a:lnTo>
                    <a:pt x="220" y="79"/>
                  </a:lnTo>
                  <a:lnTo>
                    <a:pt x="227" y="73"/>
                  </a:lnTo>
                  <a:lnTo>
                    <a:pt x="233" y="69"/>
                  </a:lnTo>
                  <a:lnTo>
                    <a:pt x="238" y="63"/>
                  </a:lnTo>
                  <a:lnTo>
                    <a:pt x="243" y="56"/>
                  </a:lnTo>
                  <a:lnTo>
                    <a:pt x="246" y="49"/>
                  </a:lnTo>
                  <a:lnTo>
                    <a:pt x="249" y="43"/>
                  </a:lnTo>
                  <a:lnTo>
                    <a:pt x="253" y="35"/>
                  </a:lnTo>
                  <a:lnTo>
                    <a:pt x="255" y="27"/>
                  </a:lnTo>
                  <a:lnTo>
                    <a:pt x="256" y="19"/>
                  </a:lnTo>
                  <a:lnTo>
                    <a:pt x="256" y="11"/>
                  </a:lnTo>
                  <a:lnTo>
                    <a:pt x="2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000" bIns="9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87" name="Freeform 129"/>
            <p:cNvSpPr/>
            <p:nvPr/>
          </p:nvSpPr>
          <p:spPr>
            <a:xfrm>
              <a:off x="7126920" y="2809800"/>
              <a:ext cx="319320" cy="6480"/>
            </a:xfrm>
            <a:custGeom>
              <a:avLst/>
              <a:gdLst>
                <a:gd name="textAreaLeft" fmla="*/ 0 w 319320"/>
                <a:gd name="textAreaRight" fmla="*/ 319680 w 319320"/>
                <a:gd name="textAreaTop" fmla="*/ 0 h 6480"/>
                <a:gd name="textAreaBottom" fmla="*/ 6840 h 6480"/>
              </a:gdLst>
              <a:ahLst/>
              <a:rect l="textAreaLeft" t="textAreaTop" r="textAreaRight" b="textAreaBottom"/>
              <a:pathLst>
                <a:path w="1600" h="32">
                  <a:moveTo>
                    <a:pt x="1600" y="15"/>
                  </a:moveTo>
                  <a:lnTo>
                    <a:pt x="1600" y="15"/>
                  </a:lnTo>
                  <a:lnTo>
                    <a:pt x="1600" y="19"/>
                  </a:lnTo>
                  <a:lnTo>
                    <a:pt x="1599" y="22"/>
                  </a:lnTo>
                  <a:lnTo>
                    <a:pt x="1596" y="28"/>
                  </a:lnTo>
                  <a:lnTo>
                    <a:pt x="1590" y="31"/>
                  </a:lnTo>
                  <a:lnTo>
                    <a:pt x="1587" y="32"/>
                  </a:lnTo>
                  <a:lnTo>
                    <a:pt x="1583" y="32"/>
                  </a:lnTo>
                  <a:lnTo>
                    <a:pt x="17" y="32"/>
                  </a:lnTo>
                  <a:lnTo>
                    <a:pt x="17" y="32"/>
                  </a:lnTo>
                  <a:lnTo>
                    <a:pt x="13" y="32"/>
                  </a:lnTo>
                  <a:lnTo>
                    <a:pt x="10" y="31"/>
                  </a:lnTo>
                  <a:lnTo>
                    <a:pt x="4" y="28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4" y="4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583" y="0"/>
                  </a:lnTo>
                  <a:lnTo>
                    <a:pt x="1583" y="0"/>
                  </a:lnTo>
                  <a:lnTo>
                    <a:pt x="1587" y="0"/>
                  </a:lnTo>
                  <a:lnTo>
                    <a:pt x="1590" y="1"/>
                  </a:lnTo>
                  <a:lnTo>
                    <a:pt x="1596" y="4"/>
                  </a:lnTo>
                  <a:lnTo>
                    <a:pt x="1599" y="10"/>
                  </a:lnTo>
                  <a:lnTo>
                    <a:pt x="1600" y="12"/>
                  </a:lnTo>
                  <a:lnTo>
                    <a:pt x="1600" y="15"/>
                  </a:lnTo>
                  <a:lnTo>
                    <a:pt x="1600" y="15"/>
                  </a:lnTo>
                  <a:lnTo>
                    <a:pt x="1600" y="1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40" bIns="32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88" name="Freeform 130"/>
            <p:cNvSpPr/>
            <p:nvPr/>
          </p:nvSpPr>
          <p:spPr>
            <a:xfrm>
              <a:off x="7424640" y="2751840"/>
              <a:ext cx="21600" cy="2556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25560"/>
                <a:gd name="textAreaBottom" fmla="*/ 25920 h 25560"/>
              </a:gdLst>
              <a:ahLst/>
              <a:rect l="textAreaLeft" t="textAreaTop" r="textAreaRight" b="textAreaBottom"/>
              <a:pathLst>
                <a:path w="107" h="130">
                  <a:moveTo>
                    <a:pt x="0" y="19"/>
                  </a:moveTo>
                  <a:lnTo>
                    <a:pt x="0" y="112"/>
                  </a:lnTo>
                  <a:lnTo>
                    <a:pt x="66" y="112"/>
                  </a:lnTo>
                  <a:lnTo>
                    <a:pt x="66" y="19"/>
                  </a:lnTo>
                  <a:lnTo>
                    <a:pt x="0" y="19"/>
                  </a:lnTo>
                  <a:lnTo>
                    <a:pt x="0" y="19"/>
                  </a:lnTo>
                  <a:close/>
                  <a:moveTo>
                    <a:pt x="95" y="0"/>
                  </a:moveTo>
                  <a:lnTo>
                    <a:pt x="95" y="0"/>
                  </a:lnTo>
                  <a:lnTo>
                    <a:pt x="99" y="1"/>
                  </a:lnTo>
                  <a:lnTo>
                    <a:pt x="104" y="3"/>
                  </a:lnTo>
                  <a:lnTo>
                    <a:pt x="106" y="8"/>
                  </a:lnTo>
                  <a:lnTo>
                    <a:pt x="107" y="12"/>
                  </a:lnTo>
                  <a:lnTo>
                    <a:pt x="107" y="118"/>
                  </a:lnTo>
                  <a:lnTo>
                    <a:pt x="107" y="118"/>
                  </a:lnTo>
                  <a:lnTo>
                    <a:pt x="106" y="123"/>
                  </a:lnTo>
                  <a:lnTo>
                    <a:pt x="104" y="126"/>
                  </a:lnTo>
                  <a:lnTo>
                    <a:pt x="99" y="129"/>
                  </a:lnTo>
                  <a:lnTo>
                    <a:pt x="95" y="130"/>
                  </a:lnTo>
                  <a:lnTo>
                    <a:pt x="95" y="130"/>
                  </a:lnTo>
                  <a:lnTo>
                    <a:pt x="90" y="129"/>
                  </a:lnTo>
                  <a:lnTo>
                    <a:pt x="86" y="126"/>
                  </a:lnTo>
                  <a:lnTo>
                    <a:pt x="83" y="123"/>
                  </a:lnTo>
                  <a:lnTo>
                    <a:pt x="82" y="118"/>
                  </a:lnTo>
                  <a:lnTo>
                    <a:pt x="82" y="12"/>
                  </a:lnTo>
                  <a:lnTo>
                    <a:pt x="82" y="12"/>
                  </a:lnTo>
                  <a:lnTo>
                    <a:pt x="83" y="8"/>
                  </a:lnTo>
                  <a:lnTo>
                    <a:pt x="86" y="3"/>
                  </a:lnTo>
                  <a:lnTo>
                    <a:pt x="90" y="1"/>
                  </a:lnTo>
                  <a:lnTo>
                    <a:pt x="95" y="0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2960" bIns="129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89" name="Freeform 131"/>
            <p:cNvSpPr/>
            <p:nvPr/>
          </p:nvSpPr>
          <p:spPr>
            <a:xfrm>
              <a:off x="7130880" y="2818800"/>
              <a:ext cx="312480" cy="10800"/>
            </a:xfrm>
            <a:custGeom>
              <a:avLst/>
              <a:gdLst>
                <a:gd name="textAreaLeft" fmla="*/ 0 w 312480"/>
                <a:gd name="textAreaRight" fmla="*/ 312840 w 312480"/>
                <a:gd name="textAreaTop" fmla="*/ 0 h 10800"/>
                <a:gd name="textAreaBottom" fmla="*/ 11160 h 10800"/>
              </a:gdLst>
              <a:ahLst/>
              <a:rect l="textAreaLeft" t="textAreaTop" r="textAreaRight" b="textAreaBottom"/>
              <a:pathLst>
                <a:path w="1565" h="55">
                  <a:moveTo>
                    <a:pt x="1565" y="55"/>
                  </a:moveTo>
                  <a:lnTo>
                    <a:pt x="0" y="55"/>
                  </a:lnTo>
                  <a:lnTo>
                    <a:pt x="0" y="0"/>
                  </a:lnTo>
                  <a:lnTo>
                    <a:pt x="1565" y="0"/>
                  </a:lnTo>
                  <a:lnTo>
                    <a:pt x="1565" y="55"/>
                  </a:lnTo>
                  <a:lnTo>
                    <a:pt x="1565" y="5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400" bIns="54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90" name="Freeform 132"/>
            <p:cNvSpPr/>
            <p:nvPr/>
          </p:nvSpPr>
          <p:spPr>
            <a:xfrm>
              <a:off x="7237800" y="2536920"/>
              <a:ext cx="171360" cy="53640"/>
            </a:xfrm>
            <a:custGeom>
              <a:avLst/>
              <a:gdLst>
                <a:gd name="textAreaLeft" fmla="*/ 0 w 171360"/>
                <a:gd name="textAreaRight" fmla="*/ 171720 w 171360"/>
                <a:gd name="textAreaTop" fmla="*/ 0 h 53640"/>
                <a:gd name="textAreaBottom" fmla="*/ 54000 h 53640"/>
              </a:gdLst>
              <a:ahLst/>
              <a:rect l="textAreaLeft" t="textAreaTop" r="textAreaRight" b="textAreaBottom"/>
              <a:pathLst>
                <a:path w="864" h="270">
                  <a:moveTo>
                    <a:pt x="338" y="270"/>
                  </a:moveTo>
                  <a:lnTo>
                    <a:pt x="864" y="270"/>
                  </a:lnTo>
                  <a:lnTo>
                    <a:pt x="320" y="13"/>
                  </a:lnTo>
                  <a:lnTo>
                    <a:pt x="320" y="13"/>
                  </a:lnTo>
                  <a:lnTo>
                    <a:pt x="305" y="8"/>
                  </a:lnTo>
                  <a:lnTo>
                    <a:pt x="288" y="3"/>
                  </a:lnTo>
                  <a:lnTo>
                    <a:pt x="270" y="1"/>
                  </a:lnTo>
                  <a:lnTo>
                    <a:pt x="251" y="0"/>
                  </a:lnTo>
                  <a:lnTo>
                    <a:pt x="234" y="1"/>
                  </a:lnTo>
                  <a:lnTo>
                    <a:pt x="216" y="3"/>
                  </a:lnTo>
                  <a:lnTo>
                    <a:pt x="199" y="8"/>
                  </a:lnTo>
                  <a:lnTo>
                    <a:pt x="184" y="13"/>
                  </a:lnTo>
                  <a:lnTo>
                    <a:pt x="0" y="101"/>
                  </a:lnTo>
                  <a:lnTo>
                    <a:pt x="338" y="270"/>
                  </a:lnTo>
                  <a:lnTo>
                    <a:pt x="338" y="27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7000" bIns="27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91" name="Freeform 133"/>
            <p:cNvSpPr/>
            <p:nvPr/>
          </p:nvSpPr>
          <p:spPr>
            <a:xfrm>
              <a:off x="7153920" y="2558160"/>
              <a:ext cx="141480" cy="32760"/>
            </a:xfrm>
            <a:custGeom>
              <a:avLst/>
              <a:gdLst>
                <a:gd name="textAreaLeft" fmla="*/ 0 w 141480"/>
                <a:gd name="textAreaRight" fmla="*/ 141840 w 141480"/>
                <a:gd name="textAreaTop" fmla="*/ 0 h 32760"/>
                <a:gd name="textAreaBottom" fmla="*/ 33120 h 32760"/>
              </a:gdLst>
              <a:ahLst/>
              <a:rect l="textAreaLeft" t="textAreaTop" r="textAreaRight" b="textAreaBottom"/>
              <a:pathLst>
                <a:path w="712" h="167">
                  <a:moveTo>
                    <a:pt x="712" y="167"/>
                  </a:moveTo>
                  <a:lnTo>
                    <a:pt x="395" y="8"/>
                  </a:lnTo>
                  <a:lnTo>
                    <a:pt x="395" y="8"/>
                  </a:lnTo>
                  <a:lnTo>
                    <a:pt x="387" y="4"/>
                  </a:lnTo>
                  <a:lnTo>
                    <a:pt x="376" y="2"/>
                  </a:lnTo>
                  <a:lnTo>
                    <a:pt x="366" y="0"/>
                  </a:lnTo>
                  <a:lnTo>
                    <a:pt x="356" y="0"/>
                  </a:lnTo>
                  <a:lnTo>
                    <a:pt x="345" y="0"/>
                  </a:lnTo>
                  <a:lnTo>
                    <a:pt x="335" y="2"/>
                  </a:lnTo>
                  <a:lnTo>
                    <a:pt x="325" y="4"/>
                  </a:lnTo>
                  <a:lnTo>
                    <a:pt x="316" y="8"/>
                  </a:lnTo>
                  <a:lnTo>
                    <a:pt x="0" y="167"/>
                  </a:lnTo>
                  <a:lnTo>
                    <a:pt x="712" y="167"/>
                  </a:lnTo>
                  <a:lnTo>
                    <a:pt x="712" y="16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69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69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695" name="PlaceHolder 4"/>
          <p:cNvSpPr>
            <a:spLocks noGrp="1"/>
          </p:cNvSpPr>
          <p:nvPr>
            <p:ph type="sldNum" idx="118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B960B0F-6719-41BD-B2B1-55C7DC11062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696" name="PlaceHolder 5"/>
          <p:cNvSpPr>
            <a:spLocks noGrp="1"/>
          </p:cNvSpPr>
          <p:nvPr>
            <p:ph type="ftr" idx="119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697" name="ColumnHeader"/>
          <p:cNvSpPr/>
          <p:nvPr/>
        </p:nvSpPr>
        <p:spPr>
          <a:xfrm>
            <a:off x="520560" y="1815120"/>
            <a:ext cx="2037960" cy="336960"/>
          </a:xfrm>
          <a:prstGeom prst="rect">
            <a:avLst/>
          </a:prstGeom>
          <a:noFill/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/M 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98" name="FlowTriangle"/>
          <p:cNvSpPr/>
          <p:nvPr/>
        </p:nvSpPr>
        <p:spPr>
          <a:xfrm rot="16200000">
            <a:off x="6607080" y="3526920"/>
            <a:ext cx="1152720" cy="266400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000" rIns="45000" tIns="90000" bIns="90000" anchor="ctr" vert="eaVert" rot="10800000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1" lang="en-US" sz="1400" spc="-2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699" name="FlowTriangle"/>
          <p:cNvSpPr/>
          <p:nvPr/>
        </p:nvSpPr>
        <p:spPr>
          <a:xfrm rot="5400000">
            <a:off x="4466160" y="3526560"/>
            <a:ext cx="1152720" cy="266400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000" rIns="45000" tIns="90000" bIns="90000" anchor="ctr" vert="eaVert" rot="10800000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1" lang="en-US" sz="1400" spc="-2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700" name="ColumnHeader"/>
          <p:cNvSpPr/>
          <p:nvPr/>
        </p:nvSpPr>
        <p:spPr>
          <a:xfrm>
            <a:off x="7343640" y="1815120"/>
            <a:ext cx="2037960" cy="336960"/>
          </a:xfrm>
          <a:prstGeom prst="rect">
            <a:avLst/>
          </a:prstGeom>
          <a:noFill/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/M 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01" name="TextColumnContent"/>
          <p:cNvSpPr/>
          <p:nvPr/>
        </p:nvSpPr>
        <p:spPr>
          <a:xfrm>
            <a:off x="7343640" y="2202840"/>
            <a:ext cx="2037960" cy="3601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02" name="Rectangle 3"/>
          <p:cNvSpPr/>
          <p:nvPr/>
        </p:nvSpPr>
        <p:spPr>
          <a:xfrm>
            <a:off x="520560" y="2751120"/>
            <a:ext cx="2069640" cy="19116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03" name="ColumnHeader"/>
          <p:cNvSpPr/>
          <p:nvPr/>
        </p:nvSpPr>
        <p:spPr>
          <a:xfrm>
            <a:off x="2815560" y="1815120"/>
            <a:ext cx="2037960" cy="336960"/>
          </a:xfrm>
          <a:prstGeom prst="rect">
            <a:avLst/>
          </a:prstGeom>
          <a:noFill/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/M 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04" name="Rectangle 9"/>
          <p:cNvSpPr/>
          <p:nvPr/>
        </p:nvSpPr>
        <p:spPr>
          <a:xfrm>
            <a:off x="2847240" y="2716560"/>
            <a:ext cx="2007720" cy="496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000" bIns="36000" anchor="t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05" name="Rectangle 8"/>
          <p:cNvSpPr/>
          <p:nvPr/>
        </p:nvSpPr>
        <p:spPr>
          <a:xfrm>
            <a:off x="2847240" y="2335320"/>
            <a:ext cx="2007720" cy="3805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06" name="Rectangle 9"/>
          <p:cNvSpPr/>
          <p:nvPr/>
        </p:nvSpPr>
        <p:spPr>
          <a:xfrm>
            <a:off x="2847240" y="3739680"/>
            <a:ext cx="2007720" cy="496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000" bIns="36000" anchor="t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07" name="Rectangle 8"/>
          <p:cNvSpPr/>
          <p:nvPr/>
        </p:nvSpPr>
        <p:spPr>
          <a:xfrm>
            <a:off x="2847240" y="3358800"/>
            <a:ext cx="2007720" cy="3805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08" name="Rectangle 9"/>
          <p:cNvSpPr/>
          <p:nvPr/>
        </p:nvSpPr>
        <p:spPr>
          <a:xfrm>
            <a:off x="2847240" y="4761000"/>
            <a:ext cx="2007720" cy="496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000" bIns="36000" anchor="t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09" name="Rectangle 8"/>
          <p:cNvSpPr/>
          <p:nvPr/>
        </p:nvSpPr>
        <p:spPr>
          <a:xfrm>
            <a:off x="2847240" y="4380120"/>
            <a:ext cx="2007720" cy="3805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10" name="ColumnHeader"/>
          <p:cNvSpPr/>
          <p:nvPr/>
        </p:nvSpPr>
        <p:spPr>
          <a:xfrm>
            <a:off x="5080320" y="1815120"/>
            <a:ext cx="2037960" cy="336960"/>
          </a:xfrm>
          <a:prstGeom prst="rect">
            <a:avLst/>
          </a:prstGeom>
          <a:noFill/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/M 16pt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11" name="Rectangle 3"/>
          <p:cNvSpPr/>
          <p:nvPr/>
        </p:nvSpPr>
        <p:spPr>
          <a:xfrm>
            <a:off x="5240880" y="2297880"/>
            <a:ext cx="1717560" cy="6789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12" name="Rectangle 3"/>
          <p:cNvSpPr/>
          <p:nvPr/>
        </p:nvSpPr>
        <p:spPr>
          <a:xfrm>
            <a:off x="5240880" y="3276720"/>
            <a:ext cx="1717560" cy="6789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13" name="Rectangle 3"/>
          <p:cNvSpPr/>
          <p:nvPr/>
        </p:nvSpPr>
        <p:spPr>
          <a:xfrm>
            <a:off x="5228640" y="4291560"/>
            <a:ext cx="1717560" cy="6789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14" name="Rectangle 16"/>
          <p:cNvSpPr/>
          <p:nvPr/>
        </p:nvSpPr>
        <p:spPr>
          <a:xfrm>
            <a:off x="5078520" y="1688760"/>
            <a:ext cx="2080440" cy="356868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715" name="직사각형 24"/>
          <p:cNvSpPr/>
          <p:nvPr/>
        </p:nvSpPr>
        <p:spPr>
          <a:xfrm>
            <a:off x="520560" y="2152800"/>
            <a:ext cx="2069640" cy="17640"/>
          </a:xfrm>
          <a:prstGeom prst="rect">
            <a:avLst/>
          </a:prstGeom>
          <a:solidFill>
            <a:srgbClr val="4040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Calibri"/>
              <a:ea typeface="맑은 고딕"/>
            </a:endParaRPr>
          </a:p>
        </p:txBody>
      </p:sp>
      <p:sp>
        <p:nvSpPr>
          <p:cNvPr id="1716" name="직사각형 25"/>
          <p:cNvSpPr/>
          <p:nvPr/>
        </p:nvSpPr>
        <p:spPr>
          <a:xfrm>
            <a:off x="2804760" y="2152800"/>
            <a:ext cx="2069640" cy="17640"/>
          </a:xfrm>
          <a:prstGeom prst="rect">
            <a:avLst/>
          </a:prstGeom>
          <a:solidFill>
            <a:srgbClr val="4040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Calibri"/>
              <a:ea typeface="맑은 고딕"/>
            </a:endParaRPr>
          </a:p>
        </p:txBody>
      </p:sp>
      <p:sp>
        <p:nvSpPr>
          <p:cNvPr id="1717" name="직사각형 26"/>
          <p:cNvSpPr/>
          <p:nvPr/>
        </p:nvSpPr>
        <p:spPr>
          <a:xfrm>
            <a:off x="5089320" y="2152800"/>
            <a:ext cx="2069640" cy="17640"/>
          </a:xfrm>
          <a:prstGeom prst="rect">
            <a:avLst/>
          </a:prstGeom>
          <a:solidFill>
            <a:srgbClr val="4040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Calibri"/>
              <a:ea typeface="맑은 고딕"/>
            </a:endParaRPr>
          </a:p>
        </p:txBody>
      </p:sp>
      <p:sp>
        <p:nvSpPr>
          <p:cNvPr id="1718" name="직사각형 27"/>
          <p:cNvSpPr/>
          <p:nvPr/>
        </p:nvSpPr>
        <p:spPr>
          <a:xfrm>
            <a:off x="7373520" y="2152800"/>
            <a:ext cx="2069640" cy="17640"/>
          </a:xfrm>
          <a:prstGeom prst="rect">
            <a:avLst/>
          </a:prstGeom>
          <a:solidFill>
            <a:srgbClr val="4040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Calibri"/>
              <a:ea typeface="맑은 고딕"/>
            </a:endParaRPr>
          </a:p>
        </p:txBody>
      </p:sp>
      <p:sp>
        <p:nvSpPr>
          <p:cNvPr id="1719" name="takeaway_box"/>
          <p:cNvSpPr/>
          <p:nvPr/>
        </p:nvSpPr>
        <p:spPr>
          <a:xfrm>
            <a:off x="2057400" y="5666040"/>
            <a:ext cx="5592600" cy="531360"/>
          </a:xfrm>
          <a:prstGeom prst="rect">
            <a:avLst/>
          </a:prstGeom>
          <a:solidFill>
            <a:srgbClr val="e9b86e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_</a:t>
            </a:r>
            <a:r>
              <a:rPr b="0" lang="ko-KR" sz="16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내용</a:t>
            </a:r>
            <a:r>
              <a:rPr b="0" lang="en-US" sz="16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72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72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723" name="PlaceHolder 4"/>
          <p:cNvSpPr>
            <a:spLocks noGrp="1"/>
          </p:cNvSpPr>
          <p:nvPr>
            <p:ph type="sldNum" idx="120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643B5BA-CF88-4A65-89CC-E50FCA2EBB2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724" name="PlaceHolder 5"/>
          <p:cNvSpPr>
            <a:spLocks noGrp="1"/>
          </p:cNvSpPr>
          <p:nvPr>
            <p:ph type="ftr" idx="121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725" name="Rectangle 3"/>
          <p:cNvSpPr/>
          <p:nvPr/>
        </p:nvSpPr>
        <p:spPr>
          <a:xfrm>
            <a:off x="629280" y="2353320"/>
            <a:ext cx="2069640" cy="6789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26" name="Rectangle 3"/>
          <p:cNvSpPr/>
          <p:nvPr/>
        </p:nvSpPr>
        <p:spPr>
          <a:xfrm>
            <a:off x="629280" y="3348000"/>
            <a:ext cx="2069640" cy="6789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27" name="Rectangle 3"/>
          <p:cNvSpPr/>
          <p:nvPr/>
        </p:nvSpPr>
        <p:spPr>
          <a:xfrm>
            <a:off x="617400" y="4343040"/>
            <a:ext cx="2069640" cy="6789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28" name="Rectangle 3"/>
          <p:cNvSpPr/>
          <p:nvPr/>
        </p:nvSpPr>
        <p:spPr>
          <a:xfrm>
            <a:off x="617400" y="5338080"/>
            <a:ext cx="2069640" cy="6789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29" name="Rectangle 3"/>
          <p:cNvSpPr/>
          <p:nvPr/>
        </p:nvSpPr>
        <p:spPr>
          <a:xfrm>
            <a:off x="3548520" y="2633040"/>
            <a:ext cx="2636640" cy="12189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buClr>
                <a:srgbClr val="00376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buClr>
                <a:srgbClr val="00376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buClr>
                <a:srgbClr val="00376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30" name="Rectangle 3"/>
          <p:cNvSpPr/>
          <p:nvPr/>
        </p:nvSpPr>
        <p:spPr>
          <a:xfrm>
            <a:off x="3548880" y="4226400"/>
            <a:ext cx="2636640" cy="12189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buClr>
                <a:srgbClr val="00376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buClr>
                <a:srgbClr val="00376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buClr>
                <a:srgbClr val="00376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31" name="FlowTriangle"/>
          <p:cNvSpPr/>
          <p:nvPr/>
        </p:nvSpPr>
        <p:spPr>
          <a:xfrm rot="5400000">
            <a:off x="6180840" y="3835440"/>
            <a:ext cx="1161000" cy="420840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000" rIns="45000" tIns="90000" bIns="90000" anchor="ctr" vert="eaVert" rot="10800000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1" lang="en-US" sz="14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732" name="Rectangle 3"/>
          <p:cNvSpPr/>
          <p:nvPr/>
        </p:nvSpPr>
        <p:spPr>
          <a:xfrm>
            <a:off x="7286760" y="2633040"/>
            <a:ext cx="2069640" cy="67896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733" name="Rectangle 3"/>
          <p:cNvSpPr/>
          <p:nvPr/>
        </p:nvSpPr>
        <p:spPr>
          <a:xfrm>
            <a:off x="7286760" y="4766040"/>
            <a:ext cx="2069640" cy="67896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734" name="ColumnHeader"/>
          <p:cNvSpPr/>
          <p:nvPr/>
        </p:nvSpPr>
        <p:spPr>
          <a:xfrm>
            <a:off x="552960" y="1591200"/>
            <a:ext cx="214596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35" name="ColumnHeader"/>
          <p:cNvSpPr/>
          <p:nvPr/>
        </p:nvSpPr>
        <p:spPr>
          <a:xfrm>
            <a:off x="3548520" y="1591200"/>
            <a:ext cx="270396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36" name="ColumnHeader"/>
          <p:cNvSpPr/>
          <p:nvPr/>
        </p:nvSpPr>
        <p:spPr>
          <a:xfrm>
            <a:off x="7286760" y="1591200"/>
            <a:ext cx="206964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37" name="Rectangle 3"/>
          <p:cNvSpPr/>
          <p:nvPr/>
        </p:nvSpPr>
        <p:spPr>
          <a:xfrm>
            <a:off x="7286760" y="3699720"/>
            <a:ext cx="2069640" cy="67896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738" name="FlowTriangle"/>
          <p:cNvSpPr/>
          <p:nvPr/>
        </p:nvSpPr>
        <p:spPr>
          <a:xfrm rot="10800000">
            <a:off x="8205840" y="3437640"/>
            <a:ext cx="309600" cy="17532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2840" rIns="42840" tIns="90000" bIns="90000" anchor="ctr" vert="eaVert" rot="10800000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1" lang="en-US" sz="14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739" name="FlowTriangle"/>
          <p:cNvSpPr/>
          <p:nvPr/>
        </p:nvSpPr>
        <p:spPr>
          <a:xfrm rot="10800000">
            <a:off x="8205840" y="4492080"/>
            <a:ext cx="309600" cy="175320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2840" rIns="42840" tIns="90000" bIns="90000" anchor="ctr" vert="eaVert" rot="10800000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1" lang="en-US" sz="14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740" name="FlowTriangle"/>
          <p:cNvSpPr/>
          <p:nvPr/>
        </p:nvSpPr>
        <p:spPr>
          <a:xfrm rot="5400000">
            <a:off x="2600280" y="3835440"/>
            <a:ext cx="1161000" cy="420840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000" rIns="45000" tIns="90000" bIns="90000" anchor="ctr" vert="eaVert" rot="10800000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1" lang="en-US" sz="14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74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74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744" name="PlaceHolder 4"/>
          <p:cNvSpPr>
            <a:spLocks noGrp="1"/>
          </p:cNvSpPr>
          <p:nvPr>
            <p:ph type="sldNum" idx="122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F3D1F0C-E481-4972-9BBC-2C41D2F7659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745" name="PlaceHolder 5"/>
          <p:cNvSpPr>
            <a:spLocks noGrp="1"/>
          </p:cNvSpPr>
          <p:nvPr>
            <p:ph type="ftr" idx="123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746" name="Rectangle 3"/>
          <p:cNvSpPr/>
          <p:nvPr/>
        </p:nvSpPr>
        <p:spPr>
          <a:xfrm>
            <a:off x="949320" y="3594240"/>
            <a:ext cx="2449440" cy="504360"/>
          </a:xfrm>
          <a:prstGeom prst="rect">
            <a:avLst/>
          </a:prstGeom>
          <a:solidFill>
            <a:srgbClr val="f6eee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747" name="AutoShape 6"/>
          <p:cNvCxnSpPr>
            <a:stCxn id="1746" idx="3"/>
            <a:endCxn id="1748" idx="1"/>
          </p:cNvCxnSpPr>
          <p:nvPr/>
        </p:nvCxnSpPr>
        <p:spPr>
          <a:xfrm>
            <a:off x="3398760" y="3846240"/>
            <a:ext cx="333720" cy="360"/>
          </a:xfrm>
          <a:prstGeom prst="straightConnector1">
            <a:avLst/>
          </a:prstGeom>
          <a:ln w="9525">
            <a:solidFill>
              <a:srgbClr val="b6b6b6"/>
            </a:solidFill>
            <a:round/>
          </a:ln>
        </p:spPr>
      </p:cxnSp>
      <p:cxnSp>
        <p:nvCxnSpPr>
          <p:cNvPr id="1749" name="AutoShape 7"/>
          <p:cNvCxnSpPr>
            <a:stCxn id="1746" idx="3"/>
            <a:endCxn id="1750" idx="1"/>
          </p:cNvCxnSpPr>
          <p:nvPr/>
        </p:nvCxnSpPr>
        <p:spPr>
          <a:xfrm>
            <a:off x="3398760" y="3846240"/>
            <a:ext cx="333720" cy="658800"/>
          </a:xfrm>
          <a:prstGeom prst="bentConnector3">
            <a:avLst>
              <a:gd name="adj1" fmla="val 50000"/>
            </a:avLst>
          </a:prstGeom>
          <a:ln w="9525">
            <a:solidFill>
              <a:srgbClr val="b6b6b6"/>
            </a:solidFill>
            <a:miter/>
          </a:ln>
        </p:spPr>
      </p:cxnSp>
      <p:sp>
        <p:nvSpPr>
          <p:cNvPr id="1751" name="Rectangle 8"/>
          <p:cNvSpPr/>
          <p:nvPr/>
        </p:nvSpPr>
        <p:spPr>
          <a:xfrm>
            <a:off x="949320" y="1926360"/>
            <a:ext cx="2449440" cy="5029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52" name="Rectangle 9"/>
          <p:cNvSpPr/>
          <p:nvPr/>
        </p:nvSpPr>
        <p:spPr>
          <a:xfrm>
            <a:off x="949320" y="5243400"/>
            <a:ext cx="2452320" cy="502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48" name="Rectangle 4"/>
          <p:cNvSpPr/>
          <p:nvPr/>
        </p:nvSpPr>
        <p:spPr>
          <a:xfrm>
            <a:off x="3732120" y="3592440"/>
            <a:ext cx="2449440" cy="507600"/>
          </a:xfrm>
          <a:prstGeom prst="rect">
            <a:avLst/>
          </a:prstGeom>
          <a:solidFill>
            <a:srgbClr val="f6eee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Sales and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marketing costs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50" name="Rectangle 11"/>
          <p:cNvSpPr/>
          <p:nvPr/>
        </p:nvSpPr>
        <p:spPr>
          <a:xfrm>
            <a:off x="3732120" y="4252680"/>
            <a:ext cx="2449440" cy="504360"/>
          </a:xfrm>
          <a:prstGeom prst="rect">
            <a:avLst/>
          </a:prstGeom>
          <a:solidFill>
            <a:srgbClr val="f6eee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Manufacturing costs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53" name="Rectangle 12"/>
          <p:cNvSpPr/>
          <p:nvPr/>
        </p:nvSpPr>
        <p:spPr>
          <a:xfrm>
            <a:off x="3732120" y="2932560"/>
            <a:ext cx="2452320" cy="504360"/>
          </a:xfrm>
          <a:prstGeom prst="rect">
            <a:avLst/>
          </a:prstGeom>
          <a:solidFill>
            <a:srgbClr val="f6eee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R&amp;D costs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54" name="Rectangle 5"/>
          <p:cNvSpPr/>
          <p:nvPr/>
        </p:nvSpPr>
        <p:spPr>
          <a:xfrm>
            <a:off x="3732120" y="4912560"/>
            <a:ext cx="2449440" cy="5043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Development-related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55" name="Rectangle 13"/>
          <p:cNvSpPr/>
          <p:nvPr/>
        </p:nvSpPr>
        <p:spPr>
          <a:xfrm>
            <a:off x="3732120" y="5572440"/>
            <a:ext cx="2449440" cy="5043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Sales-related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756" name="AutoShape 14"/>
          <p:cNvCxnSpPr>
            <a:stCxn id="1746" idx="3"/>
            <a:endCxn id="1753" idx="1"/>
          </p:cNvCxnSpPr>
          <p:nvPr/>
        </p:nvCxnSpPr>
        <p:spPr>
          <a:xfrm flipV="1">
            <a:off x="3398760" y="3184560"/>
            <a:ext cx="333720" cy="662040"/>
          </a:xfrm>
          <a:prstGeom prst="bentConnector3">
            <a:avLst>
              <a:gd name="adj1" fmla="val 50000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757" name="AutoShape 15"/>
          <p:cNvCxnSpPr>
            <a:stCxn id="1752" idx="3"/>
            <a:endCxn id="1754" idx="1"/>
          </p:cNvCxnSpPr>
          <p:nvPr/>
        </p:nvCxnSpPr>
        <p:spPr>
          <a:xfrm flipV="1">
            <a:off x="3401640" y="5164560"/>
            <a:ext cx="330840" cy="330480"/>
          </a:xfrm>
          <a:prstGeom prst="bentConnector3">
            <a:avLst>
              <a:gd name="adj1" fmla="val 50000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758" name="AutoShape 16"/>
          <p:cNvCxnSpPr>
            <a:stCxn id="1752" idx="3"/>
            <a:endCxn id="1755" idx="1"/>
          </p:cNvCxnSpPr>
          <p:nvPr/>
        </p:nvCxnSpPr>
        <p:spPr>
          <a:xfrm>
            <a:off x="3401640" y="5494680"/>
            <a:ext cx="330840" cy="330120"/>
          </a:xfrm>
          <a:prstGeom prst="bentConnector3">
            <a:avLst>
              <a:gd name="adj1" fmla="val 50000"/>
            </a:avLst>
          </a:prstGeom>
          <a:ln w="9525">
            <a:solidFill>
              <a:srgbClr val="b6b6b6"/>
            </a:solidFill>
            <a:miter/>
          </a:ln>
        </p:spPr>
      </p:cxnSp>
      <p:sp>
        <p:nvSpPr>
          <p:cNvPr id="1759" name="Oval 2"/>
          <p:cNvSpPr/>
          <p:nvPr/>
        </p:nvSpPr>
        <p:spPr>
          <a:xfrm>
            <a:off x="870840" y="1819800"/>
            <a:ext cx="225720" cy="22572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1</a:t>
            </a:r>
            <a:endParaRPr b="0" lang="en-US" sz="10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760" name="Oval 3"/>
          <p:cNvSpPr/>
          <p:nvPr/>
        </p:nvSpPr>
        <p:spPr>
          <a:xfrm>
            <a:off x="870840" y="3514320"/>
            <a:ext cx="225720" cy="22572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2</a:t>
            </a:r>
            <a:endParaRPr b="0" lang="en-US" sz="10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761" name="Oval 4"/>
          <p:cNvSpPr/>
          <p:nvPr/>
        </p:nvSpPr>
        <p:spPr>
          <a:xfrm>
            <a:off x="872280" y="5164920"/>
            <a:ext cx="225720" cy="22572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3</a:t>
            </a:r>
            <a:endParaRPr b="0" lang="en-US" sz="10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762" name="Rectangle 4"/>
          <p:cNvSpPr/>
          <p:nvPr/>
        </p:nvSpPr>
        <p:spPr>
          <a:xfrm>
            <a:off x="6435720" y="3592440"/>
            <a:ext cx="2449440" cy="50760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Sales and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marketing costs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63" name="AutoShape 2"/>
          <p:cNvSpPr/>
          <p:nvPr/>
        </p:nvSpPr>
        <p:spPr>
          <a:xfrm flipH="1">
            <a:off x="6188400" y="3184920"/>
            <a:ext cx="238680" cy="1319760"/>
          </a:xfrm>
          <a:prstGeom prst="leftBrace">
            <a:avLst>
              <a:gd name="adj1" fmla="val 72093"/>
              <a:gd name="adj2" fmla="val 50000"/>
            </a:avLst>
          </a:prstGeom>
          <a:noFill/>
          <a:ln w="127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73736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Calibri"/>
              <a:ea typeface="본고딕 Normal"/>
            </a:endParaRPr>
          </a:p>
        </p:txBody>
      </p:sp>
      <p:sp>
        <p:nvSpPr>
          <p:cNvPr id="1764" name="Rectangle 5"/>
          <p:cNvSpPr/>
          <p:nvPr/>
        </p:nvSpPr>
        <p:spPr>
          <a:xfrm>
            <a:off x="3732120" y="1612440"/>
            <a:ext cx="2449440" cy="5043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Development-related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65" name="Rectangle 13"/>
          <p:cNvSpPr/>
          <p:nvPr/>
        </p:nvSpPr>
        <p:spPr>
          <a:xfrm>
            <a:off x="3732120" y="2272680"/>
            <a:ext cx="2449440" cy="5043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Sales-related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766" name="AutoShape 15"/>
          <p:cNvCxnSpPr>
            <a:endCxn id="1764" idx="1"/>
          </p:cNvCxnSpPr>
          <p:nvPr/>
        </p:nvCxnSpPr>
        <p:spPr>
          <a:xfrm flipV="1">
            <a:off x="3402000" y="1864440"/>
            <a:ext cx="330480" cy="330840"/>
          </a:xfrm>
          <a:prstGeom prst="bentConnector3">
            <a:avLst>
              <a:gd name="adj1" fmla="val 50054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767" name="AutoShape 16"/>
          <p:cNvCxnSpPr>
            <a:endCxn id="1765" idx="1"/>
          </p:cNvCxnSpPr>
          <p:nvPr/>
        </p:nvCxnSpPr>
        <p:spPr>
          <a:xfrm>
            <a:off x="3402000" y="2194920"/>
            <a:ext cx="330480" cy="330120"/>
          </a:xfrm>
          <a:prstGeom prst="bentConnector3">
            <a:avLst>
              <a:gd name="adj1" fmla="val 50054"/>
            </a:avLst>
          </a:prstGeom>
          <a:ln w="9525">
            <a:solidFill>
              <a:srgbClr val="b6b6b6"/>
            </a:solidFill>
            <a:miter/>
          </a:ln>
        </p:spPr>
      </p:cxnSp>
      <p:sp>
        <p:nvSpPr>
          <p:cNvPr id="1768" name="AutoShape 2"/>
          <p:cNvSpPr/>
          <p:nvPr/>
        </p:nvSpPr>
        <p:spPr>
          <a:xfrm flipH="1">
            <a:off x="6188400" y="1865160"/>
            <a:ext cx="238680" cy="659520"/>
          </a:xfrm>
          <a:prstGeom prst="leftBrace">
            <a:avLst>
              <a:gd name="adj1" fmla="val 72093"/>
              <a:gd name="adj2" fmla="val 50000"/>
            </a:avLst>
          </a:prstGeom>
          <a:noFill/>
          <a:ln w="127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73736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Calibri"/>
              <a:ea typeface="본고딕 Normal"/>
            </a:endParaRPr>
          </a:p>
        </p:txBody>
      </p:sp>
      <p:sp>
        <p:nvSpPr>
          <p:cNvPr id="1769" name="Rectangle 4"/>
          <p:cNvSpPr/>
          <p:nvPr/>
        </p:nvSpPr>
        <p:spPr>
          <a:xfrm>
            <a:off x="6435720" y="1945440"/>
            <a:ext cx="2449440" cy="507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R&amp;D costs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70" name="Rectangle 4"/>
          <p:cNvSpPr/>
          <p:nvPr/>
        </p:nvSpPr>
        <p:spPr>
          <a:xfrm>
            <a:off x="6435720" y="5265720"/>
            <a:ext cx="2449440" cy="5076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Sales and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marketing costs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71" name="AutoShape 2"/>
          <p:cNvSpPr/>
          <p:nvPr/>
        </p:nvSpPr>
        <p:spPr>
          <a:xfrm flipH="1">
            <a:off x="6188400" y="5189760"/>
            <a:ext cx="238680" cy="659520"/>
          </a:xfrm>
          <a:prstGeom prst="leftBrace">
            <a:avLst>
              <a:gd name="adj1" fmla="val 72093"/>
              <a:gd name="adj2" fmla="val 50000"/>
            </a:avLst>
          </a:prstGeom>
          <a:noFill/>
          <a:ln w="127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73736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Calibri"/>
              <a:ea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77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77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775" name="PlaceHolder 4"/>
          <p:cNvSpPr>
            <a:spLocks noGrp="1"/>
          </p:cNvSpPr>
          <p:nvPr>
            <p:ph type="sldNum" idx="124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4ED0514-8629-4E45-813B-A084B808808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776" name="PlaceHolder 5"/>
          <p:cNvSpPr>
            <a:spLocks noGrp="1"/>
          </p:cNvSpPr>
          <p:nvPr>
            <p:ph type="ftr" idx="125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777" name="Rectangle 5"/>
          <p:cNvSpPr/>
          <p:nvPr/>
        </p:nvSpPr>
        <p:spPr>
          <a:xfrm>
            <a:off x="2152080" y="1398240"/>
            <a:ext cx="2400120" cy="30276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0" bIns="54000" anchor="b">
            <a:spAutoFit/>
          </a:bodyPr>
          <a:p>
            <a:pPr algn="ctr" defTabSz="457200">
              <a:lnSpc>
                <a:spcPct val="8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778" name="Group 63"/>
          <p:cNvGrpSpPr/>
          <p:nvPr/>
        </p:nvGrpSpPr>
        <p:grpSpPr>
          <a:xfrm>
            <a:off x="3398400" y="1847160"/>
            <a:ext cx="1153800" cy="669600"/>
            <a:chOff x="3398400" y="1847160"/>
            <a:chExt cx="1153800" cy="669600"/>
          </a:xfrm>
        </p:grpSpPr>
        <p:sp>
          <p:nvSpPr>
            <p:cNvPr id="1779" name="Rectangle 6"/>
            <p:cNvSpPr/>
            <p:nvPr/>
          </p:nvSpPr>
          <p:spPr>
            <a:xfrm>
              <a:off x="3398400" y="1847160"/>
              <a:ext cx="1153800" cy="28692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36000" bIns="36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Single-unit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780" name="Rectangle 7"/>
            <p:cNvSpPr/>
            <p:nvPr/>
          </p:nvSpPr>
          <p:spPr>
            <a:xfrm>
              <a:off x="3398400" y="2229840"/>
              <a:ext cx="1153800" cy="28692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36000" bIns="36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Multi-unit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cxnSp>
        <p:nvCxnSpPr>
          <p:cNvPr id="1781" name="AutoShape 8"/>
          <p:cNvCxnSpPr>
            <a:stCxn id="1782" idx="3"/>
            <a:endCxn id="1779" idx="1"/>
          </p:cNvCxnSpPr>
          <p:nvPr/>
        </p:nvCxnSpPr>
        <p:spPr>
          <a:xfrm flipV="1">
            <a:off x="3107520" y="1990440"/>
            <a:ext cx="291240" cy="191880"/>
          </a:xfrm>
          <a:prstGeom prst="bentConnector3">
            <a:avLst>
              <a:gd name="adj1" fmla="val 49628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783" name="AutoShape 9"/>
          <p:cNvCxnSpPr>
            <a:stCxn id="1782" idx="3"/>
            <a:endCxn id="1780" idx="1"/>
          </p:cNvCxnSpPr>
          <p:nvPr/>
        </p:nvCxnSpPr>
        <p:spPr>
          <a:xfrm>
            <a:off x="3107520" y="2181960"/>
            <a:ext cx="291240" cy="191520"/>
          </a:xfrm>
          <a:prstGeom prst="bentConnector3">
            <a:avLst>
              <a:gd name="adj1" fmla="val 49628"/>
            </a:avLst>
          </a:prstGeom>
          <a:ln w="9525">
            <a:solidFill>
              <a:srgbClr val="b6b6b6"/>
            </a:solidFill>
            <a:miter/>
          </a:ln>
        </p:spPr>
      </p:cxnSp>
      <p:sp>
        <p:nvSpPr>
          <p:cNvPr id="1782" name="Rectangle 10"/>
          <p:cNvSpPr/>
          <p:nvPr/>
        </p:nvSpPr>
        <p:spPr>
          <a:xfrm>
            <a:off x="2152080" y="1847160"/>
            <a:ext cx="955440" cy="66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Residential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84" name="Rectangle 11"/>
          <p:cNvSpPr/>
          <p:nvPr/>
        </p:nvSpPr>
        <p:spPr>
          <a:xfrm>
            <a:off x="2152080" y="4412520"/>
            <a:ext cx="955440" cy="10695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Infra-structure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85" name="Rectangle 12"/>
          <p:cNvSpPr/>
          <p:nvPr/>
        </p:nvSpPr>
        <p:spPr>
          <a:xfrm>
            <a:off x="3398400" y="5195160"/>
            <a:ext cx="1153800" cy="28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Transportation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86" name="Rectangle 13"/>
          <p:cNvSpPr/>
          <p:nvPr/>
        </p:nvSpPr>
        <p:spPr>
          <a:xfrm>
            <a:off x="3398400" y="4412520"/>
            <a:ext cx="1153800" cy="28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Energy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87" name="Rectangle 14"/>
          <p:cNvSpPr/>
          <p:nvPr/>
        </p:nvSpPr>
        <p:spPr>
          <a:xfrm>
            <a:off x="3398400" y="4803120"/>
            <a:ext cx="1153800" cy="28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Public health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788" name="AutoShape 15"/>
          <p:cNvCxnSpPr>
            <a:stCxn id="1784" idx="3"/>
            <a:endCxn id="1786" idx="1"/>
          </p:cNvCxnSpPr>
          <p:nvPr/>
        </p:nvCxnSpPr>
        <p:spPr>
          <a:xfrm flipV="1">
            <a:off x="3107520" y="4555800"/>
            <a:ext cx="291240" cy="391680"/>
          </a:xfrm>
          <a:prstGeom prst="bentConnector3">
            <a:avLst>
              <a:gd name="adj1" fmla="val 49628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789" name="AutoShape 16"/>
          <p:cNvCxnSpPr>
            <a:stCxn id="1784" idx="3"/>
            <a:endCxn id="1787" idx="1"/>
          </p:cNvCxnSpPr>
          <p:nvPr/>
        </p:nvCxnSpPr>
        <p:spPr>
          <a:xfrm flipV="1">
            <a:off x="3107520" y="4946400"/>
            <a:ext cx="291240" cy="1080"/>
          </a:xfrm>
          <a:prstGeom prst="straightConnector1">
            <a:avLst/>
          </a:prstGeom>
          <a:ln w="9525">
            <a:solidFill>
              <a:srgbClr val="b6b6b6"/>
            </a:solidFill>
            <a:round/>
          </a:ln>
        </p:spPr>
      </p:cxnSp>
      <p:cxnSp>
        <p:nvCxnSpPr>
          <p:cNvPr id="1790" name="AutoShape 17"/>
          <p:cNvCxnSpPr>
            <a:stCxn id="1784" idx="3"/>
            <a:endCxn id="1785" idx="1"/>
          </p:cNvCxnSpPr>
          <p:nvPr/>
        </p:nvCxnSpPr>
        <p:spPr>
          <a:xfrm>
            <a:off x="3107520" y="4947120"/>
            <a:ext cx="291240" cy="391680"/>
          </a:xfrm>
          <a:prstGeom prst="bentConnector3">
            <a:avLst>
              <a:gd name="adj1" fmla="val 49628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791" name="AutoShape 18"/>
          <p:cNvCxnSpPr>
            <a:stCxn id="1792" idx="3"/>
            <a:endCxn id="1782" idx="1"/>
          </p:cNvCxnSpPr>
          <p:nvPr/>
        </p:nvCxnSpPr>
        <p:spPr>
          <a:xfrm flipV="1">
            <a:off x="1689840" y="2181960"/>
            <a:ext cx="462600" cy="1270440"/>
          </a:xfrm>
          <a:prstGeom prst="bentConnector3">
            <a:avLst>
              <a:gd name="adj1" fmla="val 49844"/>
            </a:avLst>
          </a:prstGeom>
          <a:ln w="9525">
            <a:solidFill>
              <a:srgbClr val="b6b6b6"/>
            </a:solidFill>
            <a:miter/>
            <a:tailEnd len="lg" type="stealth" w="lg"/>
          </a:ln>
        </p:spPr>
      </p:cxnSp>
      <p:cxnSp>
        <p:nvCxnSpPr>
          <p:cNvPr id="1793" name="AutoShape 19"/>
          <p:cNvCxnSpPr>
            <a:stCxn id="1792" idx="3"/>
            <a:endCxn id="1784" idx="1"/>
          </p:cNvCxnSpPr>
          <p:nvPr/>
        </p:nvCxnSpPr>
        <p:spPr>
          <a:xfrm>
            <a:off x="1689840" y="3452040"/>
            <a:ext cx="462600" cy="1495440"/>
          </a:xfrm>
          <a:prstGeom prst="bentConnector3">
            <a:avLst>
              <a:gd name="adj1" fmla="val 49844"/>
            </a:avLst>
          </a:prstGeom>
          <a:ln w="9525">
            <a:solidFill>
              <a:srgbClr val="b6b6b6"/>
            </a:solidFill>
            <a:miter/>
            <a:tailEnd len="lg" type="stealth" w="lg"/>
          </a:ln>
        </p:spPr>
      </p:cxnSp>
      <p:sp>
        <p:nvSpPr>
          <p:cNvPr id="1794" name="Rectangle 20"/>
          <p:cNvSpPr/>
          <p:nvPr/>
        </p:nvSpPr>
        <p:spPr>
          <a:xfrm>
            <a:off x="7181280" y="1386360"/>
            <a:ext cx="1023480" cy="31464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0" bIns="54000" anchor="b">
            <a:spAutoFit/>
          </a:bodyPr>
          <a:p>
            <a:pPr algn="ctr" defTabSz="457200">
              <a:lnSpc>
                <a:spcPct val="85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CAGR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95" name="Rectangle 21"/>
          <p:cNvSpPr/>
          <p:nvPr/>
        </p:nvSpPr>
        <p:spPr>
          <a:xfrm>
            <a:off x="7181280" y="2039400"/>
            <a:ext cx="1028520" cy="28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2.3%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96" name="Rectangle 22"/>
          <p:cNvSpPr/>
          <p:nvPr/>
        </p:nvSpPr>
        <p:spPr>
          <a:xfrm>
            <a:off x="7181280" y="4412520"/>
            <a:ext cx="1028520" cy="28692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6.2%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97" name="Rectangle 23"/>
          <p:cNvSpPr/>
          <p:nvPr/>
        </p:nvSpPr>
        <p:spPr>
          <a:xfrm>
            <a:off x="7181280" y="4803120"/>
            <a:ext cx="1028520" cy="28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4.2%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98" name="Rectangle 24"/>
          <p:cNvSpPr/>
          <p:nvPr/>
        </p:nvSpPr>
        <p:spPr>
          <a:xfrm>
            <a:off x="7181280" y="5195160"/>
            <a:ext cx="1028520" cy="28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3.0%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99" name="Rectangle 26"/>
          <p:cNvSpPr/>
          <p:nvPr/>
        </p:nvSpPr>
        <p:spPr>
          <a:xfrm>
            <a:off x="8353080" y="2039400"/>
            <a:ext cx="1028520" cy="28692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-13.2%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00" name="Rectangle 27"/>
          <p:cNvSpPr/>
          <p:nvPr/>
        </p:nvSpPr>
        <p:spPr>
          <a:xfrm>
            <a:off x="8353080" y="4412520"/>
            <a:ext cx="1028520" cy="28692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-5.4%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01" name="Rectangle 28"/>
          <p:cNvSpPr/>
          <p:nvPr/>
        </p:nvSpPr>
        <p:spPr>
          <a:xfrm>
            <a:off x="8353080" y="4803120"/>
            <a:ext cx="1028520" cy="28692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7.6%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02" name="Rectangle 29"/>
          <p:cNvSpPr/>
          <p:nvPr/>
        </p:nvSpPr>
        <p:spPr>
          <a:xfrm>
            <a:off x="8353080" y="5195160"/>
            <a:ext cx="1028520" cy="28692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8.4%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03" name="Rectangle 30"/>
          <p:cNvSpPr/>
          <p:nvPr/>
        </p:nvSpPr>
        <p:spPr>
          <a:xfrm>
            <a:off x="4833360" y="1413360"/>
            <a:ext cx="1028520" cy="28764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0" bIns="54000" anchor="b">
            <a:noAutofit/>
          </a:bodyPr>
          <a:p>
            <a:pPr algn="ctr" defTabSz="457200">
              <a:lnSpc>
                <a:spcPct val="85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CAGR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04" name="AutoShape 33"/>
          <p:cNvSpPr/>
          <p:nvPr/>
        </p:nvSpPr>
        <p:spPr>
          <a:xfrm>
            <a:off x="4657320" y="1847160"/>
            <a:ext cx="107640" cy="672840"/>
          </a:xfrm>
          <a:prstGeom prst="rightBrace">
            <a:avLst>
              <a:gd name="adj1" fmla="val 51961"/>
              <a:gd name="adj2" fmla="val 50000"/>
            </a:avLst>
          </a:prstGeom>
          <a:noFill/>
          <a:ln w="9525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1" lang="de-DE" sz="1200" spc="-21" strike="noStrike" u="sng">
              <a:solidFill>
                <a:srgbClr val="262626"/>
              </a:solidFill>
              <a:uFillTx/>
              <a:latin typeface="본고딕 Normal"/>
              <a:ea typeface="본고딕 Normal"/>
            </a:endParaRPr>
          </a:p>
        </p:txBody>
      </p:sp>
      <p:grpSp>
        <p:nvGrpSpPr>
          <p:cNvPr id="1805" name="Group 64"/>
          <p:cNvGrpSpPr/>
          <p:nvPr/>
        </p:nvGrpSpPr>
        <p:grpSpPr>
          <a:xfrm>
            <a:off x="3398400" y="2753640"/>
            <a:ext cx="1153800" cy="1398240"/>
            <a:chOff x="3398400" y="2753640"/>
            <a:chExt cx="1153800" cy="1398240"/>
          </a:xfrm>
        </p:grpSpPr>
        <p:sp>
          <p:nvSpPr>
            <p:cNvPr id="1806" name="Rectangle 34"/>
            <p:cNvSpPr/>
            <p:nvPr/>
          </p:nvSpPr>
          <p:spPr>
            <a:xfrm>
              <a:off x="3398400" y="3864960"/>
              <a:ext cx="1153800" cy="28692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36000" bIns="36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Institutional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807" name="Rectangle 35"/>
            <p:cNvSpPr/>
            <p:nvPr/>
          </p:nvSpPr>
          <p:spPr>
            <a:xfrm>
              <a:off x="3398400" y="2753640"/>
              <a:ext cx="1153800" cy="28692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36000" bIns="36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Office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1808" name="Rectangle 36"/>
          <p:cNvSpPr/>
          <p:nvPr/>
        </p:nvSpPr>
        <p:spPr>
          <a:xfrm>
            <a:off x="3398400" y="3123720"/>
            <a:ext cx="1153800" cy="28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Commercial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09" name="Rectangle 37"/>
          <p:cNvSpPr/>
          <p:nvPr/>
        </p:nvSpPr>
        <p:spPr>
          <a:xfrm>
            <a:off x="3398400" y="3493440"/>
            <a:ext cx="1153800" cy="28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Industrial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810" name="AutoShape 38"/>
          <p:cNvCxnSpPr>
            <a:stCxn id="1811" idx="3"/>
            <a:endCxn id="1807" idx="1"/>
          </p:cNvCxnSpPr>
          <p:nvPr/>
        </p:nvCxnSpPr>
        <p:spPr>
          <a:xfrm flipV="1">
            <a:off x="3107520" y="2896920"/>
            <a:ext cx="291240" cy="556200"/>
          </a:xfrm>
          <a:prstGeom prst="bentConnector3">
            <a:avLst>
              <a:gd name="adj1" fmla="val 49628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812" name="AutoShape 39"/>
          <p:cNvCxnSpPr>
            <a:stCxn id="1811" idx="3"/>
            <a:endCxn id="1808" idx="1"/>
          </p:cNvCxnSpPr>
          <p:nvPr/>
        </p:nvCxnSpPr>
        <p:spPr>
          <a:xfrm flipV="1">
            <a:off x="3107520" y="3267000"/>
            <a:ext cx="291240" cy="186120"/>
          </a:xfrm>
          <a:prstGeom prst="bentConnector3">
            <a:avLst>
              <a:gd name="adj1" fmla="val 49628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813" name="AutoShape 40"/>
          <p:cNvCxnSpPr>
            <a:stCxn id="1811" idx="3"/>
            <a:endCxn id="1806" idx="1"/>
          </p:cNvCxnSpPr>
          <p:nvPr/>
        </p:nvCxnSpPr>
        <p:spPr>
          <a:xfrm>
            <a:off x="3107520" y="3452760"/>
            <a:ext cx="291240" cy="555840"/>
          </a:xfrm>
          <a:prstGeom prst="bentConnector3">
            <a:avLst>
              <a:gd name="adj1" fmla="val 49628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814" name="AutoShape 41"/>
          <p:cNvCxnSpPr>
            <a:stCxn id="1811" idx="3"/>
            <a:endCxn id="1809" idx="1"/>
          </p:cNvCxnSpPr>
          <p:nvPr/>
        </p:nvCxnSpPr>
        <p:spPr>
          <a:xfrm>
            <a:off x="3107520" y="3452760"/>
            <a:ext cx="291240" cy="184320"/>
          </a:xfrm>
          <a:prstGeom prst="bentConnector3">
            <a:avLst>
              <a:gd name="adj1" fmla="val 49628"/>
            </a:avLst>
          </a:prstGeom>
          <a:ln w="9525">
            <a:solidFill>
              <a:srgbClr val="b6b6b6"/>
            </a:solidFill>
            <a:miter/>
          </a:ln>
        </p:spPr>
      </p:cxnSp>
      <p:sp>
        <p:nvSpPr>
          <p:cNvPr id="1811" name="Rectangle 42"/>
          <p:cNvSpPr/>
          <p:nvPr/>
        </p:nvSpPr>
        <p:spPr>
          <a:xfrm>
            <a:off x="2152080" y="2753640"/>
            <a:ext cx="955440" cy="1398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Non-residential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92" name="Rectangle 43"/>
          <p:cNvSpPr/>
          <p:nvPr/>
        </p:nvSpPr>
        <p:spPr>
          <a:xfrm>
            <a:off x="434520" y="3042720"/>
            <a:ext cx="1255320" cy="818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Construction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15" name="Rectangle 44"/>
          <p:cNvSpPr/>
          <p:nvPr/>
        </p:nvSpPr>
        <p:spPr>
          <a:xfrm>
            <a:off x="7181280" y="3864960"/>
            <a:ext cx="1028520" cy="28692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5.6%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16" name="Rectangle 45"/>
          <p:cNvSpPr/>
          <p:nvPr/>
        </p:nvSpPr>
        <p:spPr>
          <a:xfrm>
            <a:off x="7181280" y="2753640"/>
            <a:ext cx="1028520" cy="28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3.8%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17" name="Rectangle 46"/>
          <p:cNvSpPr/>
          <p:nvPr/>
        </p:nvSpPr>
        <p:spPr>
          <a:xfrm>
            <a:off x="7181280" y="3493440"/>
            <a:ext cx="1028520" cy="28692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6.3%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18" name="Rectangle 47"/>
          <p:cNvSpPr/>
          <p:nvPr/>
        </p:nvSpPr>
        <p:spPr>
          <a:xfrm>
            <a:off x="7181280" y="3123720"/>
            <a:ext cx="1028520" cy="28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4.0%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19" name="Rectangle 48"/>
          <p:cNvSpPr/>
          <p:nvPr/>
        </p:nvSpPr>
        <p:spPr>
          <a:xfrm>
            <a:off x="8353080" y="3864960"/>
            <a:ext cx="1028520" cy="28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4.1%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20" name="Rectangle 49"/>
          <p:cNvSpPr/>
          <p:nvPr/>
        </p:nvSpPr>
        <p:spPr>
          <a:xfrm>
            <a:off x="8353080" y="2753640"/>
            <a:ext cx="1028520" cy="28692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-8.0%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21" name="Rectangle 50"/>
          <p:cNvSpPr/>
          <p:nvPr/>
        </p:nvSpPr>
        <p:spPr>
          <a:xfrm>
            <a:off x="8353080" y="3493440"/>
            <a:ext cx="1028520" cy="28692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-6.3%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22" name="Rectangle 51"/>
          <p:cNvSpPr/>
          <p:nvPr/>
        </p:nvSpPr>
        <p:spPr>
          <a:xfrm>
            <a:off x="8353080" y="3123720"/>
            <a:ext cx="1028520" cy="28692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-6.5%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823" name="AutoShape 52"/>
          <p:cNvCxnSpPr>
            <a:stCxn id="1792" idx="3"/>
            <a:endCxn id="1811" idx="1"/>
          </p:cNvCxnSpPr>
          <p:nvPr/>
        </p:nvCxnSpPr>
        <p:spPr>
          <a:xfrm>
            <a:off x="1689840" y="3452040"/>
            <a:ext cx="462600" cy="1080"/>
          </a:xfrm>
          <a:prstGeom prst="bentConnector3">
            <a:avLst>
              <a:gd name="adj1" fmla="val 49844"/>
            </a:avLst>
          </a:prstGeom>
          <a:ln w="9525">
            <a:solidFill>
              <a:srgbClr val="b6b6b6"/>
            </a:solidFill>
            <a:miter/>
            <a:tailEnd len="lg" type="stealth" w="lg"/>
          </a:ln>
        </p:spPr>
      </p:cxnSp>
      <p:sp>
        <p:nvSpPr>
          <p:cNvPr id="1824" name="AutoShape 54"/>
          <p:cNvSpPr/>
          <p:nvPr/>
        </p:nvSpPr>
        <p:spPr>
          <a:xfrm>
            <a:off x="4647600" y="2753640"/>
            <a:ext cx="126720" cy="1396800"/>
          </a:xfrm>
          <a:prstGeom prst="rightBrace">
            <a:avLst>
              <a:gd name="adj1" fmla="val 91667"/>
              <a:gd name="adj2" fmla="val 50000"/>
            </a:avLst>
          </a:prstGeom>
          <a:noFill/>
          <a:ln w="9525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1" lang="de-DE" sz="1200" spc="-21" strike="noStrike" u="sng">
              <a:solidFill>
                <a:srgbClr val="262626"/>
              </a:solidFill>
              <a:uFillTx/>
              <a:latin typeface="본고딕 Normal"/>
              <a:ea typeface="본고딕 Normal"/>
            </a:endParaRPr>
          </a:p>
        </p:txBody>
      </p:sp>
      <p:sp>
        <p:nvSpPr>
          <p:cNvPr id="1825" name="Rectangle 57"/>
          <p:cNvSpPr/>
          <p:nvPr/>
        </p:nvSpPr>
        <p:spPr>
          <a:xfrm>
            <a:off x="7220160" y="6269040"/>
            <a:ext cx="107640" cy="107640"/>
          </a:xfrm>
          <a:prstGeom prst="rect">
            <a:avLst/>
          </a:prstGeom>
          <a:solidFill>
            <a:srgbClr val="e9b86e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de-DE" sz="10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826" name="Rectangle 58"/>
          <p:cNvSpPr/>
          <p:nvPr/>
        </p:nvSpPr>
        <p:spPr>
          <a:xfrm>
            <a:off x="8391600" y="6269040"/>
            <a:ext cx="107640" cy="10764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de-DE" sz="10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827" name="Rectangle 59"/>
          <p:cNvSpPr/>
          <p:nvPr/>
        </p:nvSpPr>
        <p:spPr>
          <a:xfrm>
            <a:off x="7446600" y="6246360"/>
            <a:ext cx="7304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Growth &gt; 5%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28" name="Rectangle 60"/>
          <p:cNvSpPr/>
          <p:nvPr/>
        </p:nvSpPr>
        <p:spPr>
          <a:xfrm>
            <a:off x="8613360" y="6246360"/>
            <a:ext cx="7304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Growth &lt; 0%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29" name="Rectangle 21"/>
          <p:cNvSpPr/>
          <p:nvPr/>
        </p:nvSpPr>
        <p:spPr>
          <a:xfrm>
            <a:off x="4835160" y="2039400"/>
            <a:ext cx="1028520" cy="28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4.2%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30" name="Rectangle 23"/>
          <p:cNvSpPr/>
          <p:nvPr/>
        </p:nvSpPr>
        <p:spPr>
          <a:xfrm>
            <a:off x="4835160" y="4803120"/>
            <a:ext cx="1028520" cy="28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4.0%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31" name="Rectangle 47"/>
          <p:cNvSpPr/>
          <p:nvPr/>
        </p:nvSpPr>
        <p:spPr>
          <a:xfrm>
            <a:off x="4835160" y="3309480"/>
            <a:ext cx="1028520" cy="28692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5.2%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32" name="AutoShape 33"/>
          <p:cNvSpPr/>
          <p:nvPr/>
        </p:nvSpPr>
        <p:spPr>
          <a:xfrm>
            <a:off x="4657320" y="4412520"/>
            <a:ext cx="107640" cy="1069560"/>
          </a:xfrm>
          <a:prstGeom prst="rightBrace">
            <a:avLst>
              <a:gd name="adj1" fmla="val 82598"/>
              <a:gd name="adj2" fmla="val 50000"/>
            </a:avLst>
          </a:prstGeom>
          <a:noFill/>
          <a:ln w="9525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1" lang="de-DE" sz="1200" spc="-21" strike="noStrike" u="sng">
              <a:solidFill>
                <a:srgbClr val="262626"/>
              </a:solidFill>
              <a:uFillTx/>
              <a:latin typeface="본고딕 Normal"/>
              <a:ea typeface="본고딕 Normal"/>
            </a:endParaRPr>
          </a:p>
        </p:txBody>
      </p:sp>
      <p:sp>
        <p:nvSpPr>
          <p:cNvPr id="1833" name="Rectangle 30"/>
          <p:cNvSpPr/>
          <p:nvPr/>
        </p:nvSpPr>
        <p:spPr>
          <a:xfrm>
            <a:off x="6005160" y="1413360"/>
            <a:ext cx="1028520" cy="28764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0" bIns="54000" anchor="b">
            <a:noAutofit/>
          </a:bodyPr>
          <a:p>
            <a:pPr algn="ctr" defTabSz="457200">
              <a:lnSpc>
                <a:spcPct val="85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Delta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34" name="Rectangle 21"/>
          <p:cNvSpPr/>
          <p:nvPr/>
        </p:nvSpPr>
        <p:spPr>
          <a:xfrm>
            <a:off x="6006600" y="2039400"/>
            <a:ext cx="1028520" cy="28692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-10.0%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35" name="Rectangle 23"/>
          <p:cNvSpPr/>
          <p:nvPr/>
        </p:nvSpPr>
        <p:spPr>
          <a:xfrm>
            <a:off x="6006600" y="4803120"/>
            <a:ext cx="1028520" cy="28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4.6%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36" name="Rectangle 47"/>
          <p:cNvSpPr/>
          <p:nvPr/>
        </p:nvSpPr>
        <p:spPr>
          <a:xfrm>
            <a:off x="6006600" y="3309480"/>
            <a:ext cx="1028520" cy="28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4.4%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37" name="Rectangle 21"/>
          <p:cNvSpPr/>
          <p:nvPr/>
        </p:nvSpPr>
        <p:spPr>
          <a:xfrm>
            <a:off x="7181280" y="5832000"/>
            <a:ext cx="1028520" cy="28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3.8%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38" name="Rectangle 21"/>
          <p:cNvSpPr/>
          <p:nvPr/>
        </p:nvSpPr>
        <p:spPr>
          <a:xfrm>
            <a:off x="4835160" y="5832000"/>
            <a:ext cx="1028520" cy="28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4.5%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39" name="Rectangle 21"/>
          <p:cNvSpPr/>
          <p:nvPr/>
        </p:nvSpPr>
        <p:spPr>
          <a:xfrm>
            <a:off x="6006600" y="5832000"/>
            <a:ext cx="1028520" cy="28692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-1.2%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40" name="Line 177"/>
          <p:cNvSpPr/>
          <p:nvPr/>
        </p:nvSpPr>
        <p:spPr>
          <a:xfrm>
            <a:off x="4833360" y="5663520"/>
            <a:ext cx="4548240" cy="360"/>
          </a:xfrm>
          <a:prstGeom prst="line">
            <a:avLst/>
          </a:prstGeom>
          <a:ln w="9525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841" name="Rectangle 10"/>
          <p:cNvSpPr/>
          <p:nvPr/>
        </p:nvSpPr>
        <p:spPr>
          <a:xfrm>
            <a:off x="2152080" y="5832000"/>
            <a:ext cx="955440" cy="291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Total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42" name="Rectangle 21"/>
          <p:cNvSpPr/>
          <p:nvPr/>
        </p:nvSpPr>
        <p:spPr>
          <a:xfrm>
            <a:off x="8353080" y="5832000"/>
            <a:ext cx="1028520" cy="28692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-5.2%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43" name="Rectangle 25"/>
          <p:cNvSpPr/>
          <p:nvPr/>
        </p:nvSpPr>
        <p:spPr>
          <a:xfrm>
            <a:off x="8353080" y="1413360"/>
            <a:ext cx="1028520" cy="28764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0" bIns="54000" anchor="b">
            <a:noAutofit/>
          </a:bodyPr>
          <a:p>
            <a:pPr algn="ctr" defTabSz="457200">
              <a:lnSpc>
                <a:spcPct val="85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Change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84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84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847" name="PlaceHolder 4"/>
          <p:cNvSpPr>
            <a:spLocks noGrp="1"/>
          </p:cNvSpPr>
          <p:nvPr>
            <p:ph type="sldNum" idx="126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FD19B2E-CC3F-4C09-AEC5-0C948DB65A5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848" name="PlaceHolder 5"/>
          <p:cNvSpPr>
            <a:spLocks noGrp="1"/>
          </p:cNvSpPr>
          <p:nvPr>
            <p:ph type="ftr" idx="127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849" name="Rectangle 5"/>
          <p:cNvSpPr/>
          <p:nvPr/>
        </p:nvSpPr>
        <p:spPr>
          <a:xfrm>
            <a:off x="471600" y="3444480"/>
            <a:ext cx="2452320" cy="10551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평등히 노력함을 원칙으로 한다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.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50" name="Rectangle 7"/>
          <p:cNvSpPr/>
          <p:nvPr/>
        </p:nvSpPr>
        <p:spPr>
          <a:xfrm>
            <a:off x="3726000" y="2393640"/>
            <a:ext cx="2452320" cy="10551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평등히 노력함을 원칙으로 한다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.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51" name="Rectangle 9"/>
          <p:cNvSpPr/>
          <p:nvPr/>
        </p:nvSpPr>
        <p:spPr>
          <a:xfrm>
            <a:off x="3726000" y="4495320"/>
            <a:ext cx="2452320" cy="10551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평등히 노력함을 원칙으로 한다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.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852" name="AutoShape 10"/>
          <p:cNvCxnSpPr>
            <a:stCxn id="1849" idx="3"/>
            <a:endCxn id="1850" idx="1"/>
          </p:cNvCxnSpPr>
          <p:nvPr/>
        </p:nvCxnSpPr>
        <p:spPr>
          <a:xfrm flipV="1">
            <a:off x="2923920" y="2921040"/>
            <a:ext cx="802440" cy="1051200"/>
          </a:xfrm>
          <a:prstGeom prst="bentConnector3">
            <a:avLst>
              <a:gd name="adj1" fmla="val 49955"/>
            </a:avLst>
          </a:prstGeom>
          <a:ln w="12700">
            <a:solidFill>
              <a:srgbClr val="bfbfbf"/>
            </a:solidFill>
            <a:miter/>
          </a:ln>
        </p:spPr>
      </p:cxnSp>
      <p:cxnSp>
        <p:nvCxnSpPr>
          <p:cNvPr id="1853" name="AutoShape 11"/>
          <p:cNvCxnSpPr>
            <a:stCxn id="1849" idx="3"/>
            <a:endCxn id="1851" idx="1"/>
          </p:cNvCxnSpPr>
          <p:nvPr/>
        </p:nvCxnSpPr>
        <p:spPr>
          <a:xfrm>
            <a:off x="2923920" y="3971880"/>
            <a:ext cx="802440" cy="1051200"/>
          </a:xfrm>
          <a:prstGeom prst="bentConnector3">
            <a:avLst>
              <a:gd name="adj1" fmla="val 49955"/>
            </a:avLst>
          </a:prstGeom>
          <a:ln w="12700">
            <a:solidFill>
              <a:srgbClr val="bfbfbf"/>
            </a:solidFill>
            <a:miter/>
          </a:ln>
        </p:spPr>
      </p:cxnSp>
      <p:sp>
        <p:nvSpPr>
          <p:cNvPr id="1854" name="Oval 12"/>
          <p:cNvSpPr/>
          <p:nvPr/>
        </p:nvSpPr>
        <p:spPr>
          <a:xfrm>
            <a:off x="3159000" y="2760120"/>
            <a:ext cx="313920" cy="30456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본고딕 Normal"/>
              </a:rPr>
              <a:t>Y</a:t>
            </a:r>
            <a:endParaRPr b="0" lang="en-US" sz="1200" spc="-1" strike="noStrike">
              <a:solidFill>
                <a:srgbClr val="ffffff"/>
              </a:solidFill>
              <a:latin typeface="맑은 고딕"/>
            </a:endParaRPr>
          </a:p>
        </p:txBody>
      </p:sp>
      <p:cxnSp>
        <p:nvCxnSpPr>
          <p:cNvPr id="1855" name="AutoShape 15"/>
          <p:cNvCxnSpPr>
            <a:stCxn id="1850" idx="3"/>
            <a:endCxn id="1856" idx="1"/>
          </p:cNvCxnSpPr>
          <p:nvPr/>
        </p:nvCxnSpPr>
        <p:spPr>
          <a:xfrm flipV="1">
            <a:off x="6178320" y="2392920"/>
            <a:ext cx="936000" cy="528480"/>
          </a:xfrm>
          <a:prstGeom prst="bentConnector3">
            <a:avLst>
              <a:gd name="adj1" fmla="val 50019"/>
            </a:avLst>
          </a:prstGeom>
          <a:ln w="12700">
            <a:solidFill>
              <a:srgbClr val="bfbfbf"/>
            </a:solidFill>
            <a:miter/>
          </a:ln>
        </p:spPr>
      </p:cxnSp>
      <p:cxnSp>
        <p:nvCxnSpPr>
          <p:cNvPr id="1857" name="AutoShape 16"/>
          <p:cNvCxnSpPr>
            <a:stCxn id="1850" idx="3"/>
            <a:endCxn id="1858" idx="1"/>
          </p:cNvCxnSpPr>
          <p:nvPr/>
        </p:nvCxnSpPr>
        <p:spPr>
          <a:xfrm>
            <a:off x="6178320" y="2921040"/>
            <a:ext cx="935640" cy="521640"/>
          </a:xfrm>
          <a:prstGeom prst="bentConnector3">
            <a:avLst>
              <a:gd name="adj1" fmla="val 49961"/>
            </a:avLst>
          </a:prstGeom>
          <a:ln w="12700">
            <a:solidFill>
              <a:srgbClr val="bfbfbf"/>
            </a:solidFill>
            <a:miter/>
          </a:ln>
        </p:spPr>
      </p:cxnSp>
      <p:sp>
        <p:nvSpPr>
          <p:cNvPr id="1859" name="Oval 17"/>
          <p:cNvSpPr/>
          <p:nvPr/>
        </p:nvSpPr>
        <p:spPr>
          <a:xfrm>
            <a:off x="6481800" y="3293640"/>
            <a:ext cx="313920" cy="3045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본고딕 Normal"/>
              </a:rPr>
              <a:t>N</a:t>
            </a:r>
            <a:endParaRPr b="0" lang="en-US" sz="12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856" name="Rectangle 13"/>
          <p:cNvSpPr/>
          <p:nvPr/>
        </p:nvSpPr>
        <p:spPr>
          <a:xfrm>
            <a:off x="7113960" y="2202840"/>
            <a:ext cx="2187360" cy="3805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58" name="Rectangle 18"/>
          <p:cNvSpPr/>
          <p:nvPr/>
        </p:nvSpPr>
        <p:spPr>
          <a:xfrm>
            <a:off x="7113600" y="3252240"/>
            <a:ext cx="2187360" cy="3805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60" name="Rectangle 14"/>
          <p:cNvSpPr/>
          <p:nvPr/>
        </p:nvSpPr>
        <p:spPr>
          <a:xfrm>
            <a:off x="7113600" y="5351040"/>
            <a:ext cx="2187360" cy="3805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61" name="Rectangle 19"/>
          <p:cNvSpPr/>
          <p:nvPr/>
        </p:nvSpPr>
        <p:spPr>
          <a:xfrm>
            <a:off x="7113960" y="4301640"/>
            <a:ext cx="2187360" cy="3805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862" name="AutoShape 20"/>
          <p:cNvCxnSpPr>
            <a:stCxn id="1851" idx="3"/>
            <a:endCxn id="1861" idx="1"/>
          </p:cNvCxnSpPr>
          <p:nvPr/>
        </p:nvCxnSpPr>
        <p:spPr>
          <a:xfrm flipV="1">
            <a:off x="6178320" y="4491720"/>
            <a:ext cx="936000" cy="531360"/>
          </a:xfrm>
          <a:prstGeom prst="bentConnector3">
            <a:avLst>
              <a:gd name="adj1" fmla="val 50019"/>
            </a:avLst>
          </a:prstGeom>
          <a:ln w="12700">
            <a:solidFill>
              <a:srgbClr val="bfbfbf"/>
            </a:solidFill>
            <a:miter/>
          </a:ln>
        </p:spPr>
      </p:cxnSp>
      <p:cxnSp>
        <p:nvCxnSpPr>
          <p:cNvPr id="1863" name="AutoShape 21"/>
          <p:cNvCxnSpPr>
            <a:stCxn id="1851" idx="3"/>
            <a:endCxn id="1860" idx="1"/>
          </p:cNvCxnSpPr>
          <p:nvPr/>
        </p:nvCxnSpPr>
        <p:spPr>
          <a:xfrm>
            <a:off x="6178320" y="5022720"/>
            <a:ext cx="935640" cy="518760"/>
          </a:xfrm>
          <a:prstGeom prst="bentConnector3">
            <a:avLst>
              <a:gd name="adj1" fmla="val 49961"/>
            </a:avLst>
          </a:prstGeom>
          <a:ln w="12700">
            <a:solidFill>
              <a:srgbClr val="bfbfbf"/>
            </a:solidFill>
            <a:miter/>
          </a:ln>
        </p:spPr>
      </p:cxnSp>
      <p:sp>
        <p:nvSpPr>
          <p:cNvPr id="1864" name="Oval 22"/>
          <p:cNvSpPr/>
          <p:nvPr/>
        </p:nvSpPr>
        <p:spPr>
          <a:xfrm>
            <a:off x="3159000" y="4871520"/>
            <a:ext cx="313920" cy="3045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본고딕 Normal"/>
              </a:rPr>
              <a:t>N</a:t>
            </a:r>
            <a:endParaRPr b="0" lang="en-US" sz="12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865" name="Oval 23"/>
          <p:cNvSpPr/>
          <p:nvPr/>
        </p:nvSpPr>
        <p:spPr>
          <a:xfrm>
            <a:off x="6481800" y="2241000"/>
            <a:ext cx="313920" cy="30456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본고딕 Normal"/>
              </a:rPr>
              <a:t>Y</a:t>
            </a:r>
            <a:endParaRPr b="0" lang="en-US" sz="12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866" name="Oval 24"/>
          <p:cNvSpPr/>
          <p:nvPr/>
        </p:nvSpPr>
        <p:spPr>
          <a:xfrm>
            <a:off x="6481800" y="5395320"/>
            <a:ext cx="313920" cy="3045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본고딕 Normal"/>
              </a:rPr>
              <a:t>N</a:t>
            </a:r>
            <a:endParaRPr b="0" lang="en-US" sz="12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867" name="Oval 25"/>
          <p:cNvSpPr/>
          <p:nvPr/>
        </p:nvSpPr>
        <p:spPr>
          <a:xfrm>
            <a:off x="6481800" y="4343040"/>
            <a:ext cx="313920" cy="30456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본고딕 Normal"/>
              </a:rPr>
              <a:t>Y</a:t>
            </a:r>
            <a:endParaRPr b="0" lang="en-US" sz="12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868" name="Rectangle 4"/>
          <p:cNvSpPr/>
          <p:nvPr/>
        </p:nvSpPr>
        <p:spPr>
          <a:xfrm>
            <a:off x="471600" y="3063600"/>
            <a:ext cx="2452320" cy="38052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69" name="Rectangle 6"/>
          <p:cNvSpPr/>
          <p:nvPr/>
        </p:nvSpPr>
        <p:spPr>
          <a:xfrm>
            <a:off x="3726000" y="2012400"/>
            <a:ext cx="2452320" cy="38052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70" name="Rectangle 8"/>
          <p:cNvSpPr/>
          <p:nvPr/>
        </p:nvSpPr>
        <p:spPr>
          <a:xfrm>
            <a:off x="3726000" y="4114440"/>
            <a:ext cx="2452320" cy="38052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71" name="Rectangle 16"/>
          <p:cNvSpPr/>
          <p:nvPr/>
        </p:nvSpPr>
        <p:spPr>
          <a:xfrm>
            <a:off x="7034040" y="3177000"/>
            <a:ext cx="2340000" cy="157680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87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874" name="Rectangle 59"/>
          <p:cNvSpPr/>
          <p:nvPr/>
        </p:nvSpPr>
        <p:spPr>
          <a:xfrm>
            <a:off x="3078360" y="2269800"/>
            <a:ext cx="4830840" cy="238644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Rolling stages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7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876" name="PlaceHolder 4"/>
          <p:cNvSpPr>
            <a:spLocks noGrp="1"/>
          </p:cNvSpPr>
          <p:nvPr>
            <p:ph/>
          </p:nvPr>
        </p:nvSpPr>
        <p:spPr>
          <a:xfrm>
            <a:off x="612000" y="5173920"/>
            <a:ext cx="5387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2452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Standard (-izable) part of long rolling mill</a:t>
            </a:r>
            <a:endParaRPr b="0" lang="en-US" sz="1200" spc="-1" strike="noStrike">
              <a:solidFill>
                <a:schemeClr val="dk1"/>
              </a:solidFill>
              <a:latin typeface="본고딕 Norma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2452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Different numbers of stands on particular stages for reducing and sizing of steel</a:t>
            </a:r>
            <a:endParaRPr b="0" lang="en-US" sz="1200" spc="-1" strike="noStrike">
              <a:solidFill>
                <a:schemeClr val="dk1"/>
              </a:solidFill>
              <a:latin typeface="본고딕 Norma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2452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Shears potentially included between stages</a:t>
            </a:r>
            <a:endParaRPr b="0" lang="en-US" sz="12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1877" name="PlaceHolder 5"/>
          <p:cNvSpPr>
            <a:spLocks noGrp="1"/>
          </p:cNvSpPr>
          <p:nvPr>
            <p:ph type="sldNum" idx="128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9693596-D585-461B-B245-10716C199AE0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878" name="PlaceHolder 6"/>
          <p:cNvSpPr>
            <a:spLocks noGrp="1"/>
          </p:cNvSpPr>
          <p:nvPr>
            <p:ph type="ftr" idx="129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879" name="Rectangle 5"/>
          <p:cNvSpPr/>
          <p:nvPr/>
        </p:nvSpPr>
        <p:spPr>
          <a:xfrm>
            <a:off x="362520" y="1766520"/>
            <a:ext cx="5420160" cy="21564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0" bIns="36000" anchor="b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80" name="Rectangle 6"/>
          <p:cNvSpPr/>
          <p:nvPr/>
        </p:nvSpPr>
        <p:spPr>
          <a:xfrm>
            <a:off x="6141600" y="1766520"/>
            <a:ext cx="3333240" cy="21564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0" bIns="36000" anchor="b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81" name="Rectangle 8"/>
          <p:cNvSpPr/>
          <p:nvPr/>
        </p:nvSpPr>
        <p:spPr>
          <a:xfrm>
            <a:off x="411840" y="2951640"/>
            <a:ext cx="1223640" cy="719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0000" bIns="90000" anchor="ctr">
            <a:noAutofit/>
          </a:bodyPr>
          <a:p>
            <a:pPr algn="ctr" defTabSz="457200">
              <a:lnSpc>
                <a:spcPct val="12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Furnace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82" name="Rectangle 9"/>
          <p:cNvSpPr/>
          <p:nvPr/>
        </p:nvSpPr>
        <p:spPr>
          <a:xfrm>
            <a:off x="1794240" y="2951640"/>
            <a:ext cx="1223640" cy="719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Continuous Caster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83" name="Rectangle 10"/>
          <p:cNvSpPr/>
          <p:nvPr/>
        </p:nvSpPr>
        <p:spPr>
          <a:xfrm>
            <a:off x="3176640" y="2951640"/>
            <a:ext cx="1223640" cy="719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Normal"/>
              </a:rPr>
              <a:t>Roughing mill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84" name="Rectangle 11"/>
          <p:cNvSpPr/>
          <p:nvPr/>
        </p:nvSpPr>
        <p:spPr>
          <a:xfrm>
            <a:off x="4559040" y="2951640"/>
            <a:ext cx="1223640" cy="719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finishing mill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85" name="AutoShape 20"/>
          <p:cNvSpPr/>
          <p:nvPr/>
        </p:nvSpPr>
        <p:spPr>
          <a:xfrm rot="16200000">
            <a:off x="2957040" y="2240280"/>
            <a:ext cx="279000" cy="5369760"/>
          </a:xfrm>
          <a:prstGeom prst="leftBrace">
            <a:avLst>
              <a:gd name="adj1" fmla="val 147822"/>
              <a:gd name="adj2" fmla="val 50000"/>
            </a:avLst>
          </a:prstGeom>
          <a:noFill/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0000" bIns="90000" anchor="ctr" vert="eaVer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de-DE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886" name="Rectangle 22"/>
          <p:cNvSpPr/>
          <p:nvPr/>
        </p:nvSpPr>
        <p:spPr>
          <a:xfrm>
            <a:off x="6431760" y="5148360"/>
            <a:ext cx="3105360" cy="12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000" tIns="45000" bIns="45000" anchor="t">
            <a:noAutofit/>
          </a:bodyPr>
          <a:p>
            <a:pPr lvl="1" marL="142920" indent="-141120" defTabSz="457200">
              <a:lnSpc>
                <a:spcPct val="120000"/>
              </a:lnSpc>
              <a:spcBef>
                <a:spcPts val="119"/>
              </a:spcBef>
              <a:buClr>
                <a:srgbClr val="002452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굴림"/>
              </a:rPr>
              <a:t>Specialized, tailor-made equipment for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1440" defTabSz="457200">
              <a:lnSpc>
                <a:spcPct val="120000"/>
              </a:lnSpc>
              <a:spcBef>
                <a:spcPts val="11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굴림"/>
              </a:rPr>
              <a:t>     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굴림"/>
              </a:rPr>
              <a:t>product finishing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142920" indent="-141120" defTabSz="457200">
              <a:lnSpc>
                <a:spcPct val="120000"/>
              </a:lnSpc>
              <a:spcBef>
                <a:spcPts val="119"/>
              </a:spcBef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굴림"/>
              </a:rPr>
              <a:t>Decisive stage for productivity (speed)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1440" defTabSz="457200">
              <a:lnSpc>
                <a:spcPct val="120000"/>
              </a:lnSpc>
              <a:spcBef>
                <a:spcPts val="11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굴림"/>
              </a:rPr>
              <a:t>     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굴림"/>
              </a:rPr>
              <a:t>and quality of production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87" name="AutoShape 25"/>
          <p:cNvSpPr/>
          <p:nvPr/>
        </p:nvSpPr>
        <p:spPr>
          <a:xfrm rot="16200000">
            <a:off x="7699320" y="3288960"/>
            <a:ext cx="279000" cy="3272400"/>
          </a:xfrm>
          <a:prstGeom prst="leftBrace">
            <a:avLst>
              <a:gd name="adj1" fmla="val 105114"/>
              <a:gd name="adj2" fmla="val 50000"/>
            </a:avLst>
          </a:prstGeom>
          <a:noFill/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0000" bIns="90000" anchor="ctr" vert="eaVer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de-DE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888" name="Rectangle 12"/>
          <p:cNvSpPr/>
          <p:nvPr/>
        </p:nvSpPr>
        <p:spPr>
          <a:xfrm>
            <a:off x="6575400" y="2361240"/>
            <a:ext cx="1223640" cy="719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Reinforcing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Bar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89" name="Rectangle 13"/>
          <p:cNvSpPr/>
          <p:nvPr/>
        </p:nvSpPr>
        <p:spPr>
          <a:xfrm>
            <a:off x="6575400" y="3542400"/>
            <a:ext cx="1223640" cy="719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 </a:t>
            </a: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H-sections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90" name="Rectangle 19"/>
          <p:cNvSpPr/>
          <p:nvPr/>
        </p:nvSpPr>
        <p:spPr>
          <a:xfrm>
            <a:off x="6015600" y="3186720"/>
            <a:ext cx="10364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and / or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891" name="AutoShape 34"/>
          <p:cNvCxnSpPr>
            <a:stCxn id="1881" idx="3"/>
            <a:endCxn id="1882" idx="1"/>
          </p:cNvCxnSpPr>
          <p:nvPr/>
        </p:nvCxnSpPr>
        <p:spPr>
          <a:xfrm>
            <a:off x="1635480" y="3311280"/>
            <a:ext cx="159120" cy="36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triangle" w="med"/>
          </a:ln>
        </p:spPr>
      </p:cxnSp>
      <p:cxnSp>
        <p:nvCxnSpPr>
          <p:cNvPr id="1892" name="AutoShape 35"/>
          <p:cNvCxnSpPr>
            <a:stCxn id="1882" idx="3"/>
            <a:endCxn id="1883" idx="1"/>
          </p:cNvCxnSpPr>
          <p:nvPr/>
        </p:nvCxnSpPr>
        <p:spPr>
          <a:xfrm>
            <a:off x="3017880" y="3311280"/>
            <a:ext cx="159120" cy="36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triangle" w="med"/>
          </a:ln>
        </p:spPr>
      </p:cxnSp>
      <p:cxnSp>
        <p:nvCxnSpPr>
          <p:cNvPr id="1893" name="AutoShape 36"/>
          <p:cNvCxnSpPr>
            <a:stCxn id="1883" idx="3"/>
            <a:endCxn id="1884" idx="1"/>
          </p:cNvCxnSpPr>
          <p:nvPr/>
        </p:nvCxnSpPr>
        <p:spPr>
          <a:xfrm>
            <a:off x="4400280" y="3311280"/>
            <a:ext cx="159120" cy="36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triangle" w="med"/>
          </a:ln>
        </p:spPr>
      </p:cxnSp>
      <p:cxnSp>
        <p:nvCxnSpPr>
          <p:cNvPr id="1894" name="AutoShape 43"/>
          <p:cNvCxnSpPr>
            <a:stCxn id="1884" idx="3"/>
            <a:endCxn id="1888" idx="1"/>
          </p:cNvCxnSpPr>
          <p:nvPr/>
        </p:nvCxnSpPr>
        <p:spPr>
          <a:xfrm flipV="1">
            <a:off x="5782680" y="2720880"/>
            <a:ext cx="793080" cy="590760"/>
          </a:xfrm>
          <a:prstGeom prst="bentConnector3">
            <a:avLst>
              <a:gd name="adj1" fmla="val 50000"/>
            </a:avLst>
          </a:prstGeom>
          <a:ln w="6350">
            <a:solidFill>
              <a:srgbClr val="757575"/>
            </a:solidFill>
            <a:miter/>
            <a:tailEnd len="med" type="triangle" w="med"/>
          </a:ln>
        </p:spPr>
      </p:cxnSp>
      <p:cxnSp>
        <p:nvCxnSpPr>
          <p:cNvPr id="1895" name="AutoShape 44"/>
          <p:cNvCxnSpPr>
            <a:stCxn id="1884" idx="3"/>
            <a:endCxn id="1889" idx="1"/>
          </p:cNvCxnSpPr>
          <p:nvPr/>
        </p:nvCxnSpPr>
        <p:spPr>
          <a:xfrm>
            <a:off x="5782680" y="3311280"/>
            <a:ext cx="793080" cy="591120"/>
          </a:xfrm>
          <a:prstGeom prst="bentConnector3">
            <a:avLst>
              <a:gd name="adj1" fmla="val 50000"/>
            </a:avLst>
          </a:prstGeom>
          <a:ln w="6350">
            <a:solidFill>
              <a:srgbClr val="757575"/>
            </a:solidFill>
            <a:miter/>
            <a:tailEnd len="med" type="triangle" w="med"/>
          </a:ln>
        </p:spPr>
      </p:cxnSp>
      <p:cxnSp>
        <p:nvCxnSpPr>
          <p:cNvPr id="1896" name="AutoShape 36"/>
          <p:cNvCxnSpPr/>
          <p:nvPr/>
        </p:nvCxnSpPr>
        <p:spPr>
          <a:xfrm>
            <a:off x="7799040" y="2718360"/>
            <a:ext cx="396360" cy="36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triangle" w="med"/>
          </a:ln>
        </p:spPr>
      </p:cxnSp>
      <p:cxnSp>
        <p:nvCxnSpPr>
          <p:cNvPr id="1897" name="AutoShape 36"/>
          <p:cNvCxnSpPr/>
          <p:nvPr/>
        </p:nvCxnSpPr>
        <p:spPr>
          <a:xfrm>
            <a:off x="7799040" y="3894480"/>
            <a:ext cx="396360" cy="36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89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90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901" name="PlaceHolder 4"/>
          <p:cNvSpPr>
            <a:spLocks noGrp="1"/>
          </p:cNvSpPr>
          <p:nvPr>
            <p:ph type="sldNum" idx="130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A643298-79C9-4645-8166-37D632ED9B4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902" name="PlaceHolder 5"/>
          <p:cNvSpPr>
            <a:spLocks noGrp="1"/>
          </p:cNvSpPr>
          <p:nvPr>
            <p:ph type="ftr" idx="131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pSp>
        <p:nvGrpSpPr>
          <p:cNvPr id="1903" name="그룹 5"/>
          <p:cNvGrpSpPr/>
          <p:nvPr/>
        </p:nvGrpSpPr>
        <p:grpSpPr>
          <a:xfrm>
            <a:off x="2579040" y="2078280"/>
            <a:ext cx="4488480" cy="577800"/>
            <a:chOff x="2579040" y="2078280"/>
            <a:chExt cx="4488480" cy="577800"/>
          </a:xfrm>
        </p:grpSpPr>
        <p:grpSp>
          <p:nvGrpSpPr>
            <p:cNvPr id="1904" name="그룹 19"/>
            <p:cNvGrpSpPr/>
            <p:nvPr/>
          </p:nvGrpSpPr>
          <p:grpSpPr>
            <a:xfrm>
              <a:off x="2579040" y="2404080"/>
              <a:ext cx="4488480" cy="252000"/>
              <a:chOff x="2579040" y="2404080"/>
              <a:chExt cx="4488480" cy="252000"/>
            </a:xfrm>
          </p:grpSpPr>
          <p:cxnSp>
            <p:nvCxnSpPr>
              <p:cNvPr id="1905" name="직선 연결선 21"/>
              <p:cNvCxnSpPr/>
              <p:nvPr/>
            </p:nvCxnSpPr>
            <p:spPr>
              <a:xfrm flipV="1">
                <a:off x="7067520" y="2404080"/>
                <a:ext cx="360" cy="252360"/>
              </a:xfrm>
              <a:prstGeom prst="straightConnector1">
                <a:avLst/>
              </a:prstGeom>
              <a:ln>
                <a:solidFill>
                  <a:srgbClr val="757575"/>
                </a:solidFill>
              </a:ln>
            </p:spPr>
          </p:cxnSp>
          <p:cxnSp>
            <p:nvCxnSpPr>
              <p:cNvPr id="1906" name="직선 연결선 22"/>
              <p:cNvCxnSpPr/>
              <p:nvPr/>
            </p:nvCxnSpPr>
            <p:spPr>
              <a:xfrm flipV="1">
                <a:off x="2579040" y="2404080"/>
                <a:ext cx="360" cy="252360"/>
              </a:xfrm>
              <a:prstGeom prst="straightConnector1">
                <a:avLst/>
              </a:prstGeom>
              <a:ln>
                <a:solidFill>
                  <a:srgbClr val="757575"/>
                </a:solidFill>
              </a:ln>
            </p:spPr>
          </p:cxnSp>
          <p:cxnSp>
            <p:nvCxnSpPr>
              <p:cNvPr id="1907" name="직선 연결선 23"/>
              <p:cNvCxnSpPr/>
              <p:nvPr/>
            </p:nvCxnSpPr>
            <p:spPr>
              <a:xfrm>
                <a:off x="2579040" y="2411640"/>
                <a:ext cx="4488840" cy="360"/>
              </a:xfrm>
              <a:prstGeom prst="straightConnector1">
                <a:avLst/>
              </a:prstGeom>
              <a:ln>
                <a:solidFill>
                  <a:srgbClr val="757575"/>
                </a:solidFill>
              </a:ln>
            </p:spPr>
          </p:cxnSp>
          <p:cxnSp>
            <p:nvCxnSpPr>
              <p:cNvPr id="1908" name="직선 연결선 24"/>
              <p:cNvCxnSpPr/>
              <p:nvPr/>
            </p:nvCxnSpPr>
            <p:spPr>
              <a:xfrm flipV="1">
                <a:off x="4834440" y="2404080"/>
                <a:ext cx="360" cy="252360"/>
              </a:xfrm>
              <a:prstGeom prst="straightConnector1">
                <a:avLst/>
              </a:prstGeom>
              <a:ln>
                <a:solidFill>
                  <a:srgbClr val="757575"/>
                </a:solidFill>
              </a:ln>
            </p:spPr>
          </p:cxnSp>
        </p:grpSp>
        <p:cxnSp>
          <p:nvCxnSpPr>
            <p:cNvPr id="1909" name="직선 연결선 20"/>
            <p:cNvCxnSpPr/>
            <p:nvPr/>
          </p:nvCxnSpPr>
          <p:spPr>
            <a:xfrm flipV="1">
              <a:off x="4834440" y="2078280"/>
              <a:ext cx="360" cy="330120"/>
            </a:xfrm>
            <a:prstGeom prst="straightConnector1">
              <a:avLst/>
            </a:prstGeom>
            <a:ln>
              <a:solidFill>
                <a:srgbClr val="757575"/>
              </a:solidFill>
            </a:ln>
          </p:spPr>
        </p:cxnSp>
      </p:grpSp>
      <p:sp>
        <p:nvSpPr>
          <p:cNvPr id="1910" name="직사각형 6"/>
          <p:cNvSpPr/>
          <p:nvPr/>
        </p:nvSpPr>
        <p:spPr>
          <a:xfrm>
            <a:off x="3754800" y="1659960"/>
            <a:ext cx="2159640" cy="46764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Text</a:t>
            </a:r>
            <a:endParaRPr b="0" lang="en-US" sz="16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911" name="직사각형 16"/>
          <p:cNvSpPr/>
          <p:nvPr/>
        </p:nvSpPr>
        <p:spPr>
          <a:xfrm>
            <a:off x="6257520" y="3117600"/>
            <a:ext cx="2519640" cy="2843640"/>
          </a:xfrm>
          <a:prstGeom prst="rect">
            <a:avLst/>
          </a:prstGeom>
          <a:solidFill>
            <a:schemeClr val="bg1"/>
          </a:solidFill>
          <a:ln w="317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08000" rIns="108000" tIns="108000" bIns="108000" anchor="t">
            <a:noAutofit/>
          </a:bodyPr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12" name="직사각형 17"/>
          <p:cNvSpPr/>
          <p:nvPr/>
        </p:nvSpPr>
        <p:spPr>
          <a:xfrm>
            <a:off x="6257520" y="2649600"/>
            <a:ext cx="2519640" cy="467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Text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13" name="직사각형 13"/>
          <p:cNvSpPr/>
          <p:nvPr/>
        </p:nvSpPr>
        <p:spPr>
          <a:xfrm>
            <a:off x="858240" y="3117600"/>
            <a:ext cx="2519640" cy="2843640"/>
          </a:xfrm>
          <a:prstGeom prst="rect">
            <a:avLst/>
          </a:prstGeom>
          <a:solidFill>
            <a:schemeClr val="bg1"/>
          </a:solidFill>
          <a:ln w="317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08000" rIns="108000" tIns="108000" bIns="108000" anchor="t">
            <a:noAutofit/>
          </a:bodyPr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14" name="직사각형 14"/>
          <p:cNvSpPr/>
          <p:nvPr/>
        </p:nvSpPr>
        <p:spPr>
          <a:xfrm>
            <a:off x="858240" y="2649600"/>
            <a:ext cx="2519640" cy="467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Text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15" name="직사각형 10"/>
          <p:cNvSpPr/>
          <p:nvPr/>
        </p:nvSpPr>
        <p:spPr>
          <a:xfrm>
            <a:off x="3557880" y="3117600"/>
            <a:ext cx="2519640" cy="2843640"/>
          </a:xfrm>
          <a:prstGeom prst="rect">
            <a:avLst/>
          </a:prstGeom>
          <a:solidFill>
            <a:schemeClr val="bg1"/>
          </a:solidFill>
          <a:ln w="317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08000" rIns="108000" tIns="108000" bIns="108000" anchor="t">
            <a:noAutofit/>
          </a:bodyPr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16" name="직사각형 11"/>
          <p:cNvSpPr/>
          <p:nvPr/>
        </p:nvSpPr>
        <p:spPr>
          <a:xfrm>
            <a:off x="3557880" y="2649600"/>
            <a:ext cx="2519640" cy="467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Text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9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cxnSp>
        <p:nvCxnSpPr>
          <p:cNvPr id="1919" name="직선 연결선 46"/>
          <p:cNvCxnSpPr/>
          <p:nvPr/>
        </p:nvCxnSpPr>
        <p:spPr>
          <a:xfrm>
            <a:off x="4779000" y="2889000"/>
            <a:ext cx="360360" cy="36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sp>
        <p:nvSpPr>
          <p:cNvPr id="192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921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922" name="PlaceHolder 5"/>
          <p:cNvSpPr>
            <a:spLocks noGrp="1"/>
          </p:cNvSpPr>
          <p:nvPr>
            <p:ph type="sldNum" idx="132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4A5F4BA-00AE-47B1-863A-9F903ABE4D3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923" name="PlaceHolder 6"/>
          <p:cNvSpPr>
            <a:spLocks noGrp="1"/>
          </p:cNvSpPr>
          <p:nvPr>
            <p:ph type="ftr" idx="133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924" name="자유형 5"/>
          <p:cNvSpPr/>
          <p:nvPr/>
        </p:nvSpPr>
        <p:spPr>
          <a:xfrm>
            <a:off x="4962600" y="2407320"/>
            <a:ext cx="1473480" cy="1120320"/>
          </a:xfrm>
          <a:custGeom>
            <a:avLst/>
            <a:gdLst/>
            <a:ahLst/>
            <a:rect l="l" t="t" r="r" b="b"/>
            <a:pathLst>
              <a:path w="1473853" h="1120615">
                <a:moveTo>
                  <a:pt x="0" y="0"/>
                </a:moveTo>
                <a:lnTo>
                  <a:pt x="0" y="992719"/>
                </a:lnTo>
                <a:lnTo>
                  <a:pt x="1473853" y="992719"/>
                </a:lnTo>
                <a:lnTo>
                  <a:pt x="1473853" y="1120615"/>
                </a:lnTo>
              </a:path>
            </a:pathLst>
          </a:custGeom>
          <a:noFill/>
          <a:ln w="12700">
            <a:solidFill>
              <a:srgbClr val="bfbf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925" name="자유형 6"/>
          <p:cNvSpPr/>
          <p:nvPr/>
        </p:nvSpPr>
        <p:spPr>
          <a:xfrm>
            <a:off x="3485520" y="2407320"/>
            <a:ext cx="1473480" cy="1120320"/>
          </a:xfrm>
          <a:custGeom>
            <a:avLst/>
            <a:gdLst/>
            <a:ahLst/>
            <a:rect l="l" t="t" r="r" b="b"/>
            <a:pathLst>
              <a:path w="1473853" h="1120615">
                <a:moveTo>
                  <a:pt x="1473853" y="0"/>
                </a:moveTo>
                <a:lnTo>
                  <a:pt x="1473853" y="992719"/>
                </a:lnTo>
                <a:lnTo>
                  <a:pt x="0" y="992719"/>
                </a:lnTo>
                <a:lnTo>
                  <a:pt x="0" y="1120615"/>
                </a:lnTo>
              </a:path>
            </a:pathLst>
          </a:custGeom>
          <a:noFill/>
          <a:ln w="6350">
            <a:solidFill>
              <a:srgbClr val="7575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cxnSp>
        <p:nvCxnSpPr>
          <p:cNvPr id="1926" name="직선 연결선 8"/>
          <p:cNvCxnSpPr/>
          <p:nvPr/>
        </p:nvCxnSpPr>
        <p:spPr>
          <a:xfrm>
            <a:off x="4959720" y="3396960"/>
            <a:ext cx="360" cy="13140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sp>
        <p:nvSpPr>
          <p:cNvPr id="1927" name="자유형 11"/>
          <p:cNvSpPr/>
          <p:nvPr/>
        </p:nvSpPr>
        <p:spPr>
          <a:xfrm>
            <a:off x="4353480" y="1798200"/>
            <a:ext cx="1217880" cy="608760"/>
          </a:xfrm>
          <a:custGeom>
            <a:avLst/>
            <a:gdLst>
              <a:gd name="textAreaLeft" fmla="*/ 0 w 1217880"/>
              <a:gd name="textAreaRight" fmla="*/ 1218240 w 1217880"/>
              <a:gd name="textAreaTop" fmla="*/ 0 h 608760"/>
              <a:gd name="textAreaBottom" fmla="*/ 609120 h 60876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CEO</a:t>
            </a:r>
            <a:endParaRPr b="0" lang="en-US" sz="1200" spc="-1" strike="noStrike">
              <a:solidFill>
                <a:srgbClr val="ffffff"/>
              </a:solidFill>
              <a:latin typeface="맑은 고딕"/>
            </a:endParaRPr>
          </a:p>
        </p:txBody>
      </p:sp>
      <p:cxnSp>
        <p:nvCxnSpPr>
          <p:cNvPr id="1928" name="직선 연결선 12"/>
          <p:cNvCxnSpPr/>
          <p:nvPr/>
        </p:nvCxnSpPr>
        <p:spPr>
          <a:xfrm>
            <a:off x="2041560" y="3396960"/>
            <a:ext cx="360" cy="196740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cxnSp>
        <p:nvCxnSpPr>
          <p:cNvPr id="1929" name="직선 연결선 13"/>
          <p:cNvCxnSpPr/>
          <p:nvPr/>
        </p:nvCxnSpPr>
        <p:spPr>
          <a:xfrm>
            <a:off x="3489840" y="4136760"/>
            <a:ext cx="360" cy="122760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cxnSp>
        <p:nvCxnSpPr>
          <p:cNvPr id="1930" name="직선 연결선 14"/>
          <p:cNvCxnSpPr/>
          <p:nvPr/>
        </p:nvCxnSpPr>
        <p:spPr>
          <a:xfrm>
            <a:off x="4959000" y="4136760"/>
            <a:ext cx="360" cy="122760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cxnSp>
        <p:nvCxnSpPr>
          <p:cNvPr id="1931" name="직선 연결선 15"/>
          <p:cNvCxnSpPr/>
          <p:nvPr/>
        </p:nvCxnSpPr>
        <p:spPr>
          <a:xfrm>
            <a:off x="6447960" y="4136760"/>
            <a:ext cx="360" cy="122760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cxnSp>
        <p:nvCxnSpPr>
          <p:cNvPr id="1932" name="직선 연결선 16"/>
          <p:cNvCxnSpPr/>
          <p:nvPr/>
        </p:nvCxnSpPr>
        <p:spPr>
          <a:xfrm>
            <a:off x="7903080" y="3396960"/>
            <a:ext cx="360" cy="196740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sp>
        <p:nvSpPr>
          <p:cNvPr id="1933" name="자유형 17"/>
          <p:cNvSpPr/>
          <p:nvPr/>
        </p:nvSpPr>
        <p:spPr>
          <a:xfrm>
            <a:off x="2879640" y="3528000"/>
            <a:ext cx="1217880" cy="608760"/>
          </a:xfrm>
          <a:custGeom>
            <a:avLst/>
            <a:gdLst>
              <a:gd name="textAreaLeft" fmla="*/ 0 w 1217880"/>
              <a:gd name="textAreaRight" fmla="*/ 1218240 w 1217880"/>
              <a:gd name="textAreaTop" fmla="*/ 0 h 608760"/>
              <a:gd name="textAreaBottom" fmla="*/ 609120 h 60876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34" name="자유형 18"/>
          <p:cNvSpPr/>
          <p:nvPr/>
        </p:nvSpPr>
        <p:spPr>
          <a:xfrm>
            <a:off x="4353480" y="3528000"/>
            <a:ext cx="1217880" cy="608760"/>
          </a:xfrm>
          <a:custGeom>
            <a:avLst/>
            <a:gdLst>
              <a:gd name="textAreaLeft" fmla="*/ 0 w 1217880"/>
              <a:gd name="textAreaRight" fmla="*/ 1218240 w 1217880"/>
              <a:gd name="textAreaTop" fmla="*/ 0 h 608760"/>
              <a:gd name="textAreaBottom" fmla="*/ 609120 h 60876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35" name="자유형 19"/>
          <p:cNvSpPr/>
          <p:nvPr/>
        </p:nvSpPr>
        <p:spPr>
          <a:xfrm>
            <a:off x="5827320" y="3528000"/>
            <a:ext cx="1217880" cy="608760"/>
          </a:xfrm>
          <a:custGeom>
            <a:avLst/>
            <a:gdLst>
              <a:gd name="textAreaLeft" fmla="*/ 0 w 1217880"/>
              <a:gd name="textAreaRight" fmla="*/ 1218240 w 1217880"/>
              <a:gd name="textAreaTop" fmla="*/ 0 h 608760"/>
              <a:gd name="textAreaBottom" fmla="*/ 609120 h 60876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36" name="자유형 20"/>
          <p:cNvSpPr/>
          <p:nvPr/>
        </p:nvSpPr>
        <p:spPr>
          <a:xfrm>
            <a:off x="1405800" y="4416120"/>
            <a:ext cx="1217880" cy="608760"/>
          </a:xfrm>
          <a:custGeom>
            <a:avLst/>
            <a:gdLst>
              <a:gd name="textAreaLeft" fmla="*/ 0 w 1217880"/>
              <a:gd name="textAreaRight" fmla="*/ 1218240 w 1217880"/>
              <a:gd name="textAreaTop" fmla="*/ 0 h 608760"/>
              <a:gd name="textAreaBottom" fmla="*/ 609120 h 60876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37" name="자유형 21"/>
          <p:cNvSpPr/>
          <p:nvPr/>
        </p:nvSpPr>
        <p:spPr>
          <a:xfrm>
            <a:off x="1405800" y="5304600"/>
            <a:ext cx="1217880" cy="608760"/>
          </a:xfrm>
          <a:custGeom>
            <a:avLst/>
            <a:gdLst>
              <a:gd name="textAreaLeft" fmla="*/ 0 w 1217880"/>
              <a:gd name="textAreaRight" fmla="*/ 1218240 w 1217880"/>
              <a:gd name="textAreaTop" fmla="*/ 0 h 608760"/>
              <a:gd name="textAreaBottom" fmla="*/ 609120 h 60876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38" name="자유형 22"/>
          <p:cNvSpPr/>
          <p:nvPr/>
        </p:nvSpPr>
        <p:spPr>
          <a:xfrm>
            <a:off x="1405800" y="3528000"/>
            <a:ext cx="1217880" cy="608760"/>
          </a:xfrm>
          <a:custGeom>
            <a:avLst/>
            <a:gdLst>
              <a:gd name="textAreaLeft" fmla="*/ 0 w 1217880"/>
              <a:gd name="textAreaRight" fmla="*/ 1218240 w 1217880"/>
              <a:gd name="textAreaTop" fmla="*/ 0 h 608760"/>
              <a:gd name="textAreaBottom" fmla="*/ 609120 h 60876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39" name="자유형 23"/>
          <p:cNvSpPr/>
          <p:nvPr/>
        </p:nvSpPr>
        <p:spPr>
          <a:xfrm>
            <a:off x="7301160" y="3528000"/>
            <a:ext cx="1217880" cy="608760"/>
          </a:xfrm>
          <a:custGeom>
            <a:avLst/>
            <a:gdLst>
              <a:gd name="textAreaLeft" fmla="*/ 0 w 1217880"/>
              <a:gd name="textAreaRight" fmla="*/ 1218240 w 1217880"/>
              <a:gd name="textAreaTop" fmla="*/ 0 h 608760"/>
              <a:gd name="textAreaBottom" fmla="*/ 609120 h 60876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40" name="자유형 24"/>
          <p:cNvSpPr/>
          <p:nvPr/>
        </p:nvSpPr>
        <p:spPr>
          <a:xfrm>
            <a:off x="2879640" y="4416120"/>
            <a:ext cx="1217880" cy="608760"/>
          </a:xfrm>
          <a:custGeom>
            <a:avLst/>
            <a:gdLst>
              <a:gd name="textAreaLeft" fmla="*/ 0 w 1217880"/>
              <a:gd name="textAreaRight" fmla="*/ 1218240 w 1217880"/>
              <a:gd name="textAreaTop" fmla="*/ 0 h 608760"/>
              <a:gd name="textAreaBottom" fmla="*/ 609120 h 60876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41" name="자유형 25"/>
          <p:cNvSpPr/>
          <p:nvPr/>
        </p:nvSpPr>
        <p:spPr>
          <a:xfrm>
            <a:off x="2879640" y="5304600"/>
            <a:ext cx="1217880" cy="608760"/>
          </a:xfrm>
          <a:custGeom>
            <a:avLst/>
            <a:gdLst>
              <a:gd name="textAreaLeft" fmla="*/ 0 w 1217880"/>
              <a:gd name="textAreaRight" fmla="*/ 1218240 w 1217880"/>
              <a:gd name="textAreaTop" fmla="*/ 0 h 608760"/>
              <a:gd name="textAreaBottom" fmla="*/ 609120 h 60876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42" name="자유형 26"/>
          <p:cNvSpPr/>
          <p:nvPr/>
        </p:nvSpPr>
        <p:spPr>
          <a:xfrm>
            <a:off x="4353480" y="4416120"/>
            <a:ext cx="1217880" cy="608760"/>
          </a:xfrm>
          <a:custGeom>
            <a:avLst/>
            <a:gdLst>
              <a:gd name="textAreaLeft" fmla="*/ 0 w 1217880"/>
              <a:gd name="textAreaRight" fmla="*/ 1218240 w 1217880"/>
              <a:gd name="textAreaTop" fmla="*/ 0 h 608760"/>
              <a:gd name="textAreaBottom" fmla="*/ 609120 h 60876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43" name="자유형 27"/>
          <p:cNvSpPr/>
          <p:nvPr/>
        </p:nvSpPr>
        <p:spPr>
          <a:xfrm>
            <a:off x="4353480" y="5304600"/>
            <a:ext cx="1217880" cy="608760"/>
          </a:xfrm>
          <a:custGeom>
            <a:avLst/>
            <a:gdLst>
              <a:gd name="textAreaLeft" fmla="*/ 0 w 1217880"/>
              <a:gd name="textAreaRight" fmla="*/ 1218240 w 1217880"/>
              <a:gd name="textAreaTop" fmla="*/ 0 h 608760"/>
              <a:gd name="textAreaBottom" fmla="*/ 609120 h 60876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44" name="자유형 28"/>
          <p:cNvSpPr/>
          <p:nvPr/>
        </p:nvSpPr>
        <p:spPr>
          <a:xfrm>
            <a:off x="5827320" y="4416120"/>
            <a:ext cx="1217880" cy="608760"/>
          </a:xfrm>
          <a:custGeom>
            <a:avLst/>
            <a:gdLst>
              <a:gd name="textAreaLeft" fmla="*/ 0 w 1217880"/>
              <a:gd name="textAreaRight" fmla="*/ 1218240 w 1217880"/>
              <a:gd name="textAreaTop" fmla="*/ 0 h 608760"/>
              <a:gd name="textAreaBottom" fmla="*/ 609120 h 60876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45" name="자유형 29"/>
          <p:cNvSpPr/>
          <p:nvPr/>
        </p:nvSpPr>
        <p:spPr>
          <a:xfrm>
            <a:off x="5827320" y="5304600"/>
            <a:ext cx="1217880" cy="608760"/>
          </a:xfrm>
          <a:custGeom>
            <a:avLst/>
            <a:gdLst>
              <a:gd name="textAreaLeft" fmla="*/ 0 w 1217880"/>
              <a:gd name="textAreaRight" fmla="*/ 1218240 w 1217880"/>
              <a:gd name="textAreaTop" fmla="*/ 0 h 608760"/>
              <a:gd name="textAreaBottom" fmla="*/ 609120 h 60876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46" name="자유형 30"/>
          <p:cNvSpPr/>
          <p:nvPr/>
        </p:nvSpPr>
        <p:spPr>
          <a:xfrm>
            <a:off x="7301160" y="4416120"/>
            <a:ext cx="1217880" cy="608760"/>
          </a:xfrm>
          <a:custGeom>
            <a:avLst/>
            <a:gdLst>
              <a:gd name="textAreaLeft" fmla="*/ 0 w 1217880"/>
              <a:gd name="textAreaRight" fmla="*/ 1218240 w 1217880"/>
              <a:gd name="textAreaTop" fmla="*/ 0 h 608760"/>
              <a:gd name="textAreaBottom" fmla="*/ 609120 h 60876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47" name="자유형 31"/>
          <p:cNvSpPr/>
          <p:nvPr/>
        </p:nvSpPr>
        <p:spPr>
          <a:xfrm>
            <a:off x="7301160" y="5304600"/>
            <a:ext cx="1217880" cy="608760"/>
          </a:xfrm>
          <a:custGeom>
            <a:avLst/>
            <a:gdLst>
              <a:gd name="textAreaLeft" fmla="*/ 0 w 1217880"/>
              <a:gd name="textAreaRight" fmla="*/ 1218240 w 1217880"/>
              <a:gd name="textAreaTop" fmla="*/ 0 h 608760"/>
              <a:gd name="textAreaBottom" fmla="*/ 609120 h 60876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948" name="직선 연결선 32"/>
          <p:cNvCxnSpPr/>
          <p:nvPr/>
        </p:nvCxnSpPr>
        <p:spPr>
          <a:xfrm>
            <a:off x="2041560" y="3396960"/>
            <a:ext cx="5869080" cy="36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sp>
        <p:nvSpPr>
          <p:cNvPr id="1949" name="자유형 7"/>
          <p:cNvSpPr/>
          <p:nvPr/>
        </p:nvSpPr>
        <p:spPr>
          <a:xfrm>
            <a:off x="3611520" y="2591640"/>
            <a:ext cx="1217880" cy="608760"/>
          </a:xfrm>
          <a:custGeom>
            <a:avLst/>
            <a:gdLst>
              <a:gd name="textAreaLeft" fmla="*/ 0 w 1217880"/>
              <a:gd name="textAreaRight" fmla="*/ 1218240 w 1217880"/>
              <a:gd name="textAreaTop" fmla="*/ 0 h 608760"/>
              <a:gd name="textAreaBottom" fmla="*/ 609120 h 60876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50" name="자유형 9"/>
          <p:cNvSpPr/>
          <p:nvPr/>
        </p:nvSpPr>
        <p:spPr>
          <a:xfrm>
            <a:off x="5103000" y="2591640"/>
            <a:ext cx="1217880" cy="608760"/>
          </a:xfrm>
          <a:custGeom>
            <a:avLst/>
            <a:gdLst>
              <a:gd name="textAreaLeft" fmla="*/ 0 w 1217880"/>
              <a:gd name="textAreaRight" fmla="*/ 1218240 w 1217880"/>
              <a:gd name="textAreaTop" fmla="*/ 0 h 608760"/>
              <a:gd name="textAreaBottom" fmla="*/ 609120 h 60876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95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95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954" name="PlaceHolder 4"/>
          <p:cNvSpPr>
            <a:spLocks noGrp="1"/>
          </p:cNvSpPr>
          <p:nvPr>
            <p:ph type="ftr" idx="134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955" name="Rectangle 31"/>
          <p:cNvSpPr/>
          <p:nvPr/>
        </p:nvSpPr>
        <p:spPr>
          <a:xfrm>
            <a:off x="596520" y="4966920"/>
            <a:ext cx="2912760" cy="575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72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56" name="Freeform 29"/>
          <p:cNvSpPr/>
          <p:nvPr/>
        </p:nvSpPr>
        <p:spPr>
          <a:xfrm>
            <a:off x="632880" y="2059560"/>
            <a:ext cx="2883600" cy="763200"/>
          </a:xfrm>
          <a:custGeom>
            <a:avLst/>
            <a:gdLst>
              <a:gd name="textAreaLeft" fmla="*/ 0 w 2883600"/>
              <a:gd name="textAreaRight" fmla="*/ 2883960 w 2883600"/>
              <a:gd name="textAreaTop" fmla="*/ 0 h 763200"/>
              <a:gd name="textAreaBottom" fmla="*/ 763560 h 763200"/>
            </a:gdLst>
            <a:ahLst/>
            <a:rect l="textAreaLeft" t="textAreaTop" r="textAreaRight" b="textAreaBottom"/>
            <a:pathLst>
              <a:path w="3519" h="558">
                <a:moveTo>
                  <a:pt x="0" y="557"/>
                </a:moveTo>
                <a:lnTo>
                  <a:pt x="3518" y="557"/>
                </a:lnTo>
                <a:lnTo>
                  <a:pt x="1762" y="0"/>
                </a:lnTo>
                <a:lnTo>
                  <a:pt x="0" y="557"/>
                </a:lnTo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002060"/>
              </a:solidFill>
              <a:latin typeface="본고딕 Medium"/>
              <a:ea typeface="본고딕 Medium"/>
            </a:endParaRPr>
          </a:p>
        </p:txBody>
      </p:sp>
      <p:sp>
        <p:nvSpPr>
          <p:cNvPr id="1957" name="Text Box 30"/>
          <p:cNvSpPr/>
          <p:nvPr/>
        </p:nvSpPr>
        <p:spPr>
          <a:xfrm>
            <a:off x="962280" y="2375280"/>
            <a:ext cx="2183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_</a:t>
            </a:r>
            <a:r>
              <a:rPr b="0" lang="ko-KR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내용</a:t>
            </a: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958" name="직선 연결선 46"/>
          <p:cNvCxnSpPr/>
          <p:nvPr/>
        </p:nvCxnSpPr>
        <p:spPr>
          <a:xfrm flipH="1" flipV="1">
            <a:off x="4001400" y="3534480"/>
            <a:ext cx="5265000" cy="9000"/>
          </a:xfrm>
          <a:prstGeom prst="straightConnector1">
            <a:avLst/>
          </a:prstGeom>
          <a:ln>
            <a:solidFill>
              <a:srgbClr val="b6b6b6"/>
            </a:solidFill>
            <a:prstDash val="dash"/>
          </a:ln>
        </p:spPr>
      </p:cxnSp>
      <p:sp>
        <p:nvSpPr>
          <p:cNvPr id="1959" name="Rectangle 31"/>
          <p:cNvSpPr/>
          <p:nvPr/>
        </p:nvSpPr>
        <p:spPr>
          <a:xfrm>
            <a:off x="596520" y="5652360"/>
            <a:ext cx="2912760" cy="575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72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60" name="Rectangle 31"/>
          <p:cNvSpPr/>
          <p:nvPr/>
        </p:nvSpPr>
        <p:spPr>
          <a:xfrm>
            <a:off x="596520" y="3596760"/>
            <a:ext cx="2912760" cy="575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72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61" name="Rectangle 31"/>
          <p:cNvSpPr/>
          <p:nvPr/>
        </p:nvSpPr>
        <p:spPr>
          <a:xfrm>
            <a:off x="596520" y="2911320"/>
            <a:ext cx="2912760" cy="575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72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62" name="Rectangle 31"/>
          <p:cNvSpPr/>
          <p:nvPr/>
        </p:nvSpPr>
        <p:spPr>
          <a:xfrm>
            <a:off x="596520" y="4281840"/>
            <a:ext cx="2912760" cy="575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72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963" name="직선 연결선 51"/>
          <p:cNvCxnSpPr/>
          <p:nvPr/>
        </p:nvCxnSpPr>
        <p:spPr>
          <a:xfrm flipH="1" flipV="1">
            <a:off x="4001400" y="4923000"/>
            <a:ext cx="5265000" cy="9000"/>
          </a:xfrm>
          <a:prstGeom prst="straightConnector1">
            <a:avLst/>
          </a:prstGeom>
          <a:ln>
            <a:solidFill>
              <a:srgbClr val="b6b6b6"/>
            </a:solidFill>
            <a:prstDash val="dash"/>
          </a:ln>
        </p:spPr>
      </p:cxnSp>
      <p:cxnSp>
        <p:nvCxnSpPr>
          <p:cNvPr id="1964" name="직선 연결선 52"/>
          <p:cNvCxnSpPr/>
          <p:nvPr/>
        </p:nvCxnSpPr>
        <p:spPr>
          <a:xfrm flipH="1" flipV="1">
            <a:off x="4001400" y="4228560"/>
            <a:ext cx="5265000" cy="9000"/>
          </a:xfrm>
          <a:prstGeom prst="straightConnector1">
            <a:avLst/>
          </a:prstGeom>
          <a:ln>
            <a:solidFill>
              <a:srgbClr val="b6b6b6"/>
            </a:solidFill>
            <a:prstDash val="dash"/>
          </a:ln>
        </p:spPr>
      </p:cxnSp>
      <p:cxnSp>
        <p:nvCxnSpPr>
          <p:cNvPr id="1965" name="직선 연결선 53"/>
          <p:cNvCxnSpPr/>
          <p:nvPr/>
        </p:nvCxnSpPr>
        <p:spPr>
          <a:xfrm flipH="1" flipV="1">
            <a:off x="4001400" y="5600880"/>
            <a:ext cx="5265000" cy="9000"/>
          </a:xfrm>
          <a:prstGeom prst="straightConnector1">
            <a:avLst/>
          </a:prstGeom>
          <a:ln>
            <a:solidFill>
              <a:srgbClr val="b6b6b6"/>
            </a:solidFill>
            <a:prstDash val="dash"/>
          </a:ln>
        </p:spPr>
      </p:cxnSp>
      <p:cxnSp>
        <p:nvCxnSpPr>
          <p:cNvPr id="1966" name="직선 연결선 64"/>
          <p:cNvCxnSpPr/>
          <p:nvPr/>
        </p:nvCxnSpPr>
        <p:spPr>
          <a:xfrm flipH="1" flipV="1">
            <a:off x="4001400" y="2850840"/>
            <a:ext cx="5265000" cy="9000"/>
          </a:xfrm>
          <a:prstGeom prst="straightConnector1">
            <a:avLst/>
          </a:prstGeom>
          <a:ln>
            <a:solidFill>
              <a:srgbClr val="b6b6b6"/>
            </a:solidFill>
            <a:prstDash val="dash"/>
          </a:ln>
        </p:spPr>
      </p:cxnSp>
      <p:sp>
        <p:nvSpPr>
          <p:cNvPr id="1967" name="Rectangle 61"/>
          <p:cNvSpPr/>
          <p:nvPr/>
        </p:nvSpPr>
        <p:spPr>
          <a:xfrm>
            <a:off x="4559760" y="2125440"/>
            <a:ext cx="15721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68" name="Rectangle 61"/>
          <p:cNvSpPr/>
          <p:nvPr/>
        </p:nvSpPr>
        <p:spPr>
          <a:xfrm>
            <a:off x="4559760" y="2923920"/>
            <a:ext cx="15721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69" name="Rectangle 61"/>
          <p:cNvSpPr/>
          <p:nvPr/>
        </p:nvSpPr>
        <p:spPr>
          <a:xfrm>
            <a:off x="4559760" y="3616920"/>
            <a:ext cx="15721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70" name="Rectangle 61"/>
          <p:cNvSpPr/>
          <p:nvPr/>
        </p:nvSpPr>
        <p:spPr>
          <a:xfrm>
            <a:off x="4559760" y="4316040"/>
            <a:ext cx="15721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71" name="Rectangle 61"/>
          <p:cNvSpPr/>
          <p:nvPr/>
        </p:nvSpPr>
        <p:spPr>
          <a:xfrm>
            <a:off x="4559760" y="4993200"/>
            <a:ext cx="15721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72" name="Rectangle 61"/>
          <p:cNvSpPr/>
          <p:nvPr/>
        </p:nvSpPr>
        <p:spPr>
          <a:xfrm>
            <a:off x="4559760" y="5692680"/>
            <a:ext cx="15721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73" name="Rectangle 61"/>
          <p:cNvSpPr/>
          <p:nvPr/>
        </p:nvSpPr>
        <p:spPr>
          <a:xfrm>
            <a:off x="7443360" y="2125440"/>
            <a:ext cx="15721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74" name="Rectangle 61"/>
          <p:cNvSpPr/>
          <p:nvPr/>
        </p:nvSpPr>
        <p:spPr>
          <a:xfrm>
            <a:off x="7443360" y="2923920"/>
            <a:ext cx="15721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75" name="Rectangle 61"/>
          <p:cNvSpPr/>
          <p:nvPr/>
        </p:nvSpPr>
        <p:spPr>
          <a:xfrm>
            <a:off x="7443360" y="3609720"/>
            <a:ext cx="15721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76" name="Rectangle 61"/>
          <p:cNvSpPr/>
          <p:nvPr/>
        </p:nvSpPr>
        <p:spPr>
          <a:xfrm>
            <a:off x="7443360" y="4316040"/>
            <a:ext cx="15721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77" name="Rectangle 61"/>
          <p:cNvSpPr/>
          <p:nvPr/>
        </p:nvSpPr>
        <p:spPr>
          <a:xfrm>
            <a:off x="7443360" y="4993200"/>
            <a:ext cx="15721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78" name="Rectangle 61"/>
          <p:cNvSpPr/>
          <p:nvPr/>
        </p:nvSpPr>
        <p:spPr>
          <a:xfrm>
            <a:off x="7443360" y="5692680"/>
            <a:ext cx="15721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79" name="ColumnHeader"/>
          <p:cNvSpPr/>
          <p:nvPr/>
        </p:nvSpPr>
        <p:spPr>
          <a:xfrm>
            <a:off x="667800" y="1593000"/>
            <a:ext cx="2841120" cy="34020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80" name="ColumnHeader"/>
          <p:cNvSpPr/>
          <p:nvPr/>
        </p:nvSpPr>
        <p:spPr>
          <a:xfrm>
            <a:off x="4001760" y="1593000"/>
            <a:ext cx="2594160" cy="34020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81" name="ColumnHeader"/>
          <p:cNvSpPr/>
          <p:nvPr/>
        </p:nvSpPr>
        <p:spPr>
          <a:xfrm>
            <a:off x="6856920" y="1593000"/>
            <a:ext cx="2594160" cy="34020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F5615E-21BA-42C6-AF42-498DDD5808D3}" type="slidenum">
              <a:t>78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98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98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1985" name="PlaceHolder 4"/>
          <p:cNvSpPr>
            <a:spLocks noGrp="1"/>
          </p:cNvSpPr>
          <p:nvPr>
            <p:ph type="sldNum" idx="135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B880003-07BC-4430-98ED-900DE728DE3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986" name="PlaceHolder 5"/>
          <p:cNvSpPr>
            <a:spLocks noGrp="1"/>
          </p:cNvSpPr>
          <p:nvPr>
            <p:ph type="ftr" idx="136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pSp>
        <p:nvGrpSpPr>
          <p:cNvPr id="1987" name="그룹 4"/>
          <p:cNvGrpSpPr/>
          <p:nvPr/>
        </p:nvGrpSpPr>
        <p:grpSpPr>
          <a:xfrm>
            <a:off x="903240" y="1577520"/>
            <a:ext cx="7888320" cy="4528440"/>
            <a:chOff x="903240" y="1577520"/>
            <a:chExt cx="7888320" cy="4528440"/>
          </a:xfrm>
        </p:grpSpPr>
        <p:grpSp>
          <p:nvGrpSpPr>
            <p:cNvPr id="1988" name="그룹 5"/>
            <p:cNvGrpSpPr/>
            <p:nvPr/>
          </p:nvGrpSpPr>
          <p:grpSpPr>
            <a:xfrm>
              <a:off x="3435840" y="2037960"/>
              <a:ext cx="2784240" cy="4068000"/>
              <a:chOff x="3435840" y="2037960"/>
              <a:chExt cx="2784240" cy="4068000"/>
            </a:xfrm>
          </p:grpSpPr>
          <p:cxnSp>
            <p:nvCxnSpPr>
              <p:cNvPr id="1989" name="직선 연결선 15"/>
              <p:cNvCxnSpPr/>
              <p:nvPr/>
            </p:nvCxnSpPr>
            <p:spPr>
              <a:xfrm>
                <a:off x="3435840" y="2037960"/>
                <a:ext cx="360" cy="4068360"/>
              </a:xfrm>
              <a:prstGeom prst="straightConnector1">
                <a:avLst/>
              </a:prstGeom>
              <a:ln>
                <a:solidFill>
                  <a:srgbClr val="b6b6b6"/>
                </a:solidFill>
                <a:prstDash val="sysDash"/>
              </a:ln>
            </p:spPr>
          </p:cxnSp>
          <p:cxnSp>
            <p:nvCxnSpPr>
              <p:cNvPr id="1990" name="직선 연결선 16"/>
              <p:cNvCxnSpPr/>
              <p:nvPr/>
            </p:nvCxnSpPr>
            <p:spPr>
              <a:xfrm>
                <a:off x="6220080" y="2037960"/>
                <a:ext cx="360" cy="4068360"/>
              </a:xfrm>
              <a:prstGeom prst="straightConnector1">
                <a:avLst/>
              </a:prstGeom>
              <a:ln>
                <a:solidFill>
                  <a:srgbClr val="b6b6b6"/>
                </a:solidFill>
                <a:prstDash val="sysDash"/>
              </a:ln>
            </p:spPr>
          </p:cxnSp>
        </p:grpSp>
        <p:grpSp>
          <p:nvGrpSpPr>
            <p:cNvPr id="1991" name="그룹 6"/>
            <p:cNvGrpSpPr/>
            <p:nvPr/>
          </p:nvGrpSpPr>
          <p:grpSpPr>
            <a:xfrm>
              <a:off x="903240" y="1577520"/>
              <a:ext cx="2484000" cy="397080"/>
              <a:chOff x="903240" y="1577520"/>
              <a:chExt cx="2484000" cy="397080"/>
            </a:xfrm>
          </p:grpSpPr>
          <p:cxnSp>
            <p:nvCxnSpPr>
              <p:cNvPr id="1992" name="직선 화살표 연결선 13"/>
              <p:cNvCxnSpPr/>
              <p:nvPr/>
            </p:nvCxnSpPr>
            <p:spPr>
              <a:xfrm>
                <a:off x="903240" y="1974600"/>
                <a:ext cx="2484360" cy="360"/>
              </a:xfrm>
              <a:prstGeom prst="straightConnector1">
                <a:avLst/>
              </a:prstGeom>
              <a:ln w="28575">
                <a:solidFill>
                  <a:srgbClr val="002452"/>
                </a:solidFill>
                <a:headEnd len="med" type="oval" w="med"/>
                <a:tailEnd len="med" type="triangle" w="med"/>
              </a:ln>
            </p:spPr>
          </p:cxnSp>
          <p:sp>
            <p:nvSpPr>
              <p:cNvPr id="1993" name="TextBox 14"/>
              <p:cNvSpPr/>
              <p:nvPr/>
            </p:nvSpPr>
            <p:spPr>
              <a:xfrm>
                <a:off x="1092960" y="1577520"/>
                <a:ext cx="1901520" cy="333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ko-KR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/M 16pt</a:t>
                </a:r>
                <a:endParaRPr b="0" lang="en-US" sz="16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  <p:grpSp>
          <p:nvGrpSpPr>
            <p:cNvPr id="1994" name="그룹 7"/>
            <p:cNvGrpSpPr/>
            <p:nvPr/>
          </p:nvGrpSpPr>
          <p:grpSpPr>
            <a:xfrm>
              <a:off x="3605400" y="1577520"/>
              <a:ext cx="2484000" cy="397080"/>
              <a:chOff x="3605400" y="1577520"/>
              <a:chExt cx="2484000" cy="397080"/>
            </a:xfrm>
          </p:grpSpPr>
          <p:cxnSp>
            <p:nvCxnSpPr>
              <p:cNvPr id="1995" name="직선 화살표 연결선 11"/>
              <p:cNvCxnSpPr/>
              <p:nvPr/>
            </p:nvCxnSpPr>
            <p:spPr>
              <a:xfrm>
                <a:off x="3605400" y="1974600"/>
                <a:ext cx="2484360" cy="360"/>
              </a:xfrm>
              <a:prstGeom prst="straightConnector1">
                <a:avLst/>
              </a:prstGeom>
              <a:ln w="28575">
                <a:solidFill>
                  <a:srgbClr val="002452"/>
                </a:solidFill>
                <a:headEnd len="med" type="oval" w="med"/>
                <a:tailEnd len="med" type="triangle" w="med"/>
              </a:ln>
            </p:spPr>
          </p:cxnSp>
          <p:sp>
            <p:nvSpPr>
              <p:cNvPr id="1996" name="TextBox 12"/>
              <p:cNvSpPr/>
              <p:nvPr/>
            </p:nvSpPr>
            <p:spPr>
              <a:xfrm>
                <a:off x="3876840" y="1577520"/>
                <a:ext cx="1901520" cy="333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ko-KR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/M 16pt</a:t>
                </a:r>
                <a:endParaRPr b="0" lang="en-US" sz="16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  <p:grpSp>
          <p:nvGrpSpPr>
            <p:cNvPr id="1997" name="그룹 8"/>
            <p:cNvGrpSpPr/>
            <p:nvPr/>
          </p:nvGrpSpPr>
          <p:grpSpPr>
            <a:xfrm>
              <a:off x="6307560" y="1577520"/>
              <a:ext cx="2484000" cy="397080"/>
              <a:chOff x="6307560" y="1577520"/>
              <a:chExt cx="2484000" cy="397080"/>
            </a:xfrm>
          </p:grpSpPr>
          <p:cxnSp>
            <p:nvCxnSpPr>
              <p:cNvPr id="1998" name="직선 화살표 연결선 9"/>
              <p:cNvCxnSpPr/>
              <p:nvPr/>
            </p:nvCxnSpPr>
            <p:spPr>
              <a:xfrm>
                <a:off x="6307560" y="1974600"/>
                <a:ext cx="2484360" cy="360"/>
              </a:xfrm>
              <a:prstGeom prst="straightConnector1">
                <a:avLst/>
              </a:prstGeom>
              <a:ln w="28575">
                <a:solidFill>
                  <a:srgbClr val="002452"/>
                </a:solidFill>
                <a:headEnd len="med" type="oval" w="med"/>
                <a:tailEnd len="med" type="triangle" w="med"/>
              </a:ln>
            </p:spPr>
          </p:cxnSp>
          <p:sp>
            <p:nvSpPr>
              <p:cNvPr id="1999" name="TextBox 10"/>
              <p:cNvSpPr/>
              <p:nvPr/>
            </p:nvSpPr>
            <p:spPr>
              <a:xfrm>
                <a:off x="6634800" y="1577520"/>
                <a:ext cx="1901520" cy="333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ko-KR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/M 16pt</a:t>
                </a:r>
                <a:endParaRPr b="0" lang="en-US" sz="16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</p:grpSp>
      <p:grpSp>
        <p:nvGrpSpPr>
          <p:cNvPr id="2000" name="그룹 17"/>
          <p:cNvGrpSpPr/>
          <p:nvPr/>
        </p:nvGrpSpPr>
        <p:grpSpPr>
          <a:xfrm>
            <a:off x="3657240" y="2181240"/>
            <a:ext cx="2339640" cy="3943080"/>
            <a:chOff x="3657240" y="2181240"/>
            <a:chExt cx="2339640" cy="3943080"/>
          </a:xfrm>
        </p:grpSpPr>
        <p:grpSp>
          <p:nvGrpSpPr>
            <p:cNvPr id="2001" name="그룹 18"/>
            <p:cNvGrpSpPr/>
            <p:nvPr/>
          </p:nvGrpSpPr>
          <p:grpSpPr>
            <a:xfrm>
              <a:off x="3657240" y="2181240"/>
              <a:ext cx="2339640" cy="1107360"/>
              <a:chOff x="3657240" y="2181240"/>
              <a:chExt cx="2339640" cy="1107360"/>
            </a:xfrm>
          </p:grpSpPr>
          <p:sp>
            <p:nvSpPr>
              <p:cNvPr id="2002" name="직사각형 25"/>
              <p:cNvSpPr/>
              <p:nvPr/>
            </p:nvSpPr>
            <p:spPr>
              <a:xfrm>
                <a:off x="3657240" y="2181240"/>
                <a:ext cx="2339640" cy="359640"/>
              </a:xfrm>
              <a:prstGeom prst="rect">
                <a:avLst/>
              </a:prstGeom>
              <a:solidFill>
                <a:srgbClr val="8da5b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1. </a:t>
                </a:r>
                <a:r>
                  <a:rPr b="0" lang="ko-KR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텍스트를 입력하세요 </a:t>
                </a:r>
                <a:endParaRPr b="0" lang="en-US" sz="14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  <p:sp>
            <p:nvSpPr>
              <p:cNvPr id="2003" name="TextBox 26"/>
              <p:cNvSpPr/>
              <p:nvPr/>
            </p:nvSpPr>
            <p:spPr>
              <a:xfrm>
                <a:off x="3657960" y="2541240"/>
                <a:ext cx="2338920" cy="74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" rIns="36000" tIns="45000" bIns="45000" anchor="t">
                <a:sp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  <p:grpSp>
          <p:nvGrpSpPr>
            <p:cNvPr id="2004" name="그룹 19"/>
            <p:cNvGrpSpPr/>
            <p:nvPr/>
          </p:nvGrpSpPr>
          <p:grpSpPr>
            <a:xfrm>
              <a:off x="3657240" y="3598920"/>
              <a:ext cx="2339640" cy="1107360"/>
              <a:chOff x="3657240" y="3598920"/>
              <a:chExt cx="2339640" cy="1107360"/>
            </a:xfrm>
          </p:grpSpPr>
          <p:sp>
            <p:nvSpPr>
              <p:cNvPr id="2005" name="직사각형 23"/>
              <p:cNvSpPr/>
              <p:nvPr/>
            </p:nvSpPr>
            <p:spPr>
              <a:xfrm>
                <a:off x="3657240" y="3598920"/>
                <a:ext cx="2339640" cy="359640"/>
              </a:xfrm>
              <a:prstGeom prst="rect">
                <a:avLst/>
              </a:prstGeom>
              <a:solidFill>
                <a:srgbClr val="8da5b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2. </a:t>
                </a:r>
                <a:r>
                  <a:rPr b="0" lang="ko-KR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텍스트를 입력하세요 </a:t>
                </a:r>
                <a:endParaRPr b="0" lang="en-US" sz="14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  <p:sp>
            <p:nvSpPr>
              <p:cNvPr id="2006" name="TextBox 24"/>
              <p:cNvSpPr/>
              <p:nvPr/>
            </p:nvSpPr>
            <p:spPr>
              <a:xfrm>
                <a:off x="3657960" y="3958920"/>
                <a:ext cx="2338920" cy="74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" rIns="36000" tIns="45000" bIns="45000" anchor="t">
                <a:sp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  <p:grpSp>
          <p:nvGrpSpPr>
            <p:cNvPr id="2007" name="그룹 20"/>
            <p:cNvGrpSpPr/>
            <p:nvPr/>
          </p:nvGrpSpPr>
          <p:grpSpPr>
            <a:xfrm>
              <a:off x="3657240" y="5016960"/>
              <a:ext cx="2339640" cy="1107360"/>
              <a:chOff x="3657240" y="5016960"/>
              <a:chExt cx="2339640" cy="1107360"/>
            </a:xfrm>
          </p:grpSpPr>
          <p:sp>
            <p:nvSpPr>
              <p:cNvPr id="2008" name="직사각형 21"/>
              <p:cNvSpPr/>
              <p:nvPr/>
            </p:nvSpPr>
            <p:spPr>
              <a:xfrm>
                <a:off x="3657240" y="5016960"/>
                <a:ext cx="2339640" cy="359640"/>
              </a:xfrm>
              <a:prstGeom prst="rect">
                <a:avLst/>
              </a:prstGeom>
              <a:solidFill>
                <a:srgbClr val="8da5b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3. </a:t>
                </a:r>
                <a:r>
                  <a:rPr b="0" lang="ko-KR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텍스트를 입력하세요 </a:t>
                </a:r>
                <a:endParaRPr b="0" lang="en-US" sz="14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  <p:sp>
            <p:nvSpPr>
              <p:cNvPr id="2009" name="TextBox 22"/>
              <p:cNvSpPr/>
              <p:nvPr/>
            </p:nvSpPr>
            <p:spPr>
              <a:xfrm>
                <a:off x="3657960" y="5376960"/>
                <a:ext cx="2338920" cy="74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" rIns="36000" tIns="45000" bIns="45000" anchor="t">
                <a:sp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</p:grpSp>
      <p:grpSp>
        <p:nvGrpSpPr>
          <p:cNvPr id="2010" name="그룹 28"/>
          <p:cNvGrpSpPr/>
          <p:nvPr/>
        </p:nvGrpSpPr>
        <p:grpSpPr>
          <a:xfrm>
            <a:off x="7218720" y="3611880"/>
            <a:ext cx="1511640" cy="2264760"/>
            <a:chOff x="7218720" y="3611880"/>
            <a:chExt cx="1511640" cy="2264760"/>
          </a:xfrm>
        </p:grpSpPr>
        <p:grpSp>
          <p:nvGrpSpPr>
            <p:cNvPr id="2011" name="그룹 51"/>
            <p:cNvGrpSpPr/>
            <p:nvPr/>
          </p:nvGrpSpPr>
          <p:grpSpPr>
            <a:xfrm>
              <a:off x="8443080" y="3611880"/>
              <a:ext cx="241200" cy="1735200"/>
              <a:chOff x="8443080" y="3611880"/>
              <a:chExt cx="241200" cy="1735200"/>
            </a:xfrm>
          </p:grpSpPr>
          <p:cxnSp>
            <p:nvCxnSpPr>
              <p:cNvPr id="2012" name="직선 연결선 53"/>
              <p:cNvCxnSpPr/>
              <p:nvPr/>
            </p:nvCxnSpPr>
            <p:spPr>
              <a:xfrm>
                <a:off x="8443080" y="3614760"/>
                <a:ext cx="216360" cy="1080"/>
              </a:xfrm>
              <a:prstGeom prst="straightConnector1">
                <a:avLst/>
              </a:prstGeom>
              <a:ln>
                <a:solidFill>
                  <a:srgbClr val="ffffff">
                    <a:lumMod val="65000"/>
                  </a:srgbClr>
                </a:solidFill>
              </a:ln>
            </p:spPr>
          </p:cxnSp>
          <p:cxnSp>
            <p:nvCxnSpPr>
              <p:cNvPr id="2013" name="직선 연결선 54"/>
              <p:cNvCxnSpPr/>
              <p:nvPr/>
            </p:nvCxnSpPr>
            <p:spPr>
              <a:xfrm>
                <a:off x="8663400" y="3611880"/>
                <a:ext cx="360" cy="1699920"/>
              </a:xfrm>
              <a:prstGeom prst="straightConnector1">
                <a:avLst/>
              </a:prstGeom>
              <a:ln>
                <a:solidFill>
                  <a:srgbClr val="ffffff">
                    <a:lumMod val="65000"/>
                  </a:srgbClr>
                </a:solidFill>
              </a:ln>
            </p:spPr>
          </p:cxnSp>
          <p:sp>
            <p:nvSpPr>
              <p:cNvPr id="2014" name="타원 55"/>
              <p:cNvSpPr/>
              <p:nvPr/>
            </p:nvSpPr>
            <p:spPr>
              <a:xfrm>
                <a:off x="8648640" y="5311440"/>
                <a:ext cx="35640" cy="3564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19440" bIns="-19440" anchor="ctr">
                <a:noAutofit/>
              </a:bodyPr>
              <a:p>
                <a:pPr algn="ctr" defTabSz="457200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US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endParaRPr>
              </a:p>
            </p:txBody>
          </p:sp>
        </p:grpSp>
        <p:sp>
          <p:nvSpPr>
            <p:cNvPr id="2015" name="TextBox 52"/>
            <p:cNvSpPr/>
            <p:nvPr/>
          </p:nvSpPr>
          <p:spPr>
            <a:xfrm>
              <a:off x="7218720" y="5348520"/>
              <a:ext cx="151164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2016" name="그룹 29"/>
          <p:cNvGrpSpPr/>
          <p:nvPr/>
        </p:nvGrpSpPr>
        <p:grpSpPr>
          <a:xfrm>
            <a:off x="6533280" y="2191320"/>
            <a:ext cx="1709640" cy="1510560"/>
            <a:chOff x="6533280" y="2191320"/>
            <a:chExt cx="1709640" cy="1510560"/>
          </a:xfrm>
        </p:grpSpPr>
        <p:grpSp>
          <p:nvGrpSpPr>
            <p:cNvPr id="2017" name="그룹 46"/>
            <p:cNvGrpSpPr/>
            <p:nvPr/>
          </p:nvGrpSpPr>
          <p:grpSpPr>
            <a:xfrm>
              <a:off x="6533280" y="2339280"/>
              <a:ext cx="162000" cy="1362600"/>
              <a:chOff x="6533280" y="2339280"/>
              <a:chExt cx="162000" cy="1362600"/>
            </a:xfrm>
          </p:grpSpPr>
          <p:cxnSp>
            <p:nvCxnSpPr>
              <p:cNvPr id="2018" name="직선 연결선 48"/>
              <p:cNvCxnSpPr/>
              <p:nvPr/>
            </p:nvCxnSpPr>
            <p:spPr>
              <a:xfrm flipV="1">
                <a:off x="6536880" y="2360520"/>
                <a:ext cx="360" cy="1341720"/>
              </a:xfrm>
              <a:prstGeom prst="straightConnector1">
                <a:avLst/>
              </a:prstGeom>
              <a:ln>
                <a:solidFill>
                  <a:srgbClr val="ffffff">
                    <a:lumMod val="65000"/>
                  </a:srgbClr>
                </a:solidFill>
              </a:ln>
            </p:spPr>
          </p:cxnSp>
          <p:cxnSp>
            <p:nvCxnSpPr>
              <p:cNvPr id="2019" name="직선 연결선 49"/>
              <p:cNvCxnSpPr/>
              <p:nvPr/>
            </p:nvCxnSpPr>
            <p:spPr>
              <a:xfrm>
                <a:off x="6533280" y="2356920"/>
                <a:ext cx="144360" cy="360"/>
              </a:xfrm>
              <a:prstGeom prst="straightConnector1">
                <a:avLst/>
              </a:prstGeom>
              <a:ln>
                <a:solidFill>
                  <a:srgbClr val="ffffff">
                    <a:lumMod val="65000"/>
                  </a:srgbClr>
                </a:solidFill>
              </a:ln>
            </p:spPr>
          </p:cxnSp>
          <p:sp>
            <p:nvSpPr>
              <p:cNvPr id="2020" name="타원 50"/>
              <p:cNvSpPr/>
              <p:nvPr/>
            </p:nvSpPr>
            <p:spPr>
              <a:xfrm rot="16200000">
                <a:off x="6659640" y="2339280"/>
                <a:ext cx="35640" cy="3564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19440" bIns="-19440" anchor="ctr">
                <a:noAutofit/>
              </a:bodyPr>
              <a:p>
                <a:pPr algn="ctr" defTabSz="457200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US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endParaRPr>
              </a:p>
            </p:txBody>
          </p:sp>
        </p:grpSp>
        <p:sp>
          <p:nvSpPr>
            <p:cNvPr id="2021" name="TextBox 47"/>
            <p:cNvSpPr/>
            <p:nvPr/>
          </p:nvSpPr>
          <p:spPr>
            <a:xfrm>
              <a:off x="6731280" y="2191320"/>
              <a:ext cx="151164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2022" name="그룹 30"/>
          <p:cNvGrpSpPr/>
          <p:nvPr/>
        </p:nvGrpSpPr>
        <p:grpSpPr>
          <a:xfrm>
            <a:off x="6683760" y="4568400"/>
            <a:ext cx="1698840" cy="1176480"/>
            <a:chOff x="6683760" y="4568400"/>
            <a:chExt cx="1698840" cy="1176480"/>
          </a:xfrm>
        </p:grpSpPr>
        <p:grpSp>
          <p:nvGrpSpPr>
            <p:cNvPr id="2023" name="그룹 41"/>
            <p:cNvGrpSpPr/>
            <p:nvPr/>
          </p:nvGrpSpPr>
          <p:grpSpPr>
            <a:xfrm>
              <a:off x="6683760" y="4568400"/>
              <a:ext cx="161640" cy="832320"/>
              <a:chOff x="6683760" y="4568400"/>
              <a:chExt cx="161640" cy="832320"/>
            </a:xfrm>
          </p:grpSpPr>
          <p:cxnSp>
            <p:nvCxnSpPr>
              <p:cNvPr id="2024" name="직선 연결선 43"/>
              <p:cNvCxnSpPr/>
              <p:nvPr/>
            </p:nvCxnSpPr>
            <p:spPr>
              <a:xfrm>
                <a:off x="6687000" y="4568400"/>
                <a:ext cx="360" cy="815040"/>
              </a:xfrm>
              <a:prstGeom prst="straightConnector1">
                <a:avLst/>
              </a:prstGeom>
              <a:ln>
                <a:solidFill>
                  <a:srgbClr val="ffffff">
                    <a:lumMod val="65000"/>
                  </a:srgbClr>
                </a:solidFill>
              </a:ln>
            </p:spPr>
          </p:cxnSp>
          <p:cxnSp>
            <p:nvCxnSpPr>
              <p:cNvPr id="2025" name="직선 연결선 44"/>
              <p:cNvCxnSpPr/>
              <p:nvPr/>
            </p:nvCxnSpPr>
            <p:spPr>
              <a:xfrm>
                <a:off x="6683760" y="5383080"/>
                <a:ext cx="144360" cy="360"/>
              </a:xfrm>
              <a:prstGeom prst="straightConnector1">
                <a:avLst/>
              </a:prstGeom>
              <a:ln>
                <a:solidFill>
                  <a:srgbClr val="ffffff">
                    <a:lumMod val="65000"/>
                  </a:srgbClr>
                </a:solidFill>
              </a:ln>
            </p:spPr>
          </p:cxnSp>
          <p:sp>
            <p:nvSpPr>
              <p:cNvPr id="2026" name="타원 45"/>
              <p:cNvSpPr/>
              <p:nvPr/>
            </p:nvSpPr>
            <p:spPr>
              <a:xfrm flipV="1" rot="5400000">
                <a:off x="6809760" y="5364720"/>
                <a:ext cx="35640" cy="3564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19440" bIns="-19440" anchor="ctr">
                <a:noAutofit/>
              </a:bodyPr>
              <a:p>
                <a:pPr algn="ctr" defTabSz="457200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US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endParaRPr>
              </a:p>
            </p:txBody>
          </p:sp>
        </p:grpSp>
        <p:sp>
          <p:nvSpPr>
            <p:cNvPr id="2027" name="TextBox 42"/>
            <p:cNvSpPr/>
            <p:nvPr/>
          </p:nvSpPr>
          <p:spPr>
            <a:xfrm>
              <a:off x="6870960" y="5216760"/>
              <a:ext cx="151164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2028" name="Freeform 4"/>
          <p:cNvSpPr/>
          <p:nvPr/>
        </p:nvSpPr>
        <p:spPr>
          <a:xfrm flipH="1" flipV="1" rot="1032600">
            <a:off x="7336800" y="3061800"/>
            <a:ext cx="1413000" cy="1278360"/>
          </a:xfrm>
          <a:custGeom>
            <a:avLst/>
            <a:gdLst>
              <a:gd name="textAreaLeft" fmla="*/ -360 w 1413000"/>
              <a:gd name="textAreaRight" fmla="*/ 1413000 w 1413000"/>
              <a:gd name="textAreaTop" fmla="*/ -360 h 1278360"/>
              <a:gd name="textAreaBottom" fmla="*/ 1278360 h 1278360"/>
            </a:gdLst>
            <a:ahLst/>
            <a:rect l="textAreaLeft" t="textAreaTop" r="textAreaRight" b="textAreaBottom"/>
            <a:pathLst>
              <a:path w="1221" h="1071">
                <a:moveTo>
                  <a:pt x="1220" y="1042"/>
                </a:moveTo>
                <a:lnTo>
                  <a:pt x="1002" y="847"/>
                </a:lnTo>
                <a:lnTo>
                  <a:pt x="1081" y="630"/>
                </a:lnTo>
                <a:lnTo>
                  <a:pt x="1038" y="635"/>
                </a:lnTo>
                <a:lnTo>
                  <a:pt x="994" y="636"/>
                </a:lnTo>
                <a:lnTo>
                  <a:pt x="950" y="634"/>
                </a:lnTo>
                <a:lnTo>
                  <a:pt x="906" y="626"/>
                </a:lnTo>
                <a:lnTo>
                  <a:pt x="865" y="614"/>
                </a:lnTo>
                <a:lnTo>
                  <a:pt x="823" y="599"/>
                </a:lnTo>
                <a:lnTo>
                  <a:pt x="784" y="579"/>
                </a:lnTo>
                <a:lnTo>
                  <a:pt x="747" y="556"/>
                </a:lnTo>
                <a:lnTo>
                  <a:pt x="713" y="528"/>
                </a:lnTo>
                <a:lnTo>
                  <a:pt x="682" y="496"/>
                </a:lnTo>
                <a:lnTo>
                  <a:pt x="653" y="463"/>
                </a:lnTo>
                <a:lnTo>
                  <a:pt x="629" y="427"/>
                </a:lnTo>
                <a:lnTo>
                  <a:pt x="609" y="390"/>
                </a:lnTo>
                <a:lnTo>
                  <a:pt x="594" y="352"/>
                </a:lnTo>
                <a:lnTo>
                  <a:pt x="581" y="314"/>
                </a:lnTo>
                <a:lnTo>
                  <a:pt x="573" y="273"/>
                </a:lnTo>
                <a:lnTo>
                  <a:pt x="568" y="232"/>
                </a:lnTo>
                <a:lnTo>
                  <a:pt x="712" y="232"/>
                </a:lnTo>
                <a:lnTo>
                  <a:pt x="368" y="0"/>
                </a:lnTo>
                <a:lnTo>
                  <a:pt x="0" y="235"/>
                </a:lnTo>
                <a:lnTo>
                  <a:pt x="134" y="234"/>
                </a:lnTo>
                <a:lnTo>
                  <a:pt x="139" y="296"/>
                </a:lnTo>
                <a:lnTo>
                  <a:pt x="148" y="358"/>
                </a:lnTo>
                <a:lnTo>
                  <a:pt x="161" y="419"/>
                </a:lnTo>
                <a:lnTo>
                  <a:pt x="178" y="479"/>
                </a:lnTo>
                <a:lnTo>
                  <a:pt x="200" y="538"/>
                </a:lnTo>
                <a:lnTo>
                  <a:pt x="227" y="595"/>
                </a:lnTo>
                <a:lnTo>
                  <a:pt x="257" y="650"/>
                </a:lnTo>
                <a:lnTo>
                  <a:pt x="291" y="702"/>
                </a:lnTo>
                <a:lnTo>
                  <a:pt x="328" y="751"/>
                </a:lnTo>
                <a:lnTo>
                  <a:pt x="369" y="797"/>
                </a:lnTo>
                <a:lnTo>
                  <a:pt x="413" y="841"/>
                </a:lnTo>
                <a:lnTo>
                  <a:pt x="459" y="882"/>
                </a:lnTo>
                <a:lnTo>
                  <a:pt x="509" y="919"/>
                </a:lnTo>
                <a:lnTo>
                  <a:pt x="562" y="951"/>
                </a:lnTo>
                <a:lnTo>
                  <a:pt x="617" y="981"/>
                </a:lnTo>
                <a:lnTo>
                  <a:pt x="673" y="1007"/>
                </a:lnTo>
                <a:lnTo>
                  <a:pt x="732" y="1027"/>
                </a:lnTo>
                <a:lnTo>
                  <a:pt x="791" y="1045"/>
                </a:lnTo>
                <a:lnTo>
                  <a:pt x="852" y="1057"/>
                </a:lnTo>
                <a:lnTo>
                  <a:pt x="913" y="1067"/>
                </a:lnTo>
                <a:lnTo>
                  <a:pt x="975" y="1070"/>
                </a:lnTo>
                <a:lnTo>
                  <a:pt x="1037" y="1070"/>
                </a:lnTo>
                <a:lnTo>
                  <a:pt x="1098" y="1066"/>
                </a:lnTo>
                <a:lnTo>
                  <a:pt x="1160" y="1056"/>
                </a:lnTo>
                <a:lnTo>
                  <a:pt x="1220" y="1042"/>
                </a:lnTo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2029" name="Freeform 5"/>
          <p:cNvSpPr/>
          <p:nvPr/>
        </p:nvSpPr>
        <p:spPr>
          <a:xfrm flipH="1" flipV="1" rot="1032600">
            <a:off x="6584040" y="2708640"/>
            <a:ext cx="917280" cy="1720440"/>
          </a:xfrm>
          <a:custGeom>
            <a:avLst/>
            <a:gdLst>
              <a:gd name="textAreaLeft" fmla="*/ 360 w 917280"/>
              <a:gd name="textAreaRight" fmla="*/ 918000 w 917280"/>
              <a:gd name="textAreaTop" fmla="*/ -360 h 1720440"/>
              <a:gd name="textAreaBottom" fmla="*/ 1720440 h 1720440"/>
            </a:gdLst>
            <a:ahLst/>
            <a:rect l="textAreaLeft" t="textAreaTop" r="textAreaRight" b="textAreaBottom"/>
            <a:pathLst>
              <a:path w="793" h="1440">
                <a:moveTo>
                  <a:pt x="286" y="1316"/>
                </a:moveTo>
                <a:lnTo>
                  <a:pt x="340" y="1290"/>
                </a:lnTo>
                <a:lnTo>
                  <a:pt x="392" y="1260"/>
                </a:lnTo>
                <a:lnTo>
                  <a:pt x="442" y="1225"/>
                </a:lnTo>
                <a:lnTo>
                  <a:pt x="490" y="1187"/>
                </a:lnTo>
                <a:lnTo>
                  <a:pt x="535" y="1146"/>
                </a:lnTo>
                <a:lnTo>
                  <a:pt x="576" y="1102"/>
                </a:lnTo>
                <a:lnTo>
                  <a:pt x="616" y="1055"/>
                </a:lnTo>
                <a:lnTo>
                  <a:pt x="650" y="1005"/>
                </a:lnTo>
                <a:lnTo>
                  <a:pt x="682" y="953"/>
                </a:lnTo>
                <a:lnTo>
                  <a:pt x="709" y="900"/>
                </a:lnTo>
                <a:lnTo>
                  <a:pt x="734" y="844"/>
                </a:lnTo>
                <a:lnTo>
                  <a:pt x="753" y="786"/>
                </a:lnTo>
                <a:lnTo>
                  <a:pt x="770" y="727"/>
                </a:lnTo>
                <a:lnTo>
                  <a:pt x="781" y="668"/>
                </a:lnTo>
                <a:lnTo>
                  <a:pt x="789" y="608"/>
                </a:lnTo>
                <a:lnTo>
                  <a:pt x="792" y="547"/>
                </a:lnTo>
                <a:lnTo>
                  <a:pt x="790" y="487"/>
                </a:lnTo>
                <a:lnTo>
                  <a:pt x="786" y="427"/>
                </a:lnTo>
                <a:lnTo>
                  <a:pt x="775" y="367"/>
                </a:lnTo>
                <a:lnTo>
                  <a:pt x="762" y="308"/>
                </a:lnTo>
                <a:lnTo>
                  <a:pt x="744" y="249"/>
                </a:lnTo>
                <a:lnTo>
                  <a:pt x="722" y="193"/>
                </a:lnTo>
                <a:lnTo>
                  <a:pt x="697" y="137"/>
                </a:lnTo>
                <a:lnTo>
                  <a:pt x="667" y="84"/>
                </a:lnTo>
                <a:lnTo>
                  <a:pt x="639" y="41"/>
                </a:lnTo>
                <a:lnTo>
                  <a:pt x="609" y="0"/>
                </a:lnTo>
                <a:lnTo>
                  <a:pt x="521" y="247"/>
                </a:lnTo>
                <a:lnTo>
                  <a:pt x="277" y="280"/>
                </a:lnTo>
                <a:lnTo>
                  <a:pt x="294" y="308"/>
                </a:lnTo>
                <a:lnTo>
                  <a:pt x="316" y="347"/>
                </a:lnTo>
                <a:lnTo>
                  <a:pt x="332" y="389"/>
                </a:lnTo>
                <a:lnTo>
                  <a:pt x="345" y="431"/>
                </a:lnTo>
                <a:lnTo>
                  <a:pt x="353" y="475"/>
                </a:lnTo>
                <a:lnTo>
                  <a:pt x="357" y="519"/>
                </a:lnTo>
                <a:lnTo>
                  <a:pt x="355" y="564"/>
                </a:lnTo>
                <a:lnTo>
                  <a:pt x="350" y="608"/>
                </a:lnTo>
                <a:lnTo>
                  <a:pt x="339" y="652"/>
                </a:lnTo>
                <a:lnTo>
                  <a:pt x="325" y="694"/>
                </a:lnTo>
                <a:lnTo>
                  <a:pt x="306" y="734"/>
                </a:lnTo>
                <a:lnTo>
                  <a:pt x="284" y="772"/>
                </a:lnTo>
                <a:lnTo>
                  <a:pt x="257" y="808"/>
                </a:lnTo>
                <a:lnTo>
                  <a:pt x="227" y="841"/>
                </a:lnTo>
                <a:lnTo>
                  <a:pt x="193" y="871"/>
                </a:lnTo>
                <a:lnTo>
                  <a:pt x="156" y="896"/>
                </a:lnTo>
                <a:lnTo>
                  <a:pt x="113" y="761"/>
                </a:lnTo>
                <a:lnTo>
                  <a:pt x="0" y="1169"/>
                </a:lnTo>
                <a:lnTo>
                  <a:pt x="321" y="1439"/>
                </a:lnTo>
                <a:lnTo>
                  <a:pt x="286" y="1316"/>
                </a:lnTo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2030" name="TextBox 38"/>
          <p:cNvSpPr/>
          <p:nvPr/>
        </p:nvSpPr>
        <p:spPr>
          <a:xfrm>
            <a:off x="6476760" y="3428280"/>
            <a:ext cx="7027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31" name="TextBox 67"/>
          <p:cNvSpPr/>
          <p:nvPr/>
        </p:nvSpPr>
        <p:spPr>
          <a:xfrm>
            <a:off x="7804800" y="3444480"/>
            <a:ext cx="7027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32" name="Freeform 3"/>
          <p:cNvSpPr/>
          <p:nvPr/>
        </p:nvSpPr>
        <p:spPr>
          <a:xfrm flipH="1" flipV="1" rot="1032600">
            <a:off x="6515640" y="4086000"/>
            <a:ext cx="1797120" cy="900000"/>
          </a:xfrm>
          <a:custGeom>
            <a:avLst/>
            <a:gdLst>
              <a:gd name="textAreaLeft" fmla="*/ 360 w 1797120"/>
              <a:gd name="textAreaRight" fmla="*/ 1797840 w 1797120"/>
              <a:gd name="textAreaTop" fmla="*/ 360 h 900000"/>
              <a:gd name="textAreaBottom" fmla="*/ 900720 h 900000"/>
            </a:gdLst>
            <a:ahLst/>
            <a:rect l="textAreaLeft" t="textAreaTop" r="textAreaRight" b="textAreaBottom"/>
            <a:pathLst>
              <a:path w="1553" h="753">
                <a:moveTo>
                  <a:pt x="983" y="584"/>
                </a:moveTo>
                <a:lnTo>
                  <a:pt x="1417" y="541"/>
                </a:lnTo>
                <a:lnTo>
                  <a:pt x="1552" y="150"/>
                </a:lnTo>
                <a:lnTo>
                  <a:pt x="1447" y="227"/>
                </a:lnTo>
                <a:lnTo>
                  <a:pt x="1398" y="186"/>
                </a:lnTo>
                <a:lnTo>
                  <a:pt x="1347" y="149"/>
                </a:lnTo>
                <a:lnTo>
                  <a:pt x="1294" y="116"/>
                </a:lnTo>
                <a:lnTo>
                  <a:pt x="1238" y="87"/>
                </a:lnTo>
                <a:lnTo>
                  <a:pt x="1181" y="61"/>
                </a:lnTo>
                <a:lnTo>
                  <a:pt x="1122" y="41"/>
                </a:lnTo>
                <a:lnTo>
                  <a:pt x="1060" y="23"/>
                </a:lnTo>
                <a:lnTo>
                  <a:pt x="999" y="12"/>
                </a:lnTo>
                <a:lnTo>
                  <a:pt x="936" y="4"/>
                </a:lnTo>
                <a:lnTo>
                  <a:pt x="873" y="0"/>
                </a:lnTo>
                <a:lnTo>
                  <a:pt x="810" y="2"/>
                </a:lnTo>
                <a:lnTo>
                  <a:pt x="748" y="8"/>
                </a:lnTo>
                <a:lnTo>
                  <a:pt x="685" y="19"/>
                </a:lnTo>
                <a:lnTo>
                  <a:pt x="624" y="34"/>
                </a:lnTo>
                <a:lnTo>
                  <a:pt x="564" y="53"/>
                </a:lnTo>
                <a:lnTo>
                  <a:pt x="506" y="76"/>
                </a:lnTo>
                <a:lnTo>
                  <a:pt x="449" y="104"/>
                </a:lnTo>
                <a:lnTo>
                  <a:pt x="395" y="137"/>
                </a:lnTo>
                <a:lnTo>
                  <a:pt x="342" y="172"/>
                </a:lnTo>
                <a:lnTo>
                  <a:pt x="294" y="212"/>
                </a:lnTo>
                <a:lnTo>
                  <a:pt x="248" y="254"/>
                </a:lnTo>
                <a:lnTo>
                  <a:pt x="205" y="301"/>
                </a:lnTo>
                <a:lnTo>
                  <a:pt x="165" y="350"/>
                </a:lnTo>
                <a:lnTo>
                  <a:pt x="130" y="401"/>
                </a:lnTo>
                <a:lnTo>
                  <a:pt x="98" y="456"/>
                </a:lnTo>
                <a:lnTo>
                  <a:pt x="71" y="512"/>
                </a:lnTo>
                <a:lnTo>
                  <a:pt x="46" y="570"/>
                </a:lnTo>
                <a:lnTo>
                  <a:pt x="27" y="631"/>
                </a:lnTo>
                <a:lnTo>
                  <a:pt x="11" y="692"/>
                </a:lnTo>
                <a:lnTo>
                  <a:pt x="0" y="752"/>
                </a:lnTo>
                <a:lnTo>
                  <a:pt x="222" y="608"/>
                </a:lnTo>
                <a:lnTo>
                  <a:pt x="440" y="749"/>
                </a:lnTo>
                <a:lnTo>
                  <a:pt x="455" y="710"/>
                </a:lnTo>
                <a:lnTo>
                  <a:pt x="474" y="670"/>
                </a:lnTo>
                <a:lnTo>
                  <a:pt x="498" y="632"/>
                </a:lnTo>
                <a:lnTo>
                  <a:pt x="525" y="596"/>
                </a:lnTo>
                <a:lnTo>
                  <a:pt x="556" y="563"/>
                </a:lnTo>
                <a:lnTo>
                  <a:pt x="589" y="533"/>
                </a:lnTo>
                <a:lnTo>
                  <a:pt x="626" y="507"/>
                </a:lnTo>
                <a:lnTo>
                  <a:pt x="665" y="485"/>
                </a:lnTo>
                <a:lnTo>
                  <a:pt x="706" y="467"/>
                </a:lnTo>
                <a:lnTo>
                  <a:pt x="749" y="453"/>
                </a:lnTo>
                <a:lnTo>
                  <a:pt x="793" y="443"/>
                </a:lnTo>
                <a:lnTo>
                  <a:pt x="837" y="438"/>
                </a:lnTo>
                <a:lnTo>
                  <a:pt x="882" y="438"/>
                </a:lnTo>
                <a:lnTo>
                  <a:pt x="927" y="442"/>
                </a:lnTo>
                <a:lnTo>
                  <a:pt x="971" y="450"/>
                </a:lnTo>
                <a:lnTo>
                  <a:pt x="1014" y="464"/>
                </a:lnTo>
                <a:lnTo>
                  <a:pt x="1055" y="480"/>
                </a:lnTo>
                <a:lnTo>
                  <a:pt x="1095" y="502"/>
                </a:lnTo>
                <a:lnTo>
                  <a:pt x="983" y="584"/>
                </a:lnTo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2033" name="직사각형 56"/>
          <p:cNvSpPr/>
          <p:nvPr/>
        </p:nvSpPr>
        <p:spPr>
          <a:xfrm>
            <a:off x="873720" y="2181240"/>
            <a:ext cx="2339640" cy="647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34" name="직사각형 57"/>
          <p:cNvSpPr/>
          <p:nvPr/>
        </p:nvSpPr>
        <p:spPr>
          <a:xfrm>
            <a:off x="873720" y="5311440"/>
            <a:ext cx="2339640" cy="791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 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텍스트를 입력하세요 텍스트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 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텍스트를 입력하세요 텍스트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 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텍스트를 입력하세요 텍스트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35" name="위쪽 화살표 59"/>
          <p:cNvSpPr/>
          <p:nvPr/>
        </p:nvSpPr>
        <p:spPr>
          <a:xfrm>
            <a:off x="1521360" y="2905200"/>
            <a:ext cx="1044360" cy="2300760"/>
          </a:xfrm>
          <a:prstGeom prst="upArrow">
            <a:avLst>
              <a:gd name="adj1" fmla="val 50000"/>
              <a:gd name="adj2" fmla="val 32076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2036" name="그룹 60"/>
          <p:cNvGrpSpPr/>
          <p:nvPr/>
        </p:nvGrpSpPr>
        <p:grpSpPr>
          <a:xfrm>
            <a:off x="1074600" y="3314880"/>
            <a:ext cx="1938240" cy="1726200"/>
            <a:chOff x="1074600" y="3314880"/>
            <a:chExt cx="1938240" cy="1726200"/>
          </a:xfrm>
        </p:grpSpPr>
        <p:sp>
          <p:nvSpPr>
            <p:cNvPr id="2037" name="타원 61"/>
            <p:cNvSpPr/>
            <p:nvPr/>
          </p:nvSpPr>
          <p:spPr>
            <a:xfrm>
              <a:off x="1490760" y="3718080"/>
              <a:ext cx="1105560" cy="1105560"/>
            </a:xfrm>
            <a:prstGeom prst="ellipse">
              <a:avLst/>
            </a:prstGeom>
            <a:noFill/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endParaRPr b="1" lang="en-US" sz="1100" spc="-21" strike="noStrike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38" name="타원 62"/>
            <p:cNvSpPr/>
            <p:nvPr/>
          </p:nvSpPr>
          <p:spPr>
            <a:xfrm>
              <a:off x="1619640" y="3314880"/>
              <a:ext cx="847800" cy="847800"/>
            </a:xfrm>
            <a:prstGeom prst="ellipse">
              <a:avLst/>
            </a:prstGeom>
            <a:solidFill>
              <a:srgbClr val="8da5bd"/>
            </a:solidFill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8000" rIns="36000" tIns="45000" bIns="45000" anchor="ctr">
              <a:no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텍스트 입력 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039" name="타원 63"/>
            <p:cNvSpPr/>
            <p:nvPr/>
          </p:nvSpPr>
          <p:spPr>
            <a:xfrm>
              <a:off x="1074600" y="4193280"/>
              <a:ext cx="847800" cy="847800"/>
            </a:xfrm>
            <a:prstGeom prst="ellipse">
              <a:avLst/>
            </a:prstGeom>
            <a:solidFill>
              <a:srgbClr val="8da5bd"/>
            </a:solidFill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8000" rIns="36000" tIns="45000" bIns="45000" anchor="ctr">
              <a:no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텍스트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입력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040" name="타원 64"/>
            <p:cNvSpPr/>
            <p:nvPr/>
          </p:nvSpPr>
          <p:spPr>
            <a:xfrm>
              <a:off x="2165040" y="4193280"/>
              <a:ext cx="847800" cy="847800"/>
            </a:xfrm>
            <a:prstGeom prst="ellipse">
              <a:avLst/>
            </a:prstGeom>
            <a:solidFill>
              <a:srgbClr val="8da5bd"/>
            </a:solidFill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텍스트 입력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2041" name="TextBox 68"/>
          <p:cNvSpPr/>
          <p:nvPr/>
        </p:nvSpPr>
        <p:spPr>
          <a:xfrm>
            <a:off x="7104240" y="4501800"/>
            <a:ext cx="7027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04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04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04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046" name="PlaceHolder 5"/>
          <p:cNvSpPr>
            <a:spLocks noGrp="1"/>
          </p:cNvSpPr>
          <p:nvPr>
            <p:ph type="sldNum" idx="137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7A55304-81E9-4DA5-8A22-C832414CDBE7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047" name="PlaceHolder 6"/>
          <p:cNvSpPr>
            <a:spLocks noGrp="1"/>
          </p:cNvSpPr>
          <p:nvPr>
            <p:ph type="ftr" idx="138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048" name="Donut 1"/>
          <p:cNvSpPr/>
          <p:nvPr/>
        </p:nvSpPr>
        <p:spPr>
          <a:xfrm>
            <a:off x="2631960" y="2945160"/>
            <a:ext cx="1846440" cy="1846440"/>
          </a:xfrm>
          <a:prstGeom prst="donut">
            <a:avLst>
              <a:gd name="adj" fmla="val 4972"/>
            </a:avLst>
          </a:prstGeom>
          <a:solidFill>
            <a:schemeClr val="bg2"/>
          </a:solidFill>
          <a:ln w="127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grpSp>
        <p:nvGrpSpPr>
          <p:cNvPr id="2049" name="그룹 12"/>
          <p:cNvGrpSpPr/>
          <p:nvPr/>
        </p:nvGrpSpPr>
        <p:grpSpPr>
          <a:xfrm>
            <a:off x="667440" y="2464200"/>
            <a:ext cx="1851840" cy="2474640"/>
            <a:chOff x="667440" y="2464200"/>
            <a:chExt cx="1851840" cy="2474640"/>
          </a:xfrm>
        </p:grpSpPr>
        <p:sp>
          <p:nvSpPr>
            <p:cNvPr id="2050" name="TextBox 42"/>
            <p:cNvSpPr/>
            <p:nvPr/>
          </p:nvSpPr>
          <p:spPr>
            <a:xfrm>
              <a:off x="669600" y="3074040"/>
              <a:ext cx="1849680" cy="186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051" name="TextBox 43"/>
            <p:cNvSpPr/>
            <p:nvPr/>
          </p:nvSpPr>
          <p:spPr>
            <a:xfrm>
              <a:off x="667440" y="2464200"/>
              <a:ext cx="1849680" cy="60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2019</a:t>
              </a:r>
              <a:r>
                <a:rPr b="0" lang="ko-KR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년 사업장별 목표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cxnSp>
        <p:nvCxnSpPr>
          <p:cNvPr id="2052" name="Straight Connector 35"/>
          <p:cNvCxnSpPr/>
          <p:nvPr/>
        </p:nvCxnSpPr>
        <p:spPr>
          <a:xfrm>
            <a:off x="827640" y="3048840"/>
            <a:ext cx="1760400" cy="9720"/>
          </a:xfrm>
          <a:prstGeom prst="straightConnector1">
            <a:avLst/>
          </a:prstGeom>
          <a:ln w="25400">
            <a:solidFill>
              <a:srgbClr val="b6b6b6"/>
            </a:solidFill>
            <a:miter/>
            <a:headEnd len="med" type="oval" w="med"/>
          </a:ln>
        </p:spPr>
      </p:cxnSp>
      <p:cxnSp>
        <p:nvCxnSpPr>
          <p:cNvPr id="2053" name="Straight Connector 36"/>
          <p:cNvCxnSpPr>
            <a:endCxn id="2048" idx="1"/>
          </p:cNvCxnSpPr>
          <p:nvPr/>
        </p:nvCxnSpPr>
        <p:spPr>
          <a:xfrm>
            <a:off x="2583360" y="3058200"/>
            <a:ext cx="48960" cy="810360"/>
          </a:xfrm>
          <a:prstGeom prst="straightConnector1">
            <a:avLst/>
          </a:prstGeom>
          <a:ln w="25400">
            <a:solidFill>
              <a:srgbClr val="b6b6b6"/>
            </a:solidFill>
            <a:miter/>
          </a:ln>
        </p:spPr>
      </p:cxnSp>
      <p:sp>
        <p:nvSpPr>
          <p:cNvPr id="2054" name="TextBox 46"/>
          <p:cNvSpPr/>
          <p:nvPr/>
        </p:nvSpPr>
        <p:spPr>
          <a:xfrm>
            <a:off x="2835720" y="4132800"/>
            <a:ext cx="14518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accent5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1" strike="noStrike">
                <a:solidFill>
                  <a:schemeClr val="accent5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1" strike="noStrike">
                <a:solidFill>
                  <a:schemeClr val="accent5"/>
                </a:solidFill>
                <a:latin typeface="본고딕 Medium"/>
                <a:ea typeface="본고딕 Medium"/>
              </a:rPr>
              <a:t>_</a:t>
            </a:r>
            <a:r>
              <a:rPr b="0" lang="ko-KR" sz="1600" spc="-1" strike="noStrike">
                <a:solidFill>
                  <a:schemeClr val="accent5"/>
                </a:solidFill>
                <a:latin typeface="본고딕 Medium"/>
                <a:ea typeface="본고딕 Medium"/>
              </a:rPr>
              <a:t>내용</a:t>
            </a:r>
            <a:r>
              <a:rPr b="0" lang="en-US" sz="1600" spc="-1" strike="noStrike">
                <a:solidFill>
                  <a:schemeClr val="accent5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55" name="Donut 66"/>
          <p:cNvSpPr/>
          <p:nvPr/>
        </p:nvSpPr>
        <p:spPr>
          <a:xfrm>
            <a:off x="4991760" y="4024080"/>
            <a:ext cx="700560" cy="70056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2056" name="Straight Connector 39"/>
          <p:cNvCxnSpPr/>
          <p:nvPr/>
        </p:nvCxnSpPr>
        <p:spPr>
          <a:xfrm>
            <a:off x="5692320" y="4373280"/>
            <a:ext cx="3420360" cy="432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sp>
        <p:nvSpPr>
          <p:cNvPr id="2057" name="Donut 59"/>
          <p:cNvSpPr/>
          <p:nvPr/>
        </p:nvSpPr>
        <p:spPr>
          <a:xfrm>
            <a:off x="4167360" y="1872000"/>
            <a:ext cx="700560" cy="70056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2058" name="Straight Connector 44"/>
          <p:cNvCxnSpPr/>
          <p:nvPr/>
        </p:nvCxnSpPr>
        <p:spPr>
          <a:xfrm>
            <a:off x="4868280" y="2222280"/>
            <a:ext cx="3420360" cy="36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grpSp>
        <p:nvGrpSpPr>
          <p:cNvPr id="2059" name="Group 6"/>
          <p:cNvGrpSpPr/>
          <p:nvPr/>
        </p:nvGrpSpPr>
        <p:grpSpPr>
          <a:xfrm>
            <a:off x="5071680" y="1889640"/>
            <a:ext cx="3133800" cy="832680"/>
            <a:chOff x="5071680" y="1889640"/>
            <a:chExt cx="3133800" cy="832680"/>
          </a:xfrm>
        </p:grpSpPr>
        <p:sp>
          <p:nvSpPr>
            <p:cNvPr id="2060" name="TextBox 55"/>
            <p:cNvSpPr/>
            <p:nvPr/>
          </p:nvSpPr>
          <p:spPr>
            <a:xfrm>
              <a:off x="5080680" y="2261160"/>
              <a:ext cx="312444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061" name="TextBox 56"/>
            <p:cNvSpPr/>
            <p:nvPr/>
          </p:nvSpPr>
          <p:spPr>
            <a:xfrm>
              <a:off x="5071680" y="1889640"/>
              <a:ext cx="3133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당진공장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2062" name="Donut 60"/>
          <p:cNvSpPr/>
          <p:nvPr/>
        </p:nvSpPr>
        <p:spPr>
          <a:xfrm>
            <a:off x="4167360" y="5110560"/>
            <a:ext cx="700560" cy="70056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2063" name="Straight Connector 49"/>
          <p:cNvCxnSpPr/>
          <p:nvPr/>
        </p:nvCxnSpPr>
        <p:spPr>
          <a:xfrm>
            <a:off x="4868280" y="5460840"/>
            <a:ext cx="3420360" cy="36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sp>
        <p:nvSpPr>
          <p:cNvPr id="2064" name="Donut 61"/>
          <p:cNvSpPr/>
          <p:nvPr/>
        </p:nvSpPr>
        <p:spPr>
          <a:xfrm>
            <a:off x="4991760" y="2945520"/>
            <a:ext cx="700560" cy="70056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2065" name="Straight Connector 54"/>
          <p:cNvCxnSpPr/>
          <p:nvPr/>
        </p:nvCxnSpPr>
        <p:spPr>
          <a:xfrm>
            <a:off x="5692320" y="3292920"/>
            <a:ext cx="3420360" cy="468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grpSp>
        <p:nvGrpSpPr>
          <p:cNvPr id="2066" name="Group 6"/>
          <p:cNvGrpSpPr/>
          <p:nvPr/>
        </p:nvGrpSpPr>
        <p:grpSpPr>
          <a:xfrm>
            <a:off x="5827680" y="2943000"/>
            <a:ext cx="3133800" cy="832680"/>
            <a:chOff x="5827680" y="2943000"/>
            <a:chExt cx="3133800" cy="832680"/>
          </a:xfrm>
        </p:grpSpPr>
        <p:sp>
          <p:nvSpPr>
            <p:cNvPr id="2067" name="TextBox 78"/>
            <p:cNvSpPr/>
            <p:nvPr/>
          </p:nvSpPr>
          <p:spPr>
            <a:xfrm>
              <a:off x="5837040" y="3314520"/>
              <a:ext cx="312444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068" name="TextBox 79"/>
            <p:cNvSpPr/>
            <p:nvPr/>
          </p:nvSpPr>
          <p:spPr>
            <a:xfrm>
              <a:off x="5827680" y="2943000"/>
              <a:ext cx="3133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부산공장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2069" name="Group 6"/>
          <p:cNvGrpSpPr/>
          <p:nvPr/>
        </p:nvGrpSpPr>
        <p:grpSpPr>
          <a:xfrm>
            <a:off x="5827680" y="4024080"/>
            <a:ext cx="3133800" cy="832680"/>
            <a:chOff x="5827680" y="4024080"/>
            <a:chExt cx="3133800" cy="832680"/>
          </a:xfrm>
        </p:grpSpPr>
        <p:sp>
          <p:nvSpPr>
            <p:cNvPr id="2070" name="TextBox 83"/>
            <p:cNvSpPr/>
            <p:nvPr/>
          </p:nvSpPr>
          <p:spPr>
            <a:xfrm>
              <a:off x="5837040" y="4395600"/>
              <a:ext cx="312444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071" name="TextBox 84"/>
            <p:cNvSpPr/>
            <p:nvPr/>
          </p:nvSpPr>
          <p:spPr>
            <a:xfrm>
              <a:off x="5827680" y="4024080"/>
              <a:ext cx="3133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인천공장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2072" name="Group 6"/>
          <p:cNvGrpSpPr/>
          <p:nvPr/>
        </p:nvGrpSpPr>
        <p:grpSpPr>
          <a:xfrm>
            <a:off x="5071680" y="5114880"/>
            <a:ext cx="3133800" cy="832680"/>
            <a:chOff x="5071680" y="5114880"/>
            <a:chExt cx="3133800" cy="832680"/>
          </a:xfrm>
        </p:grpSpPr>
        <p:sp>
          <p:nvSpPr>
            <p:cNvPr id="2073" name="TextBox 86"/>
            <p:cNvSpPr/>
            <p:nvPr/>
          </p:nvSpPr>
          <p:spPr>
            <a:xfrm>
              <a:off x="5080680" y="5486400"/>
              <a:ext cx="312444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074" name="TextBox 87"/>
            <p:cNvSpPr/>
            <p:nvPr/>
          </p:nvSpPr>
          <p:spPr>
            <a:xfrm>
              <a:off x="5071680" y="5114880"/>
              <a:ext cx="3133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포항공장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2075" name="AutoShape 76"/>
          <p:cNvSpPr/>
          <p:nvPr/>
        </p:nvSpPr>
        <p:spPr>
          <a:xfrm>
            <a:off x="3159720" y="3293280"/>
            <a:ext cx="761040" cy="84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grpSp>
        <p:nvGrpSpPr>
          <p:cNvPr id="2076" name="그룹 1"/>
          <p:cNvGrpSpPr/>
          <p:nvPr/>
        </p:nvGrpSpPr>
        <p:grpSpPr>
          <a:xfrm>
            <a:off x="4143240" y="5134680"/>
            <a:ext cx="715320" cy="656640"/>
            <a:chOff x="4143240" y="5134680"/>
            <a:chExt cx="715320" cy="656640"/>
          </a:xfrm>
        </p:grpSpPr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07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07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08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 텍스트를 입력하세요 텍스트를 입력하세요 </a:t>
            </a:r>
            <a:endParaRPr b="0" lang="en-US" sz="1900" spc="-1" strike="noStrike">
              <a:solidFill>
                <a:schemeClr val="dk1"/>
              </a:solidFill>
              <a:latin typeface="본고딕 Norma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2452"/>
              </a:buClr>
              <a:buFont typeface="Arial"/>
              <a:buChar char="•"/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텍스트를 입력하세요 텍스트를 입력하세요 텍스트를 입력하세요 텍스트를 입력하세요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2452"/>
              </a:buClr>
              <a:buFont typeface="Arial"/>
              <a:buChar char="•"/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텍스트를 입력하세요 텍스트를 입력하세요 텍스트를 입력하세요 텍스트를 입력하세요 </a:t>
            </a: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  <a:p>
            <a:pPr indent="0" defTabSz="91440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2081" name="PlaceHolder 5"/>
          <p:cNvSpPr>
            <a:spLocks noGrp="1"/>
          </p:cNvSpPr>
          <p:nvPr>
            <p:ph type="sldNum" idx="139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F2DF9C3-6716-4300-918D-D2DF5068C71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082" name="PlaceHolder 6"/>
          <p:cNvSpPr>
            <a:spLocks noGrp="1"/>
          </p:cNvSpPr>
          <p:nvPr>
            <p:ph type="ftr" idx="140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083" name="직사각형 30"/>
          <p:cNvSpPr/>
          <p:nvPr/>
        </p:nvSpPr>
        <p:spPr>
          <a:xfrm>
            <a:off x="471960" y="2681280"/>
            <a:ext cx="8946000" cy="3106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084" name="직사각형 31"/>
          <p:cNvSpPr/>
          <p:nvPr/>
        </p:nvSpPr>
        <p:spPr>
          <a:xfrm>
            <a:off x="2125440" y="3070800"/>
            <a:ext cx="890280" cy="1197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2085" name="직사각형 32"/>
          <p:cNvSpPr/>
          <p:nvPr/>
        </p:nvSpPr>
        <p:spPr>
          <a:xfrm>
            <a:off x="2932560" y="3070800"/>
            <a:ext cx="1622160" cy="11970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2086" name="직사각형 34"/>
          <p:cNvSpPr/>
          <p:nvPr/>
        </p:nvSpPr>
        <p:spPr>
          <a:xfrm>
            <a:off x="4554720" y="3070800"/>
            <a:ext cx="3254760" cy="119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2087" name="직사각형 37"/>
          <p:cNvSpPr/>
          <p:nvPr/>
        </p:nvSpPr>
        <p:spPr>
          <a:xfrm>
            <a:off x="7809840" y="3070800"/>
            <a:ext cx="890280" cy="119700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2088" name="직선 연결선 38"/>
          <p:cNvCxnSpPr/>
          <p:nvPr/>
        </p:nvCxnSpPr>
        <p:spPr>
          <a:xfrm>
            <a:off x="2121120" y="3053160"/>
            <a:ext cx="360" cy="2088360"/>
          </a:xfrm>
          <a:prstGeom prst="straightConnector1">
            <a:avLst/>
          </a:prstGeom>
          <a:ln w="6350">
            <a:solidFill>
              <a:srgbClr val="000000"/>
            </a:solidFill>
            <a:miter/>
          </a:ln>
        </p:spPr>
      </p:cxnSp>
      <p:cxnSp>
        <p:nvCxnSpPr>
          <p:cNvPr id="2089" name="직선 연결선 39"/>
          <p:cNvCxnSpPr/>
          <p:nvPr/>
        </p:nvCxnSpPr>
        <p:spPr>
          <a:xfrm>
            <a:off x="2932200" y="3053160"/>
            <a:ext cx="360" cy="2088360"/>
          </a:xfrm>
          <a:prstGeom prst="straightConnector1">
            <a:avLst/>
          </a:prstGeom>
          <a:ln w="6350">
            <a:solidFill>
              <a:srgbClr val="000000"/>
            </a:solidFill>
            <a:miter/>
          </a:ln>
        </p:spPr>
      </p:cxnSp>
      <p:cxnSp>
        <p:nvCxnSpPr>
          <p:cNvPr id="2090" name="직선 연결선 40"/>
          <p:cNvCxnSpPr/>
          <p:nvPr/>
        </p:nvCxnSpPr>
        <p:spPr>
          <a:xfrm>
            <a:off x="4554720" y="3053160"/>
            <a:ext cx="360" cy="2088360"/>
          </a:xfrm>
          <a:prstGeom prst="straightConnector1">
            <a:avLst/>
          </a:prstGeom>
          <a:ln w="6350">
            <a:solidFill>
              <a:srgbClr val="000000"/>
            </a:solidFill>
            <a:miter/>
          </a:ln>
        </p:spPr>
      </p:cxnSp>
      <p:sp>
        <p:nvSpPr>
          <p:cNvPr id="2091" name="직사각형 41"/>
          <p:cNvSpPr/>
          <p:nvPr/>
        </p:nvSpPr>
        <p:spPr>
          <a:xfrm>
            <a:off x="2158560" y="4666320"/>
            <a:ext cx="817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1</a:t>
            </a:r>
            <a:r>
              <a:rPr b="0" lang="ko-KR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단계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단기전략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92" name="직사각형 42"/>
          <p:cNvSpPr/>
          <p:nvPr/>
        </p:nvSpPr>
        <p:spPr>
          <a:xfrm>
            <a:off x="2989800" y="4666320"/>
            <a:ext cx="817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2</a:t>
            </a:r>
            <a:r>
              <a:rPr b="0" lang="ko-KR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단계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중기전략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93" name="직사각형 43"/>
          <p:cNvSpPr/>
          <p:nvPr/>
        </p:nvSpPr>
        <p:spPr>
          <a:xfrm>
            <a:off x="4606200" y="4666320"/>
            <a:ext cx="120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3</a:t>
            </a:r>
            <a:r>
              <a:rPr b="0" lang="ko-KR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단계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중장기전략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94" name="직사각형 44"/>
          <p:cNvSpPr/>
          <p:nvPr/>
        </p:nvSpPr>
        <p:spPr>
          <a:xfrm>
            <a:off x="1017000" y="3526200"/>
            <a:ext cx="11008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95" name="직사각형 45"/>
          <p:cNvSpPr/>
          <p:nvPr/>
        </p:nvSpPr>
        <p:spPr>
          <a:xfrm>
            <a:off x="471960" y="3119400"/>
            <a:ext cx="1647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96" name="직사각형 46"/>
          <p:cNvSpPr/>
          <p:nvPr/>
        </p:nvSpPr>
        <p:spPr>
          <a:xfrm>
            <a:off x="605880" y="3938040"/>
            <a:ext cx="1509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2097" name="직선 연결선 47"/>
          <p:cNvCxnSpPr/>
          <p:nvPr/>
        </p:nvCxnSpPr>
        <p:spPr>
          <a:xfrm>
            <a:off x="906480" y="3476880"/>
            <a:ext cx="7794360" cy="360"/>
          </a:xfrm>
          <a:prstGeom prst="straightConnector1">
            <a:avLst/>
          </a:prstGeom>
          <a:ln w="6350">
            <a:solidFill>
              <a:srgbClr val="767171"/>
            </a:solidFill>
            <a:prstDash val="sysDot"/>
            <a:miter/>
          </a:ln>
        </p:spPr>
      </p:cxnSp>
      <p:cxnSp>
        <p:nvCxnSpPr>
          <p:cNvPr id="2098" name="직선 연결선 48"/>
          <p:cNvCxnSpPr/>
          <p:nvPr/>
        </p:nvCxnSpPr>
        <p:spPr>
          <a:xfrm>
            <a:off x="906480" y="3879360"/>
            <a:ext cx="7794360" cy="360"/>
          </a:xfrm>
          <a:prstGeom prst="straightConnector1">
            <a:avLst/>
          </a:prstGeom>
          <a:ln w="6350">
            <a:solidFill>
              <a:srgbClr val="767171"/>
            </a:solidFill>
            <a:prstDash val="sysDot"/>
            <a:miter/>
          </a:ln>
        </p:spPr>
      </p:cxnSp>
      <p:sp>
        <p:nvSpPr>
          <p:cNvPr id="2099" name="화살표: 오각형 15"/>
          <p:cNvSpPr/>
          <p:nvPr/>
        </p:nvSpPr>
        <p:spPr>
          <a:xfrm>
            <a:off x="2106000" y="5302800"/>
            <a:ext cx="6579000" cy="292680"/>
          </a:xfrm>
          <a:prstGeom prst="homePlate">
            <a:avLst>
              <a:gd name="adj" fmla="val 50000"/>
            </a:avLst>
          </a:prstGeom>
          <a:solidFill>
            <a:schemeClr val="tx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Increasing Level</a:t>
            </a:r>
            <a:endParaRPr b="0" lang="en-US" sz="12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100" name="직사각형 52"/>
          <p:cNvSpPr/>
          <p:nvPr/>
        </p:nvSpPr>
        <p:spPr>
          <a:xfrm>
            <a:off x="2125440" y="3119400"/>
            <a:ext cx="806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01" name="직사각형 62"/>
          <p:cNvSpPr/>
          <p:nvPr/>
        </p:nvSpPr>
        <p:spPr>
          <a:xfrm>
            <a:off x="2125440" y="3526200"/>
            <a:ext cx="806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02" name="직사각형 63"/>
          <p:cNvSpPr/>
          <p:nvPr/>
        </p:nvSpPr>
        <p:spPr>
          <a:xfrm>
            <a:off x="2125440" y="3922560"/>
            <a:ext cx="806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03" name="TextBox 64"/>
          <p:cNvSpPr/>
          <p:nvPr/>
        </p:nvSpPr>
        <p:spPr>
          <a:xfrm>
            <a:off x="454680" y="5924880"/>
            <a:ext cx="8963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각주</a:t>
            </a:r>
            <a:r>
              <a:rPr b="0" lang="en-US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r>
              <a:rPr b="0" lang="en-US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/ Normal, 10pt, </a:t>
            </a:r>
            <a:r>
              <a:rPr b="0" lang="ko-KR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줄간격 </a:t>
            </a:r>
            <a:r>
              <a:rPr b="0" lang="en-US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1.2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가나다라마바사 가나다라마바사 가나다라마바사 가나다라마바사 가나다라마바사 가나다라마바사 가나다라마바사 가나다라마바사 가나다라마바사 가나다라마바사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10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10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107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108" name="PlaceHolder 5"/>
          <p:cNvSpPr>
            <a:spLocks noGrp="1"/>
          </p:cNvSpPr>
          <p:nvPr>
            <p:ph type="sldNum" idx="141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09F67A0-8151-4891-BD23-1ED85D7F481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09" name="PlaceHolder 6"/>
          <p:cNvSpPr>
            <a:spLocks noGrp="1"/>
          </p:cNvSpPr>
          <p:nvPr>
            <p:ph type="ftr" idx="142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pSp>
        <p:nvGrpSpPr>
          <p:cNvPr id="2110" name="그룹 5"/>
          <p:cNvGrpSpPr/>
          <p:nvPr/>
        </p:nvGrpSpPr>
        <p:grpSpPr>
          <a:xfrm>
            <a:off x="923760" y="2722320"/>
            <a:ext cx="8057880" cy="2970000"/>
            <a:chOff x="923760" y="2722320"/>
            <a:chExt cx="8057880" cy="2970000"/>
          </a:xfrm>
        </p:grpSpPr>
        <p:sp>
          <p:nvSpPr>
            <p:cNvPr id="2111" name="Right Arrow 2"/>
            <p:cNvSpPr/>
            <p:nvPr/>
          </p:nvSpPr>
          <p:spPr>
            <a:xfrm>
              <a:off x="2530800" y="2729160"/>
              <a:ext cx="5296680" cy="552600"/>
            </a:xfrm>
            <a:prstGeom prst="rightArrow">
              <a:avLst>
                <a:gd name="adj1" fmla="val 100000"/>
                <a:gd name="adj2" fmla="val 65512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STEP 01.</a:t>
              </a:r>
              <a:endParaRPr b="0" lang="en-US" sz="1400" spc="-1" strike="noStrike">
                <a:solidFill>
                  <a:srgbClr val="ffffff"/>
                </a:solidFill>
                <a:latin typeface="맑은 고딕"/>
              </a:endParaRPr>
            </a:p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텍스트를 입력하세요</a:t>
              </a:r>
              <a:endParaRPr b="0" lang="en-US" sz="1200" spc="-1" strike="noStrike">
                <a:solidFill>
                  <a:srgbClr val="ffffff"/>
                </a:solidFill>
                <a:latin typeface="맑은 고딕"/>
              </a:endParaRPr>
            </a:p>
          </p:txBody>
        </p:sp>
        <p:sp>
          <p:nvSpPr>
            <p:cNvPr id="2112" name="Right Arrow 3"/>
            <p:cNvSpPr/>
            <p:nvPr/>
          </p:nvSpPr>
          <p:spPr>
            <a:xfrm>
              <a:off x="2602440" y="3364920"/>
              <a:ext cx="5594040" cy="523800"/>
            </a:xfrm>
            <a:prstGeom prst="rightArrow">
              <a:avLst>
                <a:gd name="adj1" fmla="val 100000"/>
                <a:gd name="adj2" fmla="val 6551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STEP 02.</a:t>
              </a:r>
              <a:endParaRPr b="0" lang="en-US" sz="1400" spc="-1" strike="noStrike">
                <a:solidFill>
                  <a:srgbClr val="ffffff"/>
                </a:solidFill>
                <a:latin typeface="맑은 고딕"/>
              </a:endParaRPr>
            </a:p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chemeClr val="lt1"/>
                  </a:solidFill>
                  <a:latin typeface="본고딕 Normal"/>
                  <a:ea typeface="본고딕 Normal"/>
                </a:rPr>
                <a:t>텍스트를 입력하세요 텍스트를 입력하세요</a:t>
              </a:r>
              <a:endParaRPr b="0" lang="en-US" sz="1200" spc="-1" strike="noStrike">
                <a:solidFill>
                  <a:srgbClr val="ffffff"/>
                </a:solidFill>
                <a:latin typeface="맑은 고딕"/>
              </a:endParaRPr>
            </a:p>
          </p:txBody>
        </p:sp>
        <p:sp>
          <p:nvSpPr>
            <p:cNvPr id="2113" name="Right Arrow 4"/>
            <p:cNvSpPr/>
            <p:nvPr/>
          </p:nvSpPr>
          <p:spPr>
            <a:xfrm>
              <a:off x="2602440" y="3963600"/>
              <a:ext cx="5981760" cy="531720"/>
            </a:xfrm>
            <a:prstGeom prst="rightArrow">
              <a:avLst>
                <a:gd name="adj1" fmla="val 100000"/>
                <a:gd name="adj2" fmla="val 6551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STEP 03.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chemeClr val="lt1"/>
                  </a:solidFill>
                  <a:latin typeface="본고딕 Normal"/>
                  <a:ea typeface="본고딕 Normal"/>
                </a:rPr>
                <a:t>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114" name="Right Arrow 5"/>
            <p:cNvSpPr/>
            <p:nvPr/>
          </p:nvSpPr>
          <p:spPr>
            <a:xfrm>
              <a:off x="2514240" y="4575240"/>
              <a:ext cx="6467400" cy="548640"/>
            </a:xfrm>
            <a:prstGeom prst="rightArrow">
              <a:avLst>
                <a:gd name="adj1" fmla="val 100000"/>
                <a:gd name="adj2" fmla="val 65512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STEP 04.</a:t>
              </a:r>
              <a:endParaRPr b="0" lang="en-US" sz="1400" spc="-1" strike="noStrike">
                <a:solidFill>
                  <a:srgbClr val="ffffff"/>
                </a:solidFill>
                <a:latin typeface="맑은 고딕"/>
              </a:endParaRPr>
            </a:p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chemeClr val="lt1"/>
                  </a:solidFill>
                  <a:latin typeface="본고딕 Normal"/>
                  <a:ea typeface="본고딕 Normal"/>
                </a:rPr>
                <a:t>텍스트를 입력하세요 텍스트를 입력하세요</a:t>
              </a:r>
              <a:endParaRPr b="0" lang="en-US" sz="1200" spc="-1" strike="noStrike">
                <a:solidFill>
                  <a:srgbClr val="ffffff"/>
                </a:solidFill>
                <a:latin typeface="맑은 고딕"/>
              </a:endParaRPr>
            </a:p>
          </p:txBody>
        </p:sp>
        <p:grpSp>
          <p:nvGrpSpPr>
            <p:cNvPr id="2115" name="Group 7"/>
            <p:cNvGrpSpPr/>
            <p:nvPr/>
          </p:nvGrpSpPr>
          <p:grpSpPr>
            <a:xfrm>
              <a:off x="923760" y="4245840"/>
              <a:ext cx="3161160" cy="1446480"/>
              <a:chOff x="923760" y="4245840"/>
              <a:chExt cx="3161160" cy="1446480"/>
            </a:xfrm>
          </p:grpSpPr>
          <p:sp>
            <p:nvSpPr>
              <p:cNvPr id="2116" name="Freeform 9"/>
              <p:cNvSpPr/>
              <p:nvPr/>
            </p:nvSpPr>
            <p:spPr>
              <a:xfrm>
                <a:off x="1256400" y="4245840"/>
                <a:ext cx="2515320" cy="965160"/>
              </a:xfrm>
              <a:custGeom>
                <a:avLst/>
                <a:gdLst>
                  <a:gd name="textAreaLeft" fmla="*/ 0 w 2515320"/>
                  <a:gd name="textAreaRight" fmla="*/ 2515680 w 2515320"/>
                  <a:gd name="textAreaTop" fmla="*/ 0 h 965160"/>
                  <a:gd name="textAreaBottom" fmla="*/ 965520 h 965160"/>
                </a:gdLst>
                <a:ahLst/>
                <a:rect l="textAreaLeft" t="textAreaTop" r="textAreaRight" b="textAreaBottom"/>
                <a:pathLst>
                  <a:path w="3186" h="1325">
                    <a:moveTo>
                      <a:pt x="0" y="620"/>
                    </a:moveTo>
                    <a:lnTo>
                      <a:pt x="1421" y="0"/>
                    </a:lnTo>
                    <a:lnTo>
                      <a:pt x="3186" y="580"/>
                    </a:lnTo>
                    <a:lnTo>
                      <a:pt x="1769" y="1325"/>
                    </a:lnTo>
                    <a:lnTo>
                      <a:pt x="0" y="620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117" name="Freeform 12"/>
              <p:cNvSpPr/>
              <p:nvPr/>
            </p:nvSpPr>
            <p:spPr>
              <a:xfrm>
                <a:off x="2640240" y="4663080"/>
                <a:ext cx="1444680" cy="1029240"/>
              </a:xfrm>
              <a:custGeom>
                <a:avLst/>
                <a:gdLst>
                  <a:gd name="textAreaLeft" fmla="*/ 0 w 1444680"/>
                  <a:gd name="textAreaRight" fmla="*/ 1445040 w 1444680"/>
                  <a:gd name="textAreaTop" fmla="*/ 0 h 1029240"/>
                  <a:gd name="textAreaBottom" fmla="*/ 1029600 h 1029240"/>
                </a:gdLst>
                <a:ahLst/>
                <a:rect l="textAreaLeft" t="textAreaTop" r="textAreaRight" b="textAreaBottom"/>
                <a:pathLst>
                  <a:path w="1830" h="1413">
                    <a:moveTo>
                      <a:pt x="1426" y="0"/>
                    </a:moveTo>
                    <a:lnTo>
                      <a:pt x="0" y="615"/>
                    </a:lnTo>
                    <a:lnTo>
                      <a:pt x="37" y="1413"/>
                    </a:lnTo>
                    <a:lnTo>
                      <a:pt x="1830" y="64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118" name="Freeform 16"/>
              <p:cNvSpPr/>
              <p:nvPr/>
            </p:nvSpPr>
            <p:spPr>
              <a:xfrm>
                <a:off x="923760" y="4692240"/>
                <a:ext cx="1751040" cy="1000080"/>
              </a:xfrm>
              <a:custGeom>
                <a:avLst/>
                <a:gdLst>
                  <a:gd name="textAreaLeft" fmla="*/ 0 w 1751040"/>
                  <a:gd name="textAreaRight" fmla="*/ 1751400 w 1751040"/>
                  <a:gd name="textAreaTop" fmla="*/ 0 h 1000080"/>
                  <a:gd name="textAreaBottom" fmla="*/ 1000440 h 1000080"/>
                </a:gdLst>
                <a:ahLst/>
                <a:rect l="textAreaLeft" t="textAreaTop" r="textAreaRight" b="textAreaBottom"/>
                <a:pathLst>
                  <a:path w="2218" h="1373">
                    <a:moveTo>
                      <a:pt x="2181" y="575"/>
                    </a:moveTo>
                    <a:lnTo>
                      <a:pt x="2218" y="1373"/>
                    </a:lnTo>
                    <a:lnTo>
                      <a:pt x="0" y="651"/>
                    </a:lnTo>
                    <a:lnTo>
                      <a:pt x="419" y="0"/>
                    </a:lnTo>
                    <a:lnTo>
                      <a:pt x="2181" y="575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ctr">
                <a:no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endParaRPr>
              </a:p>
            </p:txBody>
          </p:sp>
        </p:grpSp>
        <p:grpSp>
          <p:nvGrpSpPr>
            <p:cNvPr id="2119" name="Group 11"/>
            <p:cNvGrpSpPr/>
            <p:nvPr/>
          </p:nvGrpSpPr>
          <p:grpSpPr>
            <a:xfrm>
              <a:off x="1323360" y="3778200"/>
              <a:ext cx="2373120" cy="1141200"/>
              <a:chOff x="1323360" y="3778200"/>
              <a:chExt cx="2373120" cy="1141200"/>
            </a:xfrm>
          </p:grpSpPr>
          <p:sp>
            <p:nvSpPr>
              <p:cNvPr id="2120" name="Freeform 10"/>
              <p:cNvSpPr/>
              <p:nvPr/>
            </p:nvSpPr>
            <p:spPr>
              <a:xfrm>
                <a:off x="1650240" y="3778200"/>
                <a:ext cx="1734480" cy="566640"/>
              </a:xfrm>
              <a:custGeom>
                <a:avLst/>
                <a:gdLst>
                  <a:gd name="textAreaLeft" fmla="*/ 0 w 1734480"/>
                  <a:gd name="textAreaRight" fmla="*/ 1734840 w 1734480"/>
                  <a:gd name="textAreaTop" fmla="*/ 0 h 566640"/>
                  <a:gd name="textAreaBottom" fmla="*/ 567000 h 566640"/>
                </a:gdLst>
                <a:ahLst/>
                <a:rect l="textAreaLeft" t="textAreaTop" r="textAreaRight" b="textAreaBottom"/>
                <a:pathLst>
                  <a:path w="2197" h="778">
                    <a:moveTo>
                      <a:pt x="0" y="383"/>
                    </a:moveTo>
                    <a:lnTo>
                      <a:pt x="1005" y="0"/>
                    </a:lnTo>
                    <a:lnTo>
                      <a:pt x="2197" y="355"/>
                    </a:lnTo>
                    <a:lnTo>
                      <a:pt x="1213" y="778"/>
                    </a:lnTo>
                    <a:lnTo>
                      <a:pt x="0" y="383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121" name="Freeform 13"/>
              <p:cNvSpPr/>
              <p:nvPr/>
            </p:nvSpPr>
            <p:spPr>
              <a:xfrm>
                <a:off x="2602440" y="4031280"/>
                <a:ext cx="1094040" cy="887760"/>
              </a:xfrm>
              <a:custGeom>
                <a:avLst/>
                <a:gdLst>
                  <a:gd name="textAreaLeft" fmla="*/ 0 w 1094040"/>
                  <a:gd name="textAreaRight" fmla="*/ 1094400 w 1094040"/>
                  <a:gd name="textAreaTop" fmla="*/ 0 h 887760"/>
                  <a:gd name="textAreaBottom" fmla="*/ 888120 h 887760"/>
                </a:gdLst>
                <a:ahLst/>
                <a:rect l="textAreaLeft" t="textAreaTop" r="textAreaRight" b="textAreaBottom"/>
                <a:pathLst>
                  <a:path w="1386" h="1219">
                    <a:moveTo>
                      <a:pt x="984" y="0"/>
                    </a:moveTo>
                    <a:lnTo>
                      <a:pt x="0" y="423"/>
                    </a:lnTo>
                    <a:lnTo>
                      <a:pt x="38" y="1219"/>
                    </a:lnTo>
                    <a:lnTo>
                      <a:pt x="1386" y="636"/>
                    </a:lnTo>
                    <a:lnTo>
                      <a:pt x="984" y="0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122" name="Freeform 17"/>
              <p:cNvSpPr/>
              <p:nvPr/>
            </p:nvSpPr>
            <p:spPr>
              <a:xfrm>
                <a:off x="1323360" y="4051800"/>
                <a:ext cx="1314360" cy="867600"/>
              </a:xfrm>
              <a:custGeom>
                <a:avLst/>
                <a:gdLst>
                  <a:gd name="textAreaLeft" fmla="*/ 0 w 1314360"/>
                  <a:gd name="textAreaRight" fmla="*/ 1314720 w 1314360"/>
                  <a:gd name="textAreaTop" fmla="*/ 0 h 867600"/>
                  <a:gd name="textAreaBottom" fmla="*/ 867960 h 867600"/>
                </a:gdLst>
                <a:ahLst/>
                <a:rect l="textAreaLeft" t="textAreaTop" r="textAreaRight" b="textAreaBottom"/>
                <a:pathLst>
                  <a:path w="1665" h="1191">
                    <a:moveTo>
                      <a:pt x="1665" y="1191"/>
                    </a:moveTo>
                    <a:lnTo>
                      <a:pt x="1627" y="395"/>
                    </a:lnTo>
                    <a:lnTo>
                      <a:pt x="414" y="0"/>
                    </a:lnTo>
                    <a:lnTo>
                      <a:pt x="0" y="646"/>
                    </a:lnTo>
                    <a:lnTo>
                      <a:pt x="1665" y="1191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ctr">
                <a:no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endParaRPr>
              </a:p>
            </p:txBody>
          </p:sp>
        </p:grpSp>
        <p:grpSp>
          <p:nvGrpSpPr>
            <p:cNvPr id="2123" name="Group 15"/>
            <p:cNvGrpSpPr/>
            <p:nvPr/>
          </p:nvGrpSpPr>
          <p:grpSpPr>
            <a:xfrm>
              <a:off x="1725480" y="3279600"/>
              <a:ext cx="1579320" cy="893160"/>
              <a:chOff x="1725480" y="3279600"/>
              <a:chExt cx="1579320" cy="893160"/>
            </a:xfrm>
          </p:grpSpPr>
          <p:sp>
            <p:nvSpPr>
              <p:cNvPr id="2124" name="Freeform 11"/>
              <p:cNvSpPr/>
              <p:nvPr/>
            </p:nvSpPr>
            <p:spPr>
              <a:xfrm>
                <a:off x="2055600" y="3279600"/>
                <a:ext cx="937080" cy="371880"/>
              </a:xfrm>
              <a:custGeom>
                <a:avLst/>
                <a:gdLst>
                  <a:gd name="textAreaLeft" fmla="*/ 0 w 937080"/>
                  <a:gd name="textAreaRight" fmla="*/ 937440 w 937080"/>
                  <a:gd name="textAreaTop" fmla="*/ 0 h 371880"/>
                  <a:gd name="textAreaBottom" fmla="*/ 372240 h 371880"/>
                </a:gdLst>
                <a:ahLst/>
                <a:rect l="textAreaLeft" t="textAreaTop" r="textAreaRight" b="textAreaBottom"/>
                <a:pathLst>
                  <a:path w="1187" h="511">
                    <a:moveTo>
                      <a:pt x="0" y="206"/>
                    </a:moveTo>
                    <a:lnTo>
                      <a:pt x="513" y="0"/>
                    </a:lnTo>
                    <a:lnTo>
                      <a:pt x="1187" y="194"/>
                    </a:lnTo>
                    <a:lnTo>
                      <a:pt x="662" y="511"/>
                    </a:lnTo>
                    <a:lnTo>
                      <a:pt x="0" y="206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125" name="Freeform 14"/>
              <p:cNvSpPr/>
              <p:nvPr/>
            </p:nvSpPr>
            <p:spPr>
              <a:xfrm>
                <a:off x="2566800" y="3421080"/>
                <a:ext cx="738000" cy="751680"/>
              </a:xfrm>
              <a:custGeom>
                <a:avLst/>
                <a:gdLst>
                  <a:gd name="textAreaLeft" fmla="*/ 0 w 738000"/>
                  <a:gd name="textAreaRight" fmla="*/ 738360 w 738000"/>
                  <a:gd name="textAreaTop" fmla="*/ 0 h 751680"/>
                  <a:gd name="textAreaBottom" fmla="*/ 752040 h 751680"/>
                </a:gdLst>
                <a:ahLst/>
                <a:rect l="textAreaLeft" t="textAreaTop" r="textAreaRight" b="textAreaBottom"/>
                <a:pathLst>
                  <a:path w="935" h="1032">
                    <a:moveTo>
                      <a:pt x="532" y="0"/>
                    </a:moveTo>
                    <a:lnTo>
                      <a:pt x="0" y="230"/>
                    </a:lnTo>
                    <a:lnTo>
                      <a:pt x="38" y="1032"/>
                    </a:lnTo>
                    <a:lnTo>
                      <a:pt x="935" y="646"/>
                    </a:lnTo>
                    <a:lnTo>
                      <a:pt x="53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126" name="Freeform 18"/>
              <p:cNvSpPr/>
              <p:nvPr/>
            </p:nvSpPr>
            <p:spPr>
              <a:xfrm>
                <a:off x="1725480" y="3429720"/>
                <a:ext cx="876960" cy="742680"/>
              </a:xfrm>
              <a:custGeom>
                <a:avLst/>
                <a:gdLst>
                  <a:gd name="textAreaLeft" fmla="*/ 0 w 876960"/>
                  <a:gd name="textAreaRight" fmla="*/ 877320 w 876960"/>
                  <a:gd name="textAreaTop" fmla="*/ 0 h 742680"/>
                  <a:gd name="textAreaBottom" fmla="*/ 743040 h 742680"/>
                </a:gdLst>
                <a:ahLst/>
                <a:rect l="textAreaLeft" t="textAreaTop" r="textAreaRight" b="textAreaBottom"/>
                <a:pathLst>
                  <a:path w="1111" h="1020">
                    <a:moveTo>
                      <a:pt x="1111" y="1020"/>
                    </a:moveTo>
                    <a:lnTo>
                      <a:pt x="1076" y="215"/>
                    </a:lnTo>
                    <a:lnTo>
                      <a:pt x="418" y="0"/>
                    </a:lnTo>
                    <a:lnTo>
                      <a:pt x="0" y="655"/>
                    </a:lnTo>
                    <a:lnTo>
                      <a:pt x="1111" y="102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ctr">
                <a:no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endParaRPr>
              </a:p>
            </p:txBody>
          </p:sp>
        </p:grpSp>
        <p:grpSp>
          <p:nvGrpSpPr>
            <p:cNvPr id="2127" name="Group 19"/>
            <p:cNvGrpSpPr/>
            <p:nvPr/>
          </p:nvGrpSpPr>
          <p:grpSpPr>
            <a:xfrm>
              <a:off x="2127960" y="2722320"/>
              <a:ext cx="786240" cy="712080"/>
              <a:chOff x="2127960" y="2722320"/>
              <a:chExt cx="786240" cy="712080"/>
            </a:xfrm>
          </p:grpSpPr>
          <p:sp>
            <p:nvSpPr>
              <p:cNvPr id="2128" name="Freeform 15"/>
              <p:cNvSpPr/>
              <p:nvPr/>
            </p:nvSpPr>
            <p:spPr>
              <a:xfrm>
                <a:off x="2524320" y="2722320"/>
                <a:ext cx="389880" cy="712080"/>
              </a:xfrm>
              <a:custGeom>
                <a:avLst/>
                <a:gdLst>
                  <a:gd name="textAreaLeft" fmla="*/ 0 w 389880"/>
                  <a:gd name="textAreaRight" fmla="*/ 390240 w 389880"/>
                  <a:gd name="textAreaTop" fmla="*/ 0 h 712080"/>
                  <a:gd name="textAreaBottom" fmla="*/ 712440 h 712080"/>
                </a:gdLst>
                <a:ahLst/>
                <a:rect l="textAreaLeft" t="textAreaTop" r="textAreaRight" b="textAreaBottom"/>
                <a:pathLst>
                  <a:path w="494" h="978">
                    <a:moveTo>
                      <a:pt x="0" y="0"/>
                    </a:moveTo>
                    <a:lnTo>
                      <a:pt x="45" y="978"/>
                    </a:lnTo>
                    <a:lnTo>
                      <a:pt x="494" y="7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129" name="Freeform 19"/>
              <p:cNvSpPr/>
              <p:nvPr/>
            </p:nvSpPr>
            <p:spPr>
              <a:xfrm>
                <a:off x="2127960" y="2722320"/>
                <a:ext cx="437040" cy="709920"/>
              </a:xfrm>
              <a:custGeom>
                <a:avLst/>
                <a:gdLst>
                  <a:gd name="textAreaLeft" fmla="*/ 0 w 437040"/>
                  <a:gd name="textAreaRight" fmla="*/ 437400 w 437040"/>
                  <a:gd name="textAreaTop" fmla="*/ 0 h 709920"/>
                  <a:gd name="textAreaBottom" fmla="*/ 710280 h 709920"/>
                </a:gdLst>
                <a:ahLst/>
                <a:rect l="textAreaLeft" t="textAreaTop" r="textAreaRight" b="textAreaBottom"/>
                <a:pathLst>
                  <a:path w="554" h="975">
                    <a:moveTo>
                      <a:pt x="554" y="975"/>
                    </a:moveTo>
                    <a:lnTo>
                      <a:pt x="0" y="793"/>
                    </a:lnTo>
                    <a:lnTo>
                      <a:pt x="509" y="0"/>
                    </a:lnTo>
                    <a:lnTo>
                      <a:pt x="554" y="975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rIns="0" tIns="91440" bIns="182880" anchor="b">
                <a:no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13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132" name="PlaceHolder 3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05</a:t>
            </a:r>
            <a:endParaRPr b="0" lang="en-US" sz="1900" spc="-1" strike="noStrike">
              <a:solidFill>
                <a:schemeClr val="dk1"/>
              </a:solidFill>
              <a:latin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13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13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136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137" name="PlaceHolder 5"/>
          <p:cNvSpPr>
            <a:spLocks noGrp="1"/>
          </p:cNvSpPr>
          <p:nvPr>
            <p:ph type="sldNum" idx="143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B0305C7-983B-47B9-B5DE-4444310A1D1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38" name="PlaceHolder 6"/>
          <p:cNvSpPr>
            <a:spLocks noGrp="1"/>
          </p:cNvSpPr>
          <p:nvPr>
            <p:ph type="ftr" idx="144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14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14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142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143" name="PlaceHolder 5"/>
          <p:cNvSpPr>
            <a:spLocks noGrp="1"/>
          </p:cNvSpPr>
          <p:nvPr>
            <p:ph type="sldNum" idx="145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DAFB6A6-981C-4022-98CC-2255B114FA9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44" name="PlaceHolder 6"/>
          <p:cNvSpPr>
            <a:spLocks noGrp="1"/>
          </p:cNvSpPr>
          <p:nvPr>
            <p:ph type="ftr" idx="146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146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147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148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149" name="PlaceHolder 5"/>
          <p:cNvSpPr>
            <a:spLocks noGrp="1"/>
          </p:cNvSpPr>
          <p:nvPr>
            <p:ph type="sldNum" idx="147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D44989E-559F-4F52-892F-0BB2EC0690DB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50" name="PlaceHolder 6"/>
          <p:cNvSpPr>
            <a:spLocks noGrp="1"/>
          </p:cNvSpPr>
          <p:nvPr>
            <p:ph type="ftr" idx="148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51" name="TextBox 10"/>
          <p:cNvSpPr/>
          <p:nvPr/>
        </p:nvSpPr>
        <p:spPr>
          <a:xfrm>
            <a:off x="4985640" y="2273760"/>
            <a:ext cx="20120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85680" indent="-8568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52" name="TextBox 14"/>
          <p:cNvSpPr/>
          <p:nvPr/>
        </p:nvSpPr>
        <p:spPr>
          <a:xfrm>
            <a:off x="1343880" y="3922200"/>
            <a:ext cx="521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30%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53" name="TextBox 14"/>
          <p:cNvSpPr/>
          <p:nvPr/>
        </p:nvSpPr>
        <p:spPr>
          <a:xfrm>
            <a:off x="1343880" y="5397480"/>
            <a:ext cx="57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15%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54" name="TextBox 14"/>
          <p:cNvSpPr/>
          <p:nvPr/>
        </p:nvSpPr>
        <p:spPr>
          <a:xfrm>
            <a:off x="1343880" y="4719240"/>
            <a:ext cx="57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25%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55" name="TextBox 14"/>
          <p:cNvSpPr/>
          <p:nvPr/>
        </p:nvSpPr>
        <p:spPr>
          <a:xfrm>
            <a:off x="3825360" y="5509080"/>
            <a:ext cx="57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10%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56" name="TextBox 17"/>
          <p:cNvSpPr/>
          <p:nvPr/>
        </p:nvSpPr>
        <p:spPr>
          <a:xfrm>
            <a:off x="3825360" y="5016240"/>
            <a:ext cx="57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20%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57" name="TextBox 18"/>
          <p:cNvSpPr/>
          <p:nvPr/>
        </p:nvSpPr>
        <p:spPr>
          <a:xfrm>
            <a:off x="3825360" y="4153680"/>
            <a:ext cx="57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30%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58" name="TextBox 14"/>
          <p:cNvSpPr/>
          <p:nvPr/>
        </p:nvSpPr>
        <p:spPr>
          <a:xfrm>
            <a:off x="2568240" y="5099040"/>
            <a:ext cx="57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25%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59" name="TextBox 14"/>
          <p:cNvSpPr/>
          <p:nvPr/>
        </p:nvSpPr>
        <p:spPr>
          <a:xfrm>
            <a:off x="2568240" y="3235680"/>
            <a:ext cx="57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25%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60" name="TextBox 14"/>
          <p:cNvSpPr/>
          <p:nvPr/>
        </p:nvSpPr>
        <p:spPr>
          <a:xfrm>
            <a:off x="2568240" y="3791520"/>
            <a:ext cx="573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50%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graphicFrame>
        <p:nvGraphicFramePr>
          <p:cNvPr id="2161" name="Table 2"/>
          <p:cNvGraphicFramePr/>
          <p:nvPr/>
        </p:nvGraphicFramePr>
        <p:xfrm>
          <a:off x="5178960" y="2678400"/>
          <a:ext cx="3998520" cy="1244160"/>
        </p:xfrm>
        <a:graphic>
          <a:graphicData uri="http://schemas.openxmlformats.org/drawingml/2006/table">
            <a:tbl>
              <a:tblPr/>
              <a:tblGrid>
                <a:gridCol w="1473120"/>
                <a:gridCol w="841680"/>
                <a:gridCol w="841680"/>
                <a:gridCol w="841680"/>
              </a:tblGrid>
              <a:tr h="273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273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62" name="Table 2"/>
          <p:cNvGraphicFramePr/>
          <p:nvPr/>
        </p:nvGraphicFramePr>
        <p:xfrm>
          <a:off x="5178960" y="4564080"/>
          <a:ext cx="3998520" cy="1244160"/>
        </p:xfrm>
        <a:graphic>
          <a:graphicData uri="http://schemas.openxmlformats.org/drawingml/2006/table">
            <a:tbl>
              <a:tblPr/>
              <a:tblGrid>
                <a:gridCol w="1473120"/>
                <a:gridCol w="841680"/>
                <a:gridCol w="841680"/>
                <a:gridCol w="841680"/>
              </a:tblGrid>
              <a:tr h="273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273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63" name="TextBox 22"/>
          <p:cNvSpPr/>
          <p:nvPr/>
        </p:nvSpPr>
        <p:spPr>
          <a:xfrm>
            <a:off x="4985640" y="4173120"/>
            <a:ext cx="20120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85680" indent="-8568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16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166" name="직사각형 1" hidden="1"/>
          <p:cNvSpPr/>
          <p:nvPr/>
        </p:nvSpPr>
        <p:spPr>
          <a:xfrm>
            <a:off x="0" y="0"/>
            <a:ext cx="158400" cy="15840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2167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168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169" name="PlaceHolder 5"/>
          <p:cNvSpPr>
            <a:spLocks noGrp="1"/>
          </p:cNvSpPr>
          <p:nvPr>
            <p:ph type="sldNum" idx="149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7982676-7149-466F-9D84-F916F6208565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70" name="PlaceHolder 6"/>
          <p:cNvSpPr>
            <a:spLocks noGrp="1"/>
          </p:cNvSpPr>
          <p:nvPr>
            <p:ph type="ftr" idx="150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71" name="Rectangle 59"/>
          <p:cNvSpPr/>
          <p:nvPr/>
        </p:nvSpPr>
        <p:spPr>
          <a:xfrm>
            <a:off x="1855800" y="2427120"/>
            <a:ext cx="1365480" cy="331524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002452"/>
              </a:solidFill>
              <a:latin typeface="본고딕 Medium"/>
              <a:ea typeface="본고딕 Medium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17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17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17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176" name="PlaceHolder 5"/>
          <p:cNvSpPr>
            <a:spLocks noGrp="1"/>
          </p:cNvSpPr>
          <p:nvPr>
            <p:ph type="sldNum" idx="151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0ED4B44-401F-43EA-A012-4397152FD60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77" name="PlaceHolder 6"/>
          <p:cNvSpPr>
            <a:spLocks noGrp="1"/>
          </p:cNvSpPr>
          <p:nvPr>
            <p:ph type="ftr" idx="152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17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180" name="직사각형 11"/>
          <p:cNvSpPr/>
          <p:nvPr/>
        </p:nvSpPr>
        <p:spPr>
          <a:xfrm>
            <a:off x="2335320" y="4757040"/>
            <a:ext cx="1061640" cy="137124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Calibri"/>
              <a:ea typeface="맑은 고딕"/>
            </a:endParaRPr>
          </a:p>
        </p:txBody>
      </p:sp>
      <p:sp>
        <p:nvSpPr>
          <p:cNvPr id="2181" name="직사각형 1" hidden="1"/>
          <p:cNvSpPr/>
          <p:nvPr/>
        </p:nvSpPr>
        <p:spPr>
          <a:xfrm>
            <a:off x="0" y="0"/>
            <a:ext cx="158400" cy="15840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218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183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184" name="PlaceHolder 5"/>
          <p:cNvSpPr>
            <a:spLocks noGrp="1"/>
          </p:cNvSpPr>
          <p:nvPr>
            <p:ph type="sldNum" idx="153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0CE5FE3-DFD5-4454-9321-D580091C956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85" name="PlaceHolder 6"/>
          <p:cNvSpPr>
            <a:spLocks noGrp="1"/>
          </p:cNvSpPr>
          <p:nvPr>
            <p:ph type="ftr" idx="154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18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18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189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190" name="PlaceHolder 5"/>
          <p:cNvSpPr>
            <a:spLocks noGrp="1"/>
          </p:cNvSpPr>
          <p:nvPr>
            <p:ph type="sldNum" idx="155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D29031F-EF7E-4665-9F9E-C965F24CAEE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91" name="PlaceHolder 6"/>
          <p:cNvSpPr>
            <a:spLocks noGrp="1"/>
          </p:cNvSpPr>
          <p:nvPr>
            <p:ph type="ftr" idx="156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92" name="Rectangle 59"/>
          <p:cNvSpPr/>
          <p:nvPr/>
        </p:nvSpPr>
        <p:spPr>
          <a:xfrm>
            <a:off x="5077440" y="4470480"/>
            <a:ext cx="2193840" cy="784080"/>
          </a:xfrm>
          <a:prstGeom prst="rect">
            <a:avLst/>
          </a:prstGeom>
          <a:solidFill>
            <a:schemeClr val="accent4">
              <a:alpha val="10000"/>
            </a:schemeClr>
          </a:solidFill>
          <a:ln w="190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002452"/>
              </a:solidFill>
              <a:latin typeface="본고딕 Medium"/>
              <a:ea typeface="본고딕 Medium"/>
            </a:endParaRPr>
          </a:p>
        </p:txBody>
      </p:sp>
      <p:sp>
        <p:nvSpPr>
          <p:cNvPr id="2193" name="Line 7"/>
          <p:cNvSpPr/>
          <p:nvPr/>
        </p:nvSpPr>
        <p:spPr>
          <a:xfrm>
            <a:off x="1676160" y="2461680"/>
            <a:ext cx="338040" cy="360"/>
          </a:xfrm>
          <a:prstGeom prst="line">
            <a:avLst/>
          </a:prstGeom>
          <a:ln w="952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54000" rIns="54000" tIns="0" bIns="0" anchor="ctr">
            <a:noAutofit/>
          </a:bodyPr>
          <a:p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2194" name="Line 8"/>
          <p:cNvSpPr/>
          <p:nvPr/>
        </p:nvSpPr>
        <p:spPr>
          <a:xfrm>
            <a:off x="2457360" y="3890160"/>
            <a:ext cx="338040" cy="360"/>
          </a:xfrm>
          <a:prstGeom prst="line">
            <a:avLst/>
          </a:prstGeom>
          <a:ln w="952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54000" rIns="54000" tIns="0" bIns="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95" name="Line 9"/>
          <p:cNvSpPr/>
          <p:nvPr/>
        </p:nvSpPr>
        <p:spPr>
          <a:xfrm>
            <a:off x="3247920" y="4156920"/>
            <a:ext cx="338040" cy="360"/>
          </a:xfrm>
          <a:prstGeom prst="line">
            <a:avLst/>
          </a:prstGeom>
          <a:ln w="952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54000" rIns="54000" tIns="0" bIns="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96" name="Line 10"/>
          <p:cNvSpPr/>
          <p:nvPr/>
        </p:nvSpPr>
        <p:spPr>
          <a:xfrm>
            <a:off x="4024080" y="4385520"/>
            <a:ext cx="338040" cy="360"/>
          </a:xfrm>
          <a:prstGeom prst="line">
            <a:avLst/>
          </a:prstGeom>
          <a:ln w="952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54000" rIns="54000" tIns="0" bIns="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97" name="Line 11"/>
          <p:cNvSpPr/>
          <p:nvPr/>
        </p:nvSpPr>
        <p:spPr>
          <a:xfrm>
            <a:off x="4805280" y="4595040"/>
            <a:ext cx="338040" cy="360"/>
          </a:xfrm>
          <a:prstGeom prst="line">
            <a:avLst/>
          </a:prstGeom>
          <a:ln w="952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54000" rIns="54000" tIns="0" bIns="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98" name="Line 12"/>
          <p:cNvSpPr/>
          <p:nvPr/>
        </p:nvSpPr>
        <p:spPr>
          <a:xfrm>
            <a:off x="5567040" y="4795200"/>
            <a:ext cx="338400" cy="360"/>
          </a:xfrm>
          <a:prstGeom prst="line">
            <a:avLst/>
          </a:prstGeom>
          <a:ln w="952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54000" rIns="54000" tIns="0" bIns="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99" name="Line 13"/>
          <p:cNvSpPr/>
          <p:nvPr/>
        </p:nvSpPr>
        <p:spPr>
          <a:xfrm>
            <a:off x="6343560" y="4976280"/>
            <a:ext cx="338040" cy="360"/>
          </a:xfrm>
          <a:prstGeom prst="line">
            <a:avLst/>
          </a:prstGeom>
          <a:ln w="952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54000" rIns="54000" tIns="0" bIns="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200" name="Line 14"/>
          <p:cNvSpPr/>
          <p:nvPr/>
        </p:nvSpPr>
        <p:spPr>
          <a:xfrm>
            <a:off x="7124400" y="5137920"/>
            <a:ext cx="338400" cy="360"/>
          </a:xfrm>
          <a:prstGeom prst="line">
            <a:avLst/>
          </a:prstGeom>
          <a:ln w="952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54000" rIns="54000" tIns="0" bIns="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201" name="Line 15"/>
          <p:cNvSpPr/>
          <p:nvPr/>
        </p:nvSpPr>
        <p:spPr>
          <a:xfrm>
            <a:off x="7910280" y="5271480"/>
            <a:ext cx="338040" cy="360"/>
          </a:xfrm>
          <a:prstGeom prst="line">
            <a:avLst/>
          </a:prstGeom>
          <a:ln w="952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54000" rIns="54000" tIns="0" bIns="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202" name="Text Box 16"/>
          <p:cNvSpPr/>
          <p:nvPr/>
        </p:nvSpPr>
        <p:spPr>
          <a:xfrm>
            <a:off x="1081080" y="2165040"/>
            <a:ext cx="76752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20 million 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03" name="Text Box 17"/>
          <p:cNvSpPr/>
          <p:nvPr/>
        </p:nvSpPr>
        <p:spPr>
          <a:xfrm>
            <a:off x="1248840" y="3688920"/>
            <a:ext cx="43056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ffffff"/>
                </a:solidFill>
                <a:latin typeface="본고딕 Normal"/>
                <a:ea typeface="굴림"/>
              </a:rPr>
              <a:t>100%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04" name="Text Box 18"/>
          <p:cNvSpPr/>
          <p:nvPr/>
        </p:nvSpPr>
        <p:spPr>
          <a:xfrm>
            <a:off x="2016720" y="3066480"/>
            <a:ext cx="46404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ffffff"/>
                </a:solidFill>
                <a:latin typeface="본고딕 Normal"/>
                <a:ea typeface="굴림"/>
              </a:rPr>
              <a:t>50.0%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05" name="Text Box 19"/>
          <p:cNvSpPr/>
          <p:nvPr/>
        </p:nvSpPr>
        <p:spPr>
          <a:xfrm>
            <a:off x="1878840" y="5371560"/>
            <a:ext cx="76284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Finished</a:t>
            </a:r>
            <a:br>
              <a:rPr sz="1000"/>
            </a:b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rolled steel</a:t>
            </a:r>
            <a:br>
              <a:rPr sz="1000"/>
            </a:b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products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06" name="Text Box 20"/>
          <p:cNvSpPr/>
          <p:nvPr/>
        </p:nvSpPr>
        <p:spPr>
          <a:xfrm>
            <a:off x="2844360" y="3891960"/>
            <a:ext cx="39240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ffffff"/>
                </a:solidFill>
                <a:latin typeface="본고딕 Normal"/>
                <a:ea typeface="굴림"/>
              </a:rPr>
              <a:t>9.2%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07" name="Text Box 21"/>
          <p:cNvSpPr/>
          <p:nvPr/>
        </p:nvSpPr>
        <p:spPr>
          <a:xfrm>
            <a:off x="2730600" y="5371560"/>
            <a:ext cx="6490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Section</a:t>
            </a:r>
            <a:br>
              <a:rPr sz="1000"/>
            </a:b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steel and</a:t>
            </a:r>
            <a:br>
              <a:rPr sz="1000"/>
            </a:b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beams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08" name="Text Box 22"/>
          <p:cNvSpPr/>
          <p:nvPr/>
        </p:nvSpPr>
        <p:spPr>
          <a:xfrm>
            <a:off x="3617280" y="4146120"/>
            <a:ext cx="39240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ffffff"/>
                </a:solidFill>
                <a:latin typeface="본고딕 Normal"/>
                <a:ea typeface="굴림"/>
              </a:rPr>
              <a:t>8.2%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09" name="Text Box 23"/>
          <p:cNvSpPr/>
          <p:nvPr/>
        </p:nvSpPr>
        <p:spPr>
          <a:xfrm>
            <a:off x="3557520" y="5371560"/>
            <a:ext cx="53136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Coated</a:t>
            </a:r>
            <a:br>
              <a:rPr sz="1000"/>
            </a:b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sheets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10" name="Text Box 24"/>
          <p:cNvSpPr/>
          <p:nvPr/>
        </p:nvSpPr>
        <p:spPr>
          <a:xfrm>
            <a:off x="4399920" y="4357080"/>
            <a:ext cx="39240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ffffff"/>
                </a:solidFill>
                <a:latin typeface="본고딕 Normal"/>
                <a:ea typeface="굴림"/>
              </a:rPr>
              <a:t>7.2%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11" name="Text Box 25"/>
          <p:cNvSpPr/>
          <p:nvPr/>
        </p:nvSpPr>
        <p:spPr>
          <a:xfrm>
            <a:off x="4335480" y="5371560"/>
            <a:ext cx="52992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Quarto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sheets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12" name="Text Box 26"/>
          <p:cNvSpPr/>
          <p:nvPr/>
        </p:nvSpPr>
        <p:spPr>
          <a:xfrm>
            <a:off x="5173200" y="4569840"/>
            <a:ext cx="39240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ffffff"/>
                </a:solidFill>
                <a:latin typeface="본고딕 Normal"/>
                <a:ea typeface="굴림"/>
              </a:rPr>
              <a:t>7.1%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13" name="Text Box 27"/>
          <p:cNvSpPr/>
          <p:nvPr/>
        </p:nvSpPr>
        <p:spPr>
          <a:xfrm>
            <a:off x="5055120" y="5371560"/>
            <a:ext cx="64260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Concrete</a:t>
            </a:r>
            <a:br>
              <a:rPr sz="1000"/>
            </a:b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steel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14" name="Text Box 28"/>
          <p:cNvSpPr/>
          <p:nvPr/>
        </p:nvSpPr>
        <p:spPr>
          <a:xfrm>
            <a:off x="5946480" y="4760280"/>
            <a:ext cx="39240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ffffff"/>
                </a:solidFill>
                <a:latin typeface="본고딕 Normal"/>
                <a:ea typeface="굴림"/>
              </a:rPr>
              <a:t>6.3%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15" name="Text Box 29"/>
          <p:cNvSpPr/>
          <p:nvPr/>
        </p:nvSpPr>
        <p:spPr>
          <a:xfrm>
            <a:off x="5945400" y="5371560"/>
            <a:ext cx="40176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Rods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16" name="Text Box 30"/>
          <p:cNvSpPr/>
          <p:nvPr/>
        </p:nvSpPr>
        <p:spPr>
          <a:xfrm>
            <a:off x="6730560" y="4932000"/>
            <a:ext cx="39240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ffffff"/>
                </a:solidFill>
                <a:latin typeface="본고딕 Normal"/>
                <a:ea typeface="굴림"/>
              </a:rPr>
              <a:t>5.7%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17" name="Text Box 31"/>
          <p:cNvSpPr/>
          <p:nvPr/>
        </p:nvSpPr>
        <p:spPr>
          <a:xfrm>
            <a:off x="6683760" y="5371560"/>
            <a:ext cx="49464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Coled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rolled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sheets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18" name="Text Box 32"/>
          <p:cNvSpPr/>
          <p:nvPr/>
        </p:nvSpPr>
        <p:spPr>
          <a:xfrm>
            <a:off x="7513200" y="5079600"/>
            <a:ext cx="39240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ffffff"/>
                </a:solidFill>
                <a:latin typeface="본고딕 Normal"/>
                <a:ea typeface="굴림"/>
              </a:rPr>
              <a:t>4.6%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19" name="Text Box 33"/>
          <p:cNvSpPr/>
          <p:nvPr/>
        </p:nvSpPr>
        <p:spPr>
          <a:xfrm>
            <a:off x="7511400" y="5371560"/>
            <a:ext cx="40644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Wide</a:t>
            </a:r>
            <a:br>
              <a:rPr sz="1000"/>
            </a:b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strip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20" name="Text Box 34"/>
          <p:cNvSpPr/>
          <p:nvPr/>
        </p:nvSpPr>
        <p:spPr>
          <a:xfrm>
            <a:off x="8286120" y="5057280"/>
            <a:ext cx="39240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1.7%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21" name="Text Box 35"/>
          <p:cNvSpPr/>
          <p:nvPr/>
        </p:nvSpPr>
        <p:spPr>
          <a:xfrm>
            <a:off x="8262360" y="5371560"/>
            <a:ext cx="45360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Other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22" name="Rectangle 59"/>
          <p:cNvSpPr/>
          <p:nvPr/>
        </p:nvSpPr>
        <p:spPr>
          <a:xfrm>
            <a:off x="1855800" y="2392560"/>
            <a:ext cx="796680" cy="368712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002452"/>
              </a:solidFill>
              <a:latin typeface="본고딕 Medium"/>
              <a:ea typeface="본고딕 Medium"/>
            </a:endParaRPr>
          </a:p>
        </p:txBody>
      </p:sp>
      <p:cxnSp>
        <p:nvCxnSpPr>
          <p:cNvPr id="2223" name="직선 연결선 42"/>
          <p:cNvCxnSpPr>
            <a:endCxn id="2224" idx="1"/>
          </p:cNvCxnSpPr>
          <p:nvPr/>
        </p:nvCxnSpPr>
        <p:spPr>
          <a:xfrm flipV="1">
            <a:off x="5527080" y="4144320"/>
            <a:ext cx="631800" cy="471960"/>
          </a:xfrm>
          <a:prstGeom prst="bentConnector3">
            <a:avLst>
              <a:gd name="adj1" fmla="val 285"/>
            </a:avLst>
          </a:prstGeom>
          <a:ln w="6350">
            <a:solidFill>
              <a:srgbClr val="c51f2a"/>
            </a:solidFill>
            <a:miter/>
            <a:headEnd len="med" type="oval" w="med"/>
          </a:ln>
        </p:spPr>
      </p:cxnSp>
      <p:sp>
        <p:nvSpPr>
          <p:cNvPr id="2224" name="직사각형 42"/>
          <p:cNvSpPr/>
          <p:nvPr/>
        </p:nvSpPr>
        <p:spPr>
          <a:xfrm>
            <a:off x="6158520" y="3972960"/>
            <a:ext cx="1547640" cy="3427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52" strike="noStrike">
                <a:solidFill>
                  <a:srgbClr val="c51f2a"/>
                </a:solidFill>
                <a:latin typeface="본고딕 Medium"/>
                <a:ea typeface="본고딕 Medium"/>
              </a:rPr>
              <a:t>1</a:t>
            </a:r>
            <a:r>
              <a:rPr b="0" lang="ko-KR" sz="1400" spc="-52" strike="noStrike">
                <a:solidFill>
                  <a:srgbClr val="c51f2a"/>
                </a:solidFill>
                <a:latin typeface="본고딕 Medium"/>
                <a:ea typeface="본고딕 Medium"/>
              </a:rPr>
              <a:t>월 대비 </a:t>
            </a:r>
            <a:r>
              <a:rPr b="0" lang="en-US" sz="1400" spc="-52" strike="noStrike">
                <a:solidFill>
                  <a:srgbClr val="c51f2a"/>
                </a:solidFill>
                <a:latin typeface="본고딕 Medium"/>
                <a:ea typeface="본고딕 Medium"/>
              </a:rPr>
              <a:t>00% </a:t>
            </a:r>
            <a:r>
              <a:rPr b="0" lang="ko-KR" sz="1400" spc="-52" strike="noStrike">
                <a:solidFill>
                  <a:srgbClr val="c51f2a"/>
                </a:solidFill>
                <a:latin typeface="본고딕 Medium"/>
                <a:ea typeface="본고딕 Medium"/>
              </a:rPr>
              <a:t>감소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25" name="직사각형 74"/>
          <p:cNvSpPr/>
          <p:nvPr/>
        </p:nvSpPr>
        <p:spPr>
          <a:xfrm>
            <a:off x="2867760" y="2392560"/>
            <a:ext cx="3073320" cy="9061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52" strike="noStrike">
                <a:solidFill>
                  <a:srgbClr val="262626"/>
                </a:solidFill>
                <a:latin typeface="본고딕 Medium"/>
                <a:ea typeface="본고딕 Medium"/>
              </a:rPr>
              <a:t>1</a:t>
            </a:r>
            <a:r>
              <a:rPr b="0" lang="ko-KR" sz="1400" spc="-52" strike="noStrike">
                <a:solidFill>
                  <a:srgbClr val="262626"/>
                </a:solidFill>
                <a:latin typeface="본고딕 Medium"/>
                <a:ea typeface="본고딕 Medium"/>
              </a:rPr>
              <a:t>월 대비 </a:t>
            </a:r>
            <a:r>
              <a:rPr b="0" lang="en-US" sz="1400" spc="-52" strike="noStrike">
                <a:solidFill>
                  <a:srgbClr val="262626"/>
                </a:solidFill>
                <a:latin typeface="본고딕 Medium"/>
                <a:ea typeface="본고딕 Medium"/>
              </a:rPr>
              <a:t>12</a:t>
            </a:r>
            <a:r>
              <a:rPr b="0" lang="ko-KR" sz="1400" spc="-52" strike="noStrike">
                <a:solidFill>
                  <a:srgbClr val="262626"/>
                </a:solidFill>
                <a:latin typeface="본고딕 Medium"/>
                <a:ea typeface="본고딕 Medium"/>
              </a:rPr>
              <a:t>월 기준 </a:t>
            </a:r>
            <a:r>
              <a:rPr b="0" lang="en-US" sz="1400" spc="-52" strike="noStrike">
                <a:solidFill>
                  <a:srgbClr val="262626"/>
                </a:solidFill>
                <a:latin typeface="본고딕 Medium"/>
                <a:ea typeface="본고딕 Medium"/>
              </a:rPr>
              <a:t>00% </a:t>
            </a:r>
            <a:r>
              <a:rPr b="0" lang="ko-KR" sz="1400" spc="-52" strike="noStrike">
                <a:solidFill>
                  <a:srgbClr val="262626"/>
                </a:solidFill>
                <a:latin typeface="본고딕 Medium"/>
                <a:ea typeface="본고딕 Medium"/>
              </a:rPr>
              <a:t>증가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52" strike="noStrike">
                <a:solidFill>
                  <a:srgbClr val="262626"/>
                </a:solidFill>
                <a:latin typeface="본고딕 Normal"/>
                <a:ea typeface="본고딕 Normal"/>
              </a:rPr>
              <a:t>신제품 홍보효과로 수주량이 꾸준히 늘고 있으며 </a:t>
            </a:r>
            <a:r>
              <a:rPr b="0" lang="en-US" sz="1200" spc="-52" strike="noStrike">
                <a:solidFill>
                  <a:srgbClr val="262626"/>
                </a:solidFill>
                <a:latin typeface="본고딕 Normal"/>
                <a:ea typeface="본고딕 Normal"/>
              </a:rPr>
              <a:t>9</a:t>
            </a:r>
            <a:r>
              <a:rPr b="0" lang="ko-KR" sz="1200" spc="-52" strike="noStrike">
                <a:solidFill>
                  <a:srgbClr val="262626"/>
                </a:solidFill>
                <a:latin typeface="본고딕 Normal"/>
                <a:ea typeface="본고딕 Normal"/>
              </a:rPr>
              <a:t>월 이후  안정적이게  생산량이 증가함</a:t>
            </a:r>
            <a:r>
              <a:rPr b="0" lang="en-US" sz="1200" spc="-52" strike="noStrike">
                <a:solidFill>
                  <a:srgbClr val="262626"/>
                </a:solidFill>
                <a:latin typeface="본고딕 Normal"/>
                <a:ea typeface="본고딕 Normal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2226" name="직선 연결선 75"/>
          <p:cNvCxnSpPr/>
          <p:nvPr/>
        </p:nvCxnSpPr>
        <p:spPr>
          <a:xfrm>
            <a:off x="2381040" y="2601360"/>
            <a:ext cx="484200" cy="360"/>
          </a:xfrm>
          <a:prstGeom prst="straightConnector1">
            <a:avLst/>
          </a:prstGeom>
          <a:ln w="6350">
            <a:solidFill>
              <a:srgbClr val="757575"/>
            </a:solidFill>
            <a:miter/>
            <a:headEnd len="med" type="oval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22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22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23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231" name="PlaceHolder 5"/>
          <p:cNvSpPr>
            <a:spLocks noGrp="1"/>
          </p:cNvSpPr>
          <p:nvPr>
            <p:ph type="sldNum" idx="157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625A501-BAEE-4B63-92F8-6616D5BD5CCB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32" name="PlaceHolder 6"/>
          <p:cNvSpPr>
            <a:spLocks noGrp="1"/>
          </p:cNvSpPr>
          <p:nvPr>
            <p:ph type="ftr" idx="158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23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235" name="직사각형 1" hidden="1"/>
          <p:cNvSpPr/>
          <p:nvPr/>
        </p:nvSpPr>
        <p:spPr>
          <a:xfrm>
            <a:off x="0" y="0"/>
            <a:ext cx="158400" cy="15840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223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237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품목별 연간 생산량</a:t>
            </a:r>
            <a:endParaRPr b="0" lang="en-US" sz="19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2238" name="PlaceHolder 5"/>
          <p:cNvSpPr>
            <a:spLocks noGrp="1"/>
          </p:cNvSpPr>
          <p:nvPr>
            <p:ph type="sldNum" idx="159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3C2BA44-0C7F-4211-A055-CE454984B72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39" name="PlaceHolder 6"/>
          <p:cNvSpPr>
            <a:spLocks noGrp="1"/>
          </p:cNvSpPr>
          <p:nvPr>
            <p:ph type="ftr" idx="160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cxnSp>
        <p:nvCxnSpPr>
          <p:cNvPr id="2240" name="직선 연결선 14"/>
          <p:cNvCxnSpPr/>
          <p:nvPr/>
        </p:nvCxnSpPr>
        <p:spPr>
          <a:xfrm>
            <a:off x="2311200" y="3097440"/>
            <a:ext cx="360" cy="2242080"/>
          </a:xfrm>
          <a:prstGeom prst="straightConnector1">
            <a:avLst/>
          </a:prstGeom>
          <a:ln w="12700">
            <a:solidFill>
              <a:srgbClr val="d55633"/>
            </a:solidFill>
            <a:prstDash val="sysDash"/>
          </a:ln>
        </p:spPr>
      </p:cxnSp>
      <p:sp>
        <p:nvSpPr>
          <p:cNvPr id="2241" name="이등변 삼각형 15"/>
          <p:cNvSpPr/>
          <p:nvPr/>
        </p:nvSpPr>
        <p:spPr>
          <a:xfrm>
            <a:off x="2231640" y="5339160"/>
            <a:ext cx="159120" cy="13716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2242" name="직선 연결선 16"/>
          <p:cNvCxnSpPr/>
          <p:nvPr/>
        </p:nvCxnSpPr>
        <p:spPr>
          <a:xfrm>
            <a:off x="4819320" y="3097440"/>
            <a:ext cx="360" cy="2242080"/>
          </a:xfrm>
          <a:prstGeom prst="straightConnector1">
            <a:avLst/>
          </a:prstGeom>
          <a:ln w="12700">
            <a:solidFill>
              <a:srgbClr val="d55633"/>
            </a:solidFill>
            <a:prstDash val="sysDash"/>
          </a:ln>
        </p:spPr>
      </p:cxnSp>
      <p:sp>
        <p:nvSpPr>
          <p:cNvPr id="2243" name="이등변 삼각형 17"/>
          <p:cNvSpPr/>
          <p:nvPr/>
        </p:nvSpPr>
        <p:spPr>
          <a:xfrm>
            <a:off x="4739760" y="5339160"/>
            <a:ext cx="159120" cy="13716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2244" name="직선 연결선 18"/>
          <p:cNvCxnSpPr/>
          <p:nvPr/>
        </p:nvCxnSpPr>
        <p:spPr>
          <a:xfrm>
            <a:off x="8038800" y="3097440"/>
            <a:ext cx="360" cy="2242080"/>
          </a:xfrm>
          <a:prstGeom prst="straightConnector1">
            <a:avLst/>
          </a:prstGeom>
          <a:ln w="12700">
            <a:solidFill>
              <a:srgbClr val="d55633"/>
            </a:solidFill>
            <a:prstDash val="sysDash"/>
          </a:ln>
        </p:spPr>
      </p:cxnSp>
      <p:sp>
        <p:nvSpPr>
          <p:cNvPr id="2245" name="이등변 삼각형 19"/>
          <p:cNvSpPr/>
          <p:nvPr/>
        </p:nvSpPr>
        <p:spPr>
          <a:xfrm>
            <a:off x="7959240" y="5339160"/>
            <a:ext cx="159120" cy="13716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246" name="TextBox 21"/>
          <p:cNvSpPr/>
          <p:nvPr/>
        </p:nvSpPr>
        <p:spPr>
          <a:xfrm>
            <a:off x="7788240" y="5546880"/>
            <a:ext cx="168804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2017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년 대비 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00% 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증가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24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24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25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251" name="PlaceHolder 5"/>
          <p:cNvSpPr>
            <a:spLocks noGrp="1"/>
          </p:cNvSpPr>
          <p:nvPr>
            <p:ph type="sldNum" idx="161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55ED43A-3111-4FEF-8290-87EED9E0F16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52" name="PlaceHolder 6"/>
          <p:cNvSpPr>
            <a:spLocks noGrp="1"/>
          </p:cNvSpPr>
          <p:nvPr>
            <p:ph type="ftr" idx="162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53" name="Rectangle 4"/>
          <p:cNvSpPr/>
          <p:nvPr/>
        </p:nvSpPr>
        <p:spPr>
          <a:xfrm>
            <a:off x="6304320" y="2756160"/>
            <a:ext cx="215640" cy="215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본고딕 Normal"/>
              <a:ea typeface="본고딕 Normal"/>
            </a:endParaRPr>
          </a:p>
        </p:txBody>
      </p:sp>
      <p:sp>
        <p:nvSpPr>
          <p:cNvPr id="2254" name="Rectangle 7"/>
          <p:cNvSpPr/>
          <p:nvPr/>
        </p:nvSpPr>
        <p:spPr>
          <a:xfrm>
            <a:off x="6304320" y="3188160"/>
            <a:ext cx="215640" cy="215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본고딕 Normal"/>
              <a:ea typeface="본고딕 Normal"/>
            </a:endParaRPr>
          </a:p>
        </p:txBody>
      </p:sp>
      <p:sp>
        <p:nvSpPr>
          <p:cNvPr id="2255" name="TextBox 29"/>
          <p:cNvSpPr/>
          <p:nvPr/>
        </p:nvSpPr>
        <p:spPr>
          <a:xfrm>
            <a:off x="6664320" y="2712600"/>
            <a:ext cx="18572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56" name="TextBox 30"/>
          <p:cNvSpPr/>
          <p:nvPr/>
        </p:nvSpPr>
        <p:spPr>
          <a:xfrm>
            <a:off x="6664320" y="3145680"/>
            <a:ext cx="18572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57" name="TextBox 32"/>
          <p:cNvSpPr/>
          <p:nvPr/>
        </p:nvSpPr>
        <p:spPr>
          <a:xfrm>
            <a:off x="1481760" y="4605120"/>
            <a:ext cx="1526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58" name="TextBox 33"/>
          <p:cNvSpPr/>
          <p:nvPr/>
        </p:nvSpPr>
        <p:spPr>
          <a:xfrm>
            <a:off x="3282120" y="4605120"/>
            <a:ext cx="1526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59" name="TextBox 34"/>
          <p:cNvSpPr/>
          <p:nvPr/>
        </p:nvSpPr>
        <p:spPr>
          <a:xfrm>
            <a:off x="5082120" y="4605120"/>
            <a:ext cx="1526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60" name="TextBox 35"/>
          <p:cNvSpPr/>
          <p:nvPr/>
        </p:nvSpPr>
        <p:spPr>
          <a:xfrm>
            <a:off x="6882480" y="4605120"/>
            <a:ext cx="1526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_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내용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26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26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264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265" name="PlaceHolder 5"/>
          <p:cNvSpPr>
            <a:spLocks noGrp="1"/>
          </p:cNvSpPr>
          <p:nvPr>
            <p:ph type="sldNum" idx="163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B66493A-AE18-4191-8024-842531EE6E25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66" name="PlaceHolder 6"/>
          <p:cNvSpPr>
            <a:spLocks noGrp="1"/>
          </p:cNvSpPr>
          <p:nvPr>
            <p:ph type="ftr" idx="164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67" name="Oval 3"/>
          <p:cNvSpPr/>
          <p:nvPr/>
        </p:nvSpPr>
        <p:spPr>
          <a:xfrm>
            <a:off x="734040" y="2096280"/>
            <a:ext cx="683640" cy="68364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  <a:effectLst>
            <a:glow rad="76320">
              <a:srgbClr val="ffffff">
                <a:alpha val="13000"/>
              </a:srgbClr>
            </a:glo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2268" name="TextBox 8"/>
          <p:cNvSpPr/>
          <p:nvPr/>
        </p:nvSpPr>
        <p:spPr>
          <a:xfrm>
            <a:off x="1540080" y="2128680"/>
            <a:ext cx="320148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</a:pP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텍스트를 입력 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: 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텍스트를 입력하세요 텍스트를 입력하세요 텍스트를 입력하세요 텍스트를 입력하세요 텍스트를 입력하세요 텍스트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69" name="Oval 28"/>
          <p:cNvSpPr/>
          <p:nvPr/>
        </p:nvSpPr>
        <p:spPr>
          <a:xfrm>
            <a:off x="740160" y="3135600"/>
            <a:ext cx="683640" cy="683640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glow rad="76320">
              <a:srgbClr val="ffffff">
                <a:alpha val="13000"/>
              </a:srgbClr>
            </a:glo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2270" name="TextBox 10"/>
          <p:cNvSpPr/>
          <p:nvPr/>
        </p:nvSpPr>
        <p:spPr>
          <a:xfrm>
            <a:off x="1540080" y="3158280"/>
            <a:ext cx="320148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</a:pP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텍스트를 입력 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: 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텍스트를 입력하세요 텍스트를 입력하세요 텍스트를 입력하세요 텍스트를 입력하세요 텍스트를 입력하세요 텍스트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71" name="Oval 31"/>
          <p:cNvSpPr/>
          <p:nvPr/>
        </p:nvSpPr>
        <p:spPr>
          <a:xfrm>
            <a:off x="740160" y="4164840"/>
            <a:ext cx="683640" cy="68364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glow rad="76320">
              <a:srgbClr val="ffffff">
                <a:alpha val="13000"/>
              </a:srgbClr>
            </a:glo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2272" name="TextBox 12"/>
          <p:cNvSpPr/>
          <p:nvPr/>
        </p:nvSpPr>
        <p:spPr>
          <a:xfrm>
            <a:off x="1540080" y="4187520"/>
            <a:ext cx="320148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</a:pP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텍스트를 입력 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: 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텍스트를 입력하세요 텍스트를 입력하세요 텍스트를 입력하세요 텍스트를 입력하세요 텍스트를 입력하세요 텍스트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73" name="Oval 34"/>
          <p:cNvSpPr/>
          <p:nvPr/>
        </p:nvSpPr>
        <p:spPr>
          <a:xfrm>
            <a:off x="740160" y="5194080"/>
            <a:ext cx="683640" cy="683640"/>
          </a:xfrm>
          <a:prstGeom prst="ellipse">
            <a:avLst/>
          </a:prstGeom>
          <a:solidFill>
            <a:schemeClr val="accent2"/>
          </a:solidFill>
          <a:ln w="12700">
            <a:noFill/>
          </a:ln>
          <a:effectLst>
            <a:glow rad="76320">
              <a:srgbClr val="ffffff">
                <a:alpha val="13000"/>
              </a:srgbClr>
            </a:glo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2274" name="TextBox 14"/>
          <p:cNvSpPr/>
          <p:nvPr/>
        </p:nvSpPr>
        <p:spPr>
          <a:xfrm>
            <a:off x="1540080" y="5216760"/>
            <a:ext cx="320148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</a:pP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텍스트를 입력 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: 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텍스트를 입력하세요 텍스트를 입력하세요 텍스트를 입력하세요 텍스트를 입력하세요 텍스트를 입력하세요 텍스트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276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277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278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279" name="PlaceHolder 5"/>
          <p:cNvSpPr>
            <a:spLocks noGrp="1"/>
          </p:cNvSpPr>
          <p:nvPr>
            <p:ph type="sldNum" idx="165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4F17FE6-6FFE-481D-BEC2-4718478850B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80" name="PlaceHolder 6"/>
          <p:cNvSpPr>
            <a:spLocks noGrp="1"/>
          </p:cNvSpPr>
          <p:nvPr>
            <p:ph type="ftr" idx="166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28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28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284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285" name="PlaceHolder 5"/>
          <p:cNvSpPr>
            <a:spLocks noGrp="1"/>
          </p:cNvSpPr>
          <p:nvPr>
            <p:ph type="sldNum" idx="167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6F75B23-9810-4540-A3FC-10BA411E3FC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86" name="PlaceHolder 6"/>
          <p:cNvSpPr>
            <a:spLocks noGrp="1"/>
          </p:cNvSpPr>
          <p:nvPr>
            <p:ph type="ftr" idx="168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28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28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29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291" name="PlaceHolder 5"/>
          <p:cNvSpPr>
            <a:spLocks noGrp="1"/>
          </p:cNvSpPr>
          <p:nvPr>
            <p:ph type="sldNum" idx="169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87D84AD-C2F0-4405-AC8B-E13DE5DA85B7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92" name="PlaceHolder 6"/>
          <p:cNvSpPr>
            <a:spLocks noGrp="1"/>
          </p:cNvSpPr>
          <p:nvPr>
            <p:ph type="ftr" idx="170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29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29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296" name="PlaceHolder 4"/>
          <p:cNvSpPr>
            <a:spLocks noGrp="1"/>
          </p:cNvSpPr>
          <p:nvPr>
            <p:ph type="sldNum" idx="171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A2207FA-8EEB-4E8B-A6A2-39D8FDEB4F7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97" name="PlaceHolder 5"/>
          <p:cNvSpPr>
            <a:spLocks noGrp="1"/>
          </p:cNvSpPr>
          <p:nvPr>
            <p:ph type="ftr" idx="172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98" name="Up Arrow 3"/>
          <p:cNvSpPr/>
          <p:nvPr/>
        </p:nvSpPr>
        <p:spPr>
          <a:xfrm>
            <a:off x="8479080" y="2264400"/>
            <a:ext cx="685800" cy="1420200"/>
          </a:xfrm>
          <a:prstGeom prst="upArrow">
            <a:avLst>
              <a:gd name="adj1" fmla="val 50000"/>
              <a:gd name="adj2" fmla="val 83318"/>
            </a:avLst>
          </a:prstGeom>
          <a:noFill/>
          <a:ln w="38100">
            <a:solidFill>
              <a:srgbClr val="d556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d55633"/>
              </a:solidFill>
              <a:latin typeface="본고딕 Normal"/>
              <a:ea typeface="본고딕 Normal"/>
            </a:endParaRPr>
          </a:p>
        </p:txBody>
      </p:sp>
      <p:sp>
        <p:nvSpPr>
          <p:cNvPr id="2299" name="Up Arrow 4"/>
          <p:cNvSpPr/>
          <p:nvPr/>
        </p:nvSpPr>
        <p:spPr>
          <a:xfrm rot="10800000">
            <a:off x="8479440" y="4209120"/>
            <a:ext cx="685800" cy="1420200"/>
          </a:xfrm>
          <a:prstGeom prst="upArrow">
            <a:avLst>
              <a:gd name="adj1" fmla="val 50000"/>
              <a:gd name="adj2" fmla="val 90722"/>
            </a:avLst>
          </a:prstGeom>
          <a:noFill/>
          <a:ln w="38100">
            <a:solidFill>
              <a:srgbClr val="0024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003760"/>
              </a:solidFill>
              <a:latin typeface="본고딕 Normal"/>
              <a:ea typeface="본고딕 Normal"/>
            </a:endParaRPr>
          </a:p>
        </p:txBody>
      </p:sp>
      <p:sp>
        <p:nvSpPr>
          <p:cNvPr id="2300" name="TextBox 8"/>
          <p:cNvSpPr/>
          <p:nvPr/>
        </p:nvSpPr>
        <p:spPr>
          <a:xfrm>
            <a:off x="7302240" y="3062160"/>
            <a:ext cx="93564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2400" spc="-21" strike="noStrike">
                <a:solidFill>
                  <a:srgbClr val="d55633"/>
                </a:solidFill>
                <a:latin typeface="본고딕 Bold"/>
                <a:ea typeface="본고딕 Bold"/>
              </a:rPr>
              <a:t>50%</a:t>
            </a:r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01" name="TextBox 9"/>
          <p:cNvSpPr/>
          <p:nvPr/>
        </p:nvSpPr>
        <p:spPr>
          <a:xfrm>
            <a:off x="7302240" y="4264560"/>
            <a:ext cx="93564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2400" spc="-21" strike="noStrike">
                <a:solidFill>
                  <a:schemeClr val="dk2"/>
                </a:solidFill>
                <a:latin typeface="본고딕 Bold"/>
                <a:ea typeface="본고딕 Bold"/>
              </a:rPr>
              <a:t>18%</a:t>
            </a:r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02" name="TextBox 10"/>
          <p:cNvSpPr/>
          <p:nvPr/>
        </p:nvSpPr>
        <p:spPr>
          <a:xfrm>
            <a:off x="6646320" y="2872440"/>
            <a:ext cx="1530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d55633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d55633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d55633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d55633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d55633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2303" name="그룹 12"/>
          <p:cNvGrpSpPr/>
          <p:nvPr/>
        </p:nvGrpSpPr>
        <p:grpSpPr>
          <a:xfrm>
            <a:off x="585000" y="1662840"/>
            <a:ext cx="6272640" cy="2067840"/>
            <a:chOff x="585000" y="1662840"/>
            <a:chExt cx="6272640" cy="2067840"/>
          </a:xfrm>
        </p:grpSpPr>
        <p:grpSp>
          <p:nvGrpSpPr>
            <p:cNvPr id="2304" name="그룹 13"/>
            <p:cNvGrpSpPr/>
            <p:nvPr/>
          </p:nvGrpSpPr>
          <p:grpSpPr>
            <a:xfrm>
              <a:off x="585000" y="2048040"/>
              <a:ext cx="6272640" cy="1682640"/>
              <a:chOff x="585000" y="2048040"/>
              <a:chExt cx="6272640" cy="1682640"/>
            </a:xfrm>
          </p:grpSpPr>
          <p:sp>
            <p:nvSpPr>
              <p:cNvPr id="2305" name="TextBox 15"/>
              <p:cNvSpPr/>
              <p:nvPr/>
            </p:nvSpPr>
            <p:spPr>
              <a:xfrm>
                <a:off x="659160" y="2048040"/>
                <a:ext cx="1130400" cy="697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4400" spc="-21" strike="noStrike">
                    <a:solidFill>
                      <a:srgbClr val="d55633"/>
                    </a:solidFill>
                    <a:latin typeface="본고딕 Bold"/>
                    <a:ea typeface="본고딕 Bold"/>
                  </a:rPr>
                  <a:t>50</a:t>
                </a:r>
                <a:r>
                  <a:rPr b="0" lang="en-US" sz="2400" spc="-21" strike="noStrike">
                    <a:solidFill>
                      <a:srgbClr val="d55633"/>
                    </a:solidFill>
                    <a:latin typeface="본고딕 Bold"/>
                    <a:ea typeface="본고딕 Bold"/>
                  </a:rPr>
                  <a:t>%</a:t>
                </a:r>
                <a:endParaRPr b="0" lang="en-US" sz="24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  <p:sp>
            <p:nvSpPr>
              <p:cNvPr id="2306" name="TextBox 16"/>
              <p:cNvSpPr/>
              <p:nvPr/>
            </p:nvSpPr>
            <p:spPr>
              <a:xfrm>
                <a:off x="1746720" y="2096640"/>
                <a:ext cx="5110920" cy="74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20000"/>
                  </a:lnSpc>
                </a:pPr>
                <a:r>
                  <a:rPr b="0" lang="ko-KR" sz="1200" spc="-21" strike="noStrike">
                    <a:solidFill>
                      <a:srgbClr val="161516"/>
                    </a:solidFill>
                    <a:latin typeface="본고딕 Normal"/>
                    <a:ea typeface="본고딕 Normal"/>
                  </a:rPr>
                  <a:t>텍스트를 입력하세요 텍스트를 입력하세요 텍스트를 입력하세요 텍스트를 입력하세요 텍스트를 입력하세요 텍스트텍스트를 입력하세요 텍스트를 입력하세요 텍스트를 입력하세요 텍스트를 입력하세요 텍스트를 입력하세요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  <p:sp>
            <p:nvSpPr>
              <p:cNvPr id="2307" name="TextBox 17"/>
              <p:cNvSpPr/>
              <p:nvPr/>
            </p:nvSpPr>
            <p:spPr>
              <a:xfrm>
                <a:off x="585000" y="2764080"/>
                <a:ext cx="6272640" cy="96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20000"/>
                  </a:lnSpc>
                </a:pPr>
                <a:r>
                  <a:rPr b="0" lang="ko-KR" sz="1200" spc="-21" strike="noStrike">
                    <a:solidFill>
                      <a:srgbClr val="161516"/>
                    </a:solidFill>
                    <a:latin typeface="본고딕 Normal"/>
                    <a:ea typeface="본고딕 Normal"/>
                  </a:rPr>
                  <a:t>텍스트를 입력하세요 텍스트를 입력하세요 텍스트를 입력하세요 텍스트를 입력하세요 텍스트를 입력하세요 텍스트텍스트를 입력하세요 텍스트를 입력하세요 텍스트를 입력하세요 텍스트를 입력하세요 텍스트를 입력하세요 텍스트텍스트를 입력하세요 텍스트를 입력하세요 텍스트를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  <a:p>
                <a:pPr defTabSz="914400">
                  <a:lnSpc>
                    <a:spcPct val="120000"/>
                  </a:lnSpc>
                </a:pP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  <p:sp>
          <p:nvSpPr>
            <p:cNvPr id="2308" name="TextBox 14"/>
            <p:cNvSpPr/>
            <p:nvPr/>
          </p:nvSpPr>
          <p:spPr>
            <a:xfrm>
              <a:off x="585000" y="1662840"/>
              <a:ext cx="251388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6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6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/Medium 16pt</a:t>
              </a:r>
              <a:endParaRPr b="0" lang="en-US" sz="16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2309" name="TextBox 19"/>
          <p:cNvSpPr/>
          <p:nvPr/>
        </p:nvSpPr>
        <p:spPr>
          <a:xfrm>
            <a:off x="6646320" y="4678920"/>
            <a:ext cx="1530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2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2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2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chemeClr val="dk2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chemeClr val="dk2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31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312" name="Oval 47"/>
          <p:cNvSpPr/>
          <p:nvPr/>
        </p:nvSpPr>
        <p:spPr>
          <a:xfrm>
            <a:off x="5222880" y="4650120"/>
            <a:ext cx="568800" cy="56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313" name="Oval 41"/>
          <p:cNvSpPr/>
          <p:nvPr/>
        </p:nvSpPr>
        <p:spPr>
          <a:xfrm>
            <a:off x="1067760" y="4650120"/>
            <a:ext cx="568800" cy="56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31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31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316" name="PlaceHolder 5"/>
          <p:cNvSpPr>
            <a:spLocks noGrp="1"/>
          </p:cNvSpPr>
          <p:nvPr>
            <p:ph type="sldNum" idx="173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063C367-7AC5-4416-97C7-DAD678B2C75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317" name="PlaceHolder 6"/>
          <p:cNvSpPr>
            <a:spLocks noGrp="1"/>
          </p:cNvSpPr>
          <p:nvPr>
            <p:ph type="ftr" idx="174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318" name="TextBox 10"/>
          <p:cNvSpPr/>
          <p:nvPr/>
        </p:nvSpPr>
        <p:spPr>
          <a:xfrm>
            <a:off x="1008360" y="5308200"/>
            <a:ext cx="80712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61516"/>
                </a:solidFill>
                <a:latin typeface="본고딕 Medium"/>
                <a:ea typeface="본고딕 Medium"/>
              </a:rPr>
              <a:t>43%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19" name="TextBox 15"/>
          <p:cNvSpPr/>
          <p:nvPr/>
        </p:nvSpPr>
        <p:spPr>
          <a:xfrm>
            <a:off x="5196240" y="5308200"/>
            <a:ext cx="80712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61516"/>
                </a:solidFill>
                <a:latin typeface="본고딕 Medium"/>
                <a:ea typeface="본고딕 Medium"/>
              </a:rPr>
              <a:t>31%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2320" name="그룹 19"/>
          <p:cNvGrpSpPr/>
          <p:nvPr/>
        </p:nvGrpSpPr>
        <p:grpSpPr>
          <a:xfrm>
            <a:off x="1137240" y="4790520"/>
            <a:ext cx="430200" cy="289080"/>
            <a:chOff x="1137240" y="4790520"/>
            <a:chExt cx="430200" cy="289080"/>
          </a:xfrm>
        </p:grpSpPr>
        <p:sp>
          <p:nvSpPr>
            <p:cNvPr id="2321" name="Rectangle 332"/>
            <p:cNvSpPr/>
            <p:nvPr/>
          </p:nvSpPr>
          <p:spPr>
            <a:xfrm>
              <a:off x="1137240" y="4790520"/>
              <a:ext cx="430200" cy="2890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22" name="Oval 333"/>
            <p:cNvSpPr/>
            <p:nvPr/>
          </p:nvSpPr>
          <p:spPr>
            <a:xfrm>
              <a:off x="1264320" y="4847040"/>
              <a:ext cx="176040" cy="174600"/>
            </a:xfrm>
            <a:prstGeom prst="ellipse">
              <a:avLst/>
            </a:prstGeom>
            <a:solidFill>
              <a:srgbClr val="ed1c2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2323" name="그룹 22"/>
          <p:cNvGrpSpPr/>
          <p:nvPr/>
        </p:nvGrpSpPr>
        <p:grpSpPr>
          <a:xfrm>
            <a:off x="5306400" y="4800240"/>
            <a:ext cx="389880" cy="261000"/>
            <a:chOff x="5306400" y="4800240"/>
            <a:chExt cx="389880" cy="261000"/>
          </a:xfrm>
        </p:grpSpPr>
        <p:sp>
          <p:nvSpPr>
            <p:cNvPr id="2324" name="Rectangle 317"/>
            <p:cNvSpPr/>
            <p:nvPr/>
          </p:nvSpPr>
          <p:spPr>
            <a:xfrm>
              <a:off x="5306400" y="4800240"/>
              <a:ext cx="389880" cy="261000"/>
            </a:xfrm>
            <a:prstGeom prst="rect">
              <a:avLst/>
            </a:prstGeom>
            <a:solidFill>
              <a:srgbClr val="ed1c2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25" name="Rectangle 318"/>
            <p:cNvSpPr/>
            <p:nvPr/>
          </p:nvSpPr>
          <p:spPr>
            <a:xfrm>
              <a:off x="5306400" y="4800240"/>
              <a:ext cx="389880" cy="261000"/>
            </a:xfrm>
            <a:prstGeom prst="rect">
              <a:avLst/>
            </a:prstGeom>
            <a:solidFill>
              <a:srgbClr val="ed1c2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26" name="Freeform 319"/>
            <p:cNvSpPr/>
            <p:nvPr/>
          </p:nvSpPr>
          <p:spPr>
            <a:xfrm>
              <a:off x="5330520" y="4821840"/>
              <a:ext cx="77400" cy="73440"/>
            </a:xfrm>
            <a:custGeom>
              <a:avLst/>
              <a:gdLst>
                <a:gd name="textAreaLeft" fmla="*/ 0 w 77400"/>
                <a:gd name="textAreaRight" fmla="*/ 77760 w 77400"/>
                <a:gd name="textAreaTop" fmla="*/ 0 h 73440"/>
                <a:gd name="textAreaBottom" fmla="*/ 73800 h 73440"/>
              </a:gdLst>
              <a:ahLst/>
              <a:rect l="textAreaLeft" t="textAreaTop" r="textAreaRight" b="textAreaBottom"/>
              <a:pathLst>
                <a:path w="213" h="201">
                  <a:moveTo>
                    <a:pt x="106" y="154"/>
                  </a:moveTo>
                  <a:lnTo>
                    <a:pt x="173" y="201"/>
                  </a:lnTo>
                  <a:lnTo>
                    <a:pt x="148" y="125"/>
                  </a:lnTo>
                  <a:lnTo>
                    <a:pt x="213" y="76"/>
                  </a:lnTo>
                  <a:lnTo>
                    <a:pt x="131" y="76"/>
                  </a:lnTo>
                  <a:lnTo>
                    <a:pt x="106" y="0"/>
                  </a:lnTo>
                  <a:lnTo>
                    <a:pt x="81" y="76"/>
                  </a:lnTo>
                  <a:lnTo>
                    <a:pt x="0" y="76"/>
                  </a:lnTo>
                  <a:lnTo>
                    <a:pt x="66" y="125"/>
                  </a:lnTo>
                  <a:lnTo>
                    <a:pt x="41" y="201"/>
                  </a:lnTo>
                  <a:lnTo>
                    <a:pt x="106" y="154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720" bIns="367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27" name="Freeform 320"/>
            <p:cNvSpPr/>
            <p:nvPr/>
          </p:nvSpPr>
          <p:spPr>
            <a:xfrm>
              <a:off x="5422320" y="4807800"/>
              <a:ext cx="28800" cy="2880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28800"/>
                <a:gd name="textAreaBottom" fmla="*/ 29160 h 28800"/>
              </a:gdLst>
              <a:ahLst/>
              <a:rect l="textAreaLeft" t="textAreaTop" r="textAreaRight" b="textAreaBottom"/>
              <a:pathLst>
                <a:path w="79" h="82">
                  <a:moveTo>
                    <a:pt x="49" y="50"/>
                  </a:moveTo>
                  <a:lnTo>
                    <a:pt x="79" y="43"/>
                  </a:lnTo>
                  <a:lnTo>
                    <a:pt x="50" y="32"/>
                  </a:lnTo>
                  <a:lnTo>
                    <a:pt x="53" y="0"/>
                  </a:lnTo>
                  <a:lnTo>
                    <a:pt x="33" y="24"/>
                  </a:lnTo>
                  <a:lnTo>
                    <a:pt x="4" y="13"/>
                  </a:lnTo>
                  <a:lnTo>
                    <a:pt x="20" y="39"/>
                  </a:lnTo>
                  <a:lnTo>
                    <a:pt x="0" y="63"/>
                  </a:lnTo>
                  <a:lnTo>
                    <a:pt x="30" y="55"/>
                  </a:lnTo>
                  <a:lnTo>
                    <a:pt x="48" y="82"/>
                  </a:lnTo>
                  <a:lnTo>
                    <a:pt x="49" y="50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400" bIns="144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28" name="Freeform 321"/>
            <p:cNvSpPr/>
            <p:nvPr/>
          </p:nvSpPr>
          <p:spPr>
            <a:xfrm>
              <a:off x="5422320" y="4902120"/>
              <a:ext cx="28800" cy="2880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28800"/>
                <a:gd name="textAreaBottom" fmla="*/ 29160 h 28800"/>
              </a:gdLst>
              <a:ahLst/>
              <a:rect l="textAreaLeft" t="textAreaTop" r="textAreaRight" b="textAreaBottom"/>
              <a:pathLst>
                <a:path w="79" h="81">
                  <a:moveTo>
                    <a:pt x="49" y="50"/>
                  </a:moveTo>
                  <a:lnTo>
                    <a:pt x="79" y="42"/>
                  </a:lnTo>
                  <a:lnTo>
                    <a:pt x="50" y="31"/>
                  </a:lnTo>
                  <a:lnTo>
                    <a:pt x="53" y="0"/>
                  </a:lnTo>
                  <a:lnTo>
                    <a:pt x="33" y="24"/>
                  </a:lnTo>
                  <a:lnTo>
                    <a:pt x="4" y="12"/>
                  </a:lnTo>
                  <a:lnTo>
                    <a:pt x="20" y="39"/>
                  </a:lnTo>
                  <a:lnTo>
                    <a:pt x="0" y="62"/>
                  </a:lnTo>
                  <a:lnTo>
                    <a:pt x="30" y="55"/>
                  </a:lnTo>
                  <a:lnTo>
                    <a:pt x="48" y="81"/>
                  </a:lnTo>
                  <a:lnTo>
                    <a:pt x="49" y="50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400" bIns="144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29" name="Freeform 322"/>
            <p:cNvSpPr/>
            <p:nvPr/>
          </p:nvSpPr>
          <p:spPr>
            <a:xfrm>
              <a:off x="5447880" y="4835880"/>
              <a:ext cx="28800" cy="2880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28800"/>
                <a:gd name="textAreaBottom" fmla="*/ 29160 h 28800"/>
              </a:gdLst>
              <a:ahLst/>
              <a:rect l="textAreaLeft" t="textAreaTop" r="textAreaRight" b="textAreaBottom"/>
              <a:pathLst>
                <a:path w="80" h="80">
                  <a:moveTo>
                    <a:pt x="50" y="52"/>
                  </a:moveTo>
                  <a:lnTo>
                    <a:pt x="80" y="59"/>
                  </a:lnTo>
                  <a:lnTo>
                    <a:pt x="59" y="36"/>
                  </a:lnTo>
                  <a:lnTo>
                    <a:pt x="73" y="9"/>
                  </a:lnTo>
                  <a:lnTo>
                    <a:pt x="45" y="22"/>
                  </a:lnTo>
                  <a:lnTo>
                    <a:pt x="24" y="0"/>
                  </a:lnTo>
                  <a:lnTo>
                    <a:pt x="28" y="31"/>
                  </a:lnTo>
                  <a:lnTo>
                    <a:pt x="0" y="45"/>
                  </a:lnTo>
                  <a:lnTo>
                    <a:pt x="32" y="50"/>
                  </a:lnTo>
                  <a:lnTo>
                    <a:pt x="35" y="80"/>
                  </a:lnTo>
                  <a:lnTo>
                    <a:pt x="50" y="52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400" bIns="144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30" name="Freeform 323"/>
            <p:cNvSpPr/>
            <p:nvPr/>
          </p:nvSpPr>
          <p:spPr>
            <a:xfrm>
              <a:off x="5447880" y="4875480"/>
              <a:ext cx="28800" cy="2772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27720"/>
                <a:gd name="textAreaBottom" fmla="*/ 28080 h 27720"/>
              </a:gdLst>
              <a:ahLst/>
              <a:rect l="textAreaLeft" t="textAreaTop" r="textAreaRight" b="textAreaBottom"/>
              <a:pathLst>
                <a:path w="81" h="77">
                  <a:moveTo>
                    <a:pt x="41" y="59"/>
                  </a:moveTo>
                  <a:lnTo>
                    <a:pt x="68" y="76"/>
                  </a:lnTo>
                  <a:lnTo>
                    <a:pt x="56" y="47"/>
                  </a:lnTo>
                  <a:lnTo>
                    <a:pt x="81" y="27"/>
                  </a:lnTo>
                  <a:lnTo>
                    <a:pt x="50" y="29"/>
                  </a:lnTo>
                  <a:lnTo>
                    <a:pt x="40" y="0"/>
                  </a:lnTo>
                  <a:lnTo>
                    <a:pt x="31" y="30"/>
                  </a:lnTo>
                  <a:lnTo>
                    <a:pt x="0" y="30"/>
                  </a:lnTo>
                  <a:lnTo>
                    <a:pt x="25" y="47"/>
                  </a:lnTo>
                  <a:lnTo>
                    <a:pt x="18" y="77"/>
                  </a:lnTo>
                  <a:lnTo>
                    <a:pt x="41" y="59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040" bIns="1404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2331" name="TextBox 36"/>
          <p:cNvSpPr/>
          <p:nvPr/>
        </p:nvSpPr>
        <p:spPr>
          <a:xfrm>
            <a:off x="1865880" y="4619520"/>
            <a:ext cx="302976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32" name="TextBox 37"/>
          <p:cNvSpPr/>
          <p:nvPr/>
        </p:nvSpPr>
        <p:spPr>
          <a:xfrm>
            <a:off x="5974920" y="4600440"/>
            <a:ext cx="302976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33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33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336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337" name="PlaceHolder 5"/>
          <p:cNvSpPr>
            <a:spLocks noGrp="1"/>
          </p:cNvSpPr>
          <p:nvPr>
            <p:ph type="sldNum" idx="175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9B9C427-2D27-4C41-9E02-C3004C37D08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338" name="PlaceHolder 6"/>
          <p:cNvSpPr>
            <a:spLocks noGrp="1"/>
          </p:cNvSpPr>
          <p:nvPr>
            <p:ph type="ftr" idx="176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339" name="TextBox 7"/>
          <p:cNvSpPr/>
          <p:nvPr/>
        </p:nvSpPr>
        <p:spPr>
          <a:xfrm>
            <a:off x="1194120" y="4181040"/>
            <a:ext cx="224568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40" name="TextBox 13"/>
          <p:cNvSpPr/>
          <p:nvPr/>
        </p:nvSpPr>
        <p:spPr>
          <a:xfrm>
            <a:off x="3917520" y="4181040"/>
            <a:ext cx="224568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41" name="TextBox 14"/>
          <p:cNvSpPr/>
          <p:nvPr/>
        </p:nvSpPr>
        <p:spPr>
          <a:xfrm>
            <a:off x="6766920" y="4181040"/>
            <a:ext cx="224568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34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34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34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346" name="PlaceHolder 5"/>
          <p:cNvSpPr>
            <a:spLocks noGrp="1"/>
          </p:cNvSpPr>
          <p:nvPr>
            <p:ph type="sldNum" idx="177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789039C-0565-40F0-B46E-B2A85297002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347" name="PlaceHolder 6"/>
          <p:cNvSpPr>
            <a:spLocks noGrp="1"/>
          </p:cNvSpPr>
          <p:nvPr>
            <p:ph type="ftr" idx="178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34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35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351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3718"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 텍스트를 입력하세요 텍스트를 입력하세요 </a:t>
            </a:r>
            <a:endParaRPr b="0" lang="en-US" sz="1900" spc="-1" strike="noStrike">
              <a:solidFill>
                <a:schemeClr val="dk1"/>
              </a:solidFill>
              <a:latin typeface="본고딕 Normal"/>
            </a:endParaRPr>
          </a:p>
        </p:txBody>
      </p:sp>
      <p:sp>
        <p:nvSpPr>
          <p:cNvPr id="2352" name="PlaceHolder 5"/>
          <p:cNvSpPr>
            <a:spLocks noGrp="1"/>
          </p:cNvSpPr>
          <p:nvPr>
            <p:ph type="sldNum" idx="179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09B63DC-8C2E-4F7D-8872-D0EEA20B5E97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353" name="PlaceHolder 6"/>
          <p:cNvSpPr>
            <a:spLocks noGrp="1"/>
          </p:cNvSpPr>
          <p:nvPr>
            <p:ph type="ftr" idx="180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pSp>
        <p:nvGrpSpPr>
          <p:cNvPr id="2354" name="그룹 63"/>
          <p:cNvGrpSpPr/>
          <p:nvPr/>
        </p:nvGrpSpPr>
        <p:grpSpPr>
          <a:xfrm>
            <a:off x="1429200" y="2276280"/>
            <a:ext cx="2592720" cy="2592720"/>
            <a:chOff x="1429200" y="2276280"/>
            <a:chExt cx="2592720" cy="2592720"/>
          </a:xfrm>
        </p:grpSpPr>
        <p:sp>
          <p:nvSpPr>
            <p:cNvPr id="2355" name="자유형 38"/>
            <p:cNvSpPr/>
            <p:nvPr/>
          </p:nvSpPr>
          <p:spPr>
            <a:xfrm>
              <a:off x="2410200" y="2276280"/>
              <a:ext cx="294840" cy="250920"/>
            </a:xfrm>
            <a:custGeom>
              <a:avLst/>
              <a:gdLst>
                <a:gd name="textAreaLeft" fmla="*/ 0 w 294840"/>
                <a:gd name="textAreaRight" fmla="*/ 295200 w 294840"/>
                <a:gd name="textAreaTop" fmla="*/ 0 h 250920"/>
                <a:gd name="textAreaBottom" fmla="*/ 251280 h 25092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329700" y="0"/>
                  </a:moveTo>
                  <a:lnTo>
                    <a:pt x="329700" y="245186"/>
                  </a:lnTo>
                  <a:lnTo>
                    <a:pt x="229467" y="250248"/>
                  </a:lnTo>
                  <a:cubicBezTo>
                    <a:pt x="188995" y="254358"/>
                    <a:pt x="149116" y="260473"/>
                    <a:pt x="109930" y="268491"/>
                  </a:cubicBezTo>
                  <a:lnTo>
                    <a:pt x="63399" y="280455"/>
                  </a:lnTo>
                  <a:lnTo>
                    <a:pt x="0" y="43847"/>
                  </a:lnTo>
                  <a:lnTo>
                    <a:pt x="60517" y="28286"/>
                  </a:lnTo>
                  <a:cubicBezTo>
                    <a:pt x="107683" y="18635"/>
                    <a:pt x="155684" y="11275"/>
                    <a:pt x="204398" y="6328"/>
                  </a:cubicBezTo>
                  <a:lnTo>
                    <a:pt x="329700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56" name="자유형 39"/>
            <p:cNvSpPr/>
            <p:nvPr/>
          </p:nvSpPr>
          <p:spPr>
            <a:xfrm>
              <a:off x="2746080" y="2276280"/>
              <a:ext cx="294840" cy="250920"/>
            </a:xfrm>
            <a:custGeom>
              <a:avLst/>
              <a:gdLst>
                <a:gd name="textAreaLeft" fmla="*/ 0 w 294840"/>
                <a:gd name="textAreaRight" fmla="*/ 295200 w 294840"/>
                <a:gd name="textAreaTop" fmla="*/ 0 h 250920"/>
                <a:gd name="textAreaBottom" fmla="*/ 251280 h 25092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0" y="0"/>
                  </a:moveTo>
                  <a:lnTo>
                    <a:pt x="125301" y="6328"/>
                  </a:lnTo>
                  <a:cubicBezTo>
                    <a:pt x="174016" y="11275"/>
                    <a:pt x="222016" y="18635"/>
                    <a:pt x="269182" y="28286"/>
                  </a:cubicBezTo>
                  <a:lnTo>
                    <a:pt x="329700" y="43847"/>
                  </a:lnTo>
                  <a:lnTo>
                    <a:pt x="266301" y="280455"/>
                  </a:lnTo>
                  <a:lnTo>
                    <a:pt x="219769" y="268491"/>
                  </a:lnTo>
                  <a:cubicBezTo>
                    <a:pt x="180584" y="260473"/>
                    <a:pt x="140704" y="254358"/>
                    <a:pt x="100232" y="250248"/>
                  </a:cubicBezTo>
                  <a:lnTo>
                    <a:pt x="0" y="245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57" name="자유형 40"/>
            <p:cNvSpPr/>
            <p:nvPr/>
          </p:nvSpPr>
          <p:spPr>
            <a:xfrm>
              <a:off x="2094840" y="2325600"/>
              <a:ext cx="331920" cy="303120"/>
            </a:xfrm>
            <a:custGeom>
              <a:avLst/>
              <a:gdLst>
                <a:gd name="textAreaLeft" fmla="*/ 0 w 331920"/>
                <a:gd name="textAreaRight" fmla="*/ 332280 w 331920"/>
                <a:gd name="textAreaTop" fmla="*/ 0 h 303120"/>
                <a:gd name="textAreaBottom" fmla="*/ 303480 h 303120"/>
              </a:gdLst>
              <a:ahLst/>
              <a:rect l="textAreaLeft" t="textAreaTop" r="textAreaRight" b="textAreaBottom"/>
              <a:pathLst>
                <a:path w="371006" h="339023">
                  <a:moveTo>
                    <a:pt x="307606" y="0"/>
                  </a:moveTo>
                  <a:lnTo>
                    <a:pt x="371006" y="236609"/>
                  </a:lnTo>
                  <a:lnTo>
                    <a:pt x="346441" y="242925"/>
                  </a:lnTo>
                  <a:cubicBezTo>
                    <a:pt x="271046" y="266376"/>
                    <a:pt x="198827" y="297038"/>
                    <a:pt x="130593" y="334105"/>
                  </a:cubicBezTo>
                  <a:lnTo>
                    <a:pt x="122498" y="339023"/>
                  </a:lnTo>
                  <a:lnTo>
                    <a:pt x="0" y="126849"/>
                  </a:lnTo>
                  <a:lnTo>
                    <a:pt x="13723" y="118512"/>
                  </a:lnTo>
                  <a:cubicBezTo>
                    <a:pt x="95854" y="73896"/>
                    <a:pt x="182780" y="36989"/>
                    <a:pt x="273531" y="8762"/>
                  </a:cubicBezTo>
                  <a:lnTo>
                    <a:pt x="307606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58" name="자유형 41"/>
            <p:cNvSpPr/>
            <p:nvPr/>
          </p:nvSpPr>
          <p:spPr>
            <a:xfrm>
              <a:off x="3024360" y="2325600"/>
              <a:ext cx="331920" cy="303120"/>
            </a:xfrm>
            <a:custGeom>
              <a:avLst/>
              <a:gdLst>
                <a:gd name="textAreaLeft" fmla="*/ 0 w 331920"/>
                <a:gd name="textAreaRight" fmla="*/ 332280 w 331920"/>
                <a:gd name="textAreaTop" fmla="*/ 0 h 303120"/>
                <a:gd name="textAreaBottom" fmla="*/ 303480 h 303120"/>
              </a:gdLst>
              <a:ahLst/>
              <a:rect l="textAreaLeft" t="textAreaTop" r="textAreaRight" b="textAreaBottom"/>
              <a:pathLst>
                <a:path w="371005" h="339022">
                  <a:moveTo>
                    <a:pt x="63399" y="0"/>
                  </a:moveTo>
                  <a:lnTo>
                    <a:pt x="97473" y="8761"/>
                  </a:lnTo>
                  <a:cubicBezTo>
                    <a:pt x="188224" y="36988"/>
                    <a:pt x="275151" y="73895"/>
                    <a:pt x="357281" y="118511"/>
                  </a:cubicBezTo>
                  <a:lnTo>
                    <a:pt x="371005" y="126849"/>
                  </a:lnTo>
                  <a:lnTo>
                    <a:pt x="248507" y="339022"/>
                  </a:lnTo>
                  <a:lnTo>
                    <a:pt x="240411" y="334104"/>
                  </a:lnTo>
                  <a:cubicBezTo>
                    <a:pt x="172177" y="297037"/>
                    <a:pt x="99959" y="266375"/>
                    <a:pt x="24563" y="242924"/>
                  </a:cubicBezTo>
                  <a:lnTo>
                    <a:pt x="0" y="236608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59" name="자유형 42"/>
            <p:cNvSpPr/>
            <p:nvPr/>
          </p:nvSpPr>
          <p:spPr>
            <a:xfrm>
              <a:off x="1823400" y="2460600"/>
              <a:ext cx="345960" cy="335880"/>
            </a:xfrm>
            <a:custGeom>
              <a:avLst/>
              <a:gdLst>
                <a:gd name="textAreaLeft" fmla="*/ 0 w 345960"/>
                <a:gd name="textAreaRight" fmla="*/ 346320 w 3459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86696" h="375431">
                  <a:moveTo>
                    <a:pt x="264197" y="0"/>
                  </a:moveTo>
                  <a:lnTo>
                    <a:pt x="386696" y="212173"/>
                  </a:lnTo>
                  <a:lnTo>
                    <a:pt x="334612" y="243815"/>
                  </a:lnTo>
                  <a:cubicBezTo>
                    <a:pt x="302588" y="265450"/>
                    <a:pt x="271661" y="288586"/>
                    <a:pt x="241931" y="313121"/>
                  </a:cubicBezTo>
                  <a:lnTo>
                    <a:pt x="173373" y="375431"/>
                  </a:lnTo>
                  <a:lnTo>
                    <a:pt x="0" y="202058"/>
                  </a:lnTo>
                  <a:lnTo>
                    <a:pt x="85970" y="123923"/>
                  </a:lnTo>
                  <a:cubicBezTo>
                    <a:pt x="121754" y="94392"/>
                    <a:pt x="158980" y="66545"/>
                    <a:pt x="197526" y="40503"/>
                  </a:cubicBezTo>
                  <a:lnTo>
                    <a:pt x="264197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0" name="자유형 43"/>
            <p:cNvSpPr/>
            <p:nvPr/>
          </p:nvSpPr>
          <p:spPr>
            <a:xfrm>
              <a:off x="3281760" y="2460600"/>
              <a:ext cx="345960" cy="335880"/>
            </a:xfrm>
            <a:custGeom>
              <a:avLst/>
              <a:gdLst>
                <a:gd name="textAreaLeft" fmla="*/ 0 w 345960"/>
                <a:gd name="textAreaRight" fmla="*/ 346320 w 3459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86695" h="375431">
                  <a:moveTo>
                    <a:pt x="122498" y="0"/>
                  </a:moveTo>
                  <a:lnTo>
                    <a:pt x="189168" y="40503"/>
                  </a:lnTo>
                  <a:cubicBezTo>
                    <a:pt x="227714" y="66545"/>
                    <a:pt x="264940" y="94392"/>
                    <a:pt x="300724" y="123923"/>
                  </a:cubicBezTo>
                  <a:lnTo>
                    <a:pt x="386695" y="202058"/>
                  </a:lnTo>
                  <a:lnTo>
                    <a:pt x="213322" y="375431"/>
                  </a:lnTo>
                  <a:lnTo>
                    <a:pt x="144763" y="313121"/>
                  </a:lnTo>
                  <a:cubicBezTo>
                    <a:pt x="115034" y="288586"/>
                    <a:pt x="84107" y="265450"/>
                    <a:pt x="52082" y="243815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1" name="자유형 44"/>
            <p:cNvSpPr/>
            <p:nvPr/>
          </p:nvSpPr>
          <p:spPr>
            <a:xfrm>
              <a:off x="1613520" y="2670480"/>
              <a:ext cx="335880" cy="345960"/>
            </a:xfrm>
            <a:custGeom>
              <a:avLst/>
              <a:gdLst>
                <a:gd name="textAreaLeft" fmla="*/ 0 w 335880"/>
                <a:gd name="textAreaRight" fmla="*/ 336240 w 335880"/>
                <a:gd name="textAreaTop" fmla="*/ 0 h 345960"/>
                <a:gd name="textAreaBottom" fmla="*/ 346320 h 345960"/>
              </a:gdLst>
              <a:ahLst/>
              <a:rect l="textAreaLeft" t="textAreaTop" r="textAreaRight" b="textAreaBottom"/>
              <a:pathLst>
                <a:path w="375431" h="386696">
                  <a:moveTo>
                    <a:pt x="202058" y="0"/>
                  </a:moveTo>
                  <a:lnTo>
                    <a:pt x="375431" y="173373"/>
                  </a:lnTo>
                  <a:lnTo>
                    <a:pt x="313121" y="241931"/>
                  </a:lnTo>
                  <a:cubicBezTo>
                    <a:pt x="288586" y="271661"/>
                    <a:pt x="265450" y="302588"/>
                    <a:pt x="243815" y="334612"/>
                  </a:cubicBezTo>
                  <a:lnTo>
                    <a:pt x="212174" y="386696"/>
                  </a:lnTo>
                  <a:lnTo>
                    <a:pt x="0" y="264197"/>
                  </a:lnTo>
                  <a:lnTo>
                    <a:pt x="40503" y="197526"/>
                  </a:lnTo>
                  <a:cubicBezTo>
                    <a:pt x="66545" y="158980"/>
                    <a:pt x="94392" y="121754"/>
                    <a:pt x="123923" y="85970"/>
                  </a:cubicBezTo>
                  <a:lnTo>
                    <a:pt x="202058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2" name="자유형 45"/>
            <p:cNvSpPr/>
            <p:nvPr/>
          </p:nvSpPr>
          <p:spPr>
            <a:xfrm>
              <a:off x="3501720" y="2670480"/>
              <a:ext cx="335880" cy="345960"/>
            </a:xfrm>
            <a:custGeom>
              <a:avLst/>
              <a:gdLst>
                <a:gd name="textAreaLeft" fmla="*/ 0 w 335880"/>
                <a:gd name="textAreaRight" fmla="*/ 336240 w 335880"/>
                <a:gd name="textAreaTop" fmla="*/ 0 h 345960"/>
                <a:gd name="textAreaBottom" fmla="*/ 346320 h 345960"/>
              </a:gdLst>
              <a:ahLst/>
              <a:rect l="textAreaLeft" t="textAreaTop" r="textAreaRight" b="textAreaBottom"/>
              <a:pathLst>
                <a:path w="375431" h="386695">
                  <a:moveTo>
                    <a:pt x="173373" y="0"/>
                  </a:moveTo>
                  <a:lnTo>
                    <a:pt x="251507" y="85969"/>
                  </a:lnTo>
                  <a:cubicBezTo>
                    <a:pt x="281039" y="121753"/>
                    <a:pt x="308886" y="158979"/>
                    <a:pt x="334927" y="197525"/>
                  </a:cubicBezTo>
                  <a:lnTo>
                    <a:pt x="375431" y="264196"/>
                  </a:lnTo>
                  <a:lnTo>
                    <a:pt x="163257" y="386695"/>
                  </a:lnTo>
                  <a:lnTo>
                    <a:pt x="131615" y="334611"/>
                  </a:lnTo>
                  <a:cubicBezTo>
                    <a:pt x="109980" y="302587"/>
                    <a:pt x="86845" y="271660"/>
                    <a:pt x="62309" y="241930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3" name="자유형 46"/>
            <p:cNvSpPr/>
            <p:nvPr/>
          </p:nvSpPr>
          <p:spPr>
            <a:xfrm>
              <a:off x="1478520" y="2941920"/>
              <a:ext cx="303120" cy="33192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31920"/>
                <a:gd name="textAreaBottom" fmla="*/ 332280 h 33192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126848" y="0"/>
                  </a:moveTo>
                  <a:lnTo>
                    <a:pt x="339022" y="122499"/>
                  </a:lnTo>
                  <a:lnTo>
                    <a:pt x="334104" y="130594"/>
                  </a:lnTo>
                  <a:cubicBezTo>
                    <a:pt x="297037" y="198828"/>
                    <a:pt x="266375" y="271047"/>
                    <a:pt x="242924" y="346442"/>
                  </a:cubicBezTo>
                  <a:lnTo>
                    <a:pt x="236608" y="371006"/>
                  </a:lnTo>
                  <a:lnTo>
                    <a:pt x="0" y="307607"/>
                  </a:lnTo>
                  <a:lnTo>
                    <a:pt x="8761" y="273532"/>
                  </a:lnTo>
                  <a:cubicBezTo>
                    <a:pt x="36988" y="182781"/>
                    <a:pt x="73895" y="95855"/>
                    <a:pt x="118511" y="13724"/>
                  </a:cubicBezTo>
                  <a:lnTo>
                    <a:pt x="126848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4" name="자유형 47"/>
            <p:cNvSpPr/>
            <p:nvPr/>
          </p:nvSpPr>
          <p:spPr>
            <a:xfrm>
              <a:off x="3669120" y="2941920"/>
              <a:ext cx="303120" cy="33192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31920"/>
                <a:gd name="textAreaBottom" fmla="*/ 332280 h 331920"/>
              </a:gdLst>
              <a:ahLst/>
              <a:rect l="textAreaLeft" t="textAreaTop" r="textAreaRight" b="textAreaBottom"/>
              <a:pathLst>
                <a:path w="339023" h="371005">
                  <a:moveTo>
                    <a:pt x="212174" y="0"/>
                  </a:moveTo>
                  <a:lnTo>
                    <a:pt x="220511" y="13723"/>
                  </a:lnTo>
                  <a:cubicBezTo>
                    <a:pt x="265128" y="95854"/>
                    <a:pt x="302034" y="182780"/>
                    <a:pt x="330261" y="273531"/>
                  </a:cubicBezTo>
                  <a:lnTo>
                    <a:pt x="339023" y="307606"/>
                  </a:lnTo>
                  <a:lnTo>
                    <a:pt x="102414" y="371005"/>
                  </a:lnTo>
                  <a:lnTo>
                    <a:pt x="96098" y="346441"/>
                  </a:lnTo>
                  <a:cubicBezTo>
                    <a:pt x="72648" y="271046"/>
                    <a:pt x="41985" y="198827"/>
                    <a:pt x="4918" y="130593"/>
                  </a:cubicBezTo>
                  <a:lnTo>
                    <a:pt x="0" y="122498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5" name="자유형 48"/>
            <p:cNvSpPr/>
            <p:nvPr/>
          </p:nvSpPr>
          <p:spPr>
            <a:xfrm>
              <a:off x="1429200" y="3257280"/>
              <a:ext cx="250920" cy="294840"/>
            </a:xfrm>
            <a:custGeom>
              <a:avLst/>
              <a:gdLst>
                <a:gd name="textAreaLeft" fmla="*/ 0 w 250920"/>
                <a:gd name="textAreaRight" fmla="*/ 251280 w 250920"/>
                <a:gd name="textAreaTop" fmla="*/ 0 h 294840"/>
                <a:gd name="textAreaBottom" fmla="*/ 295200 h 29484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43846" y="0"/>
                  </a:moveTo>
                  <a:lnTo>
                    <a:pt x="280455" y="63399"/>
                  </a:lnTo>
                  <a:lnTo>
                    <a:pt x="268490" y="109931"/>
                  </a:lnTo>
                  <a:cubicBezTo>
                    <a:pt x="260472" y="149117"/>
                    <a:pt x="254357" y="188996"/>
                    <a:pt x="250247" y="229468"/>
                  </a:cubicBezTo>
                  <a:lnTo>
                    <a:pt x="245186" y="329700"/>
                  </a:lnTo>
                  <a:lnTo>
                    <a:pt x="0" y="329700"/>
                  </a:lnTo>
                  <a:lnTo>
                    <a:pt x="6327" y="204399"/>
                  </a:lnTo>
                  <a:cubicBezTo>
                    <a:pt x="11274" y="155685"/>
                    <a:pt x="18634" y="107684"/>
                    <a:pt x="28285" y="60518"/>
                  </a:cubicBezTo>
                  <a:lnTo>
                    <a:pt x="43846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6" name="자유형 49"/>
            <p:cNvSpPr/>
            <p:nvPr/>
          </p:nvSpPr>
          <p:spPr>
            <a:xfrm>
              <a:off x="3771000" y="3257280"/>
              <a:ext cx="250920" cy="294840"/>
            </a:xfrm>
            <a:custGeom>
              <a:avLst/>
              <a:gdLst>
                <a:gd name="textAreaLeft" fmla="*/ 0 w 250920"/>
                <a:gd name="textAreaRight" fmla="*/ 251280 w 250920"/>
                <a:gd name="textAreaTop" fmla="*/ 0 h 294840"/>
                <a:gd name="textAreaBottom" fmla="*/ 295200 h 29484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236609" y="0"/>
                  </a:moveTo>
                  <a:lnTo>
                    <a:pt x="252169" y="60517"/>
                  </a:lnTo>
                  <a:cubicBezTo>
                    <a:pt x="261820" y="107683"/>
                    <a:pt x="269181" y="155684"/>
                    <a:pt x="274127" y="204398"/>
                  </a:cubicBezTo>
                  <a:lnTo>
                    <a:pt x="280455" y="329700"/>
                  </a:lnTo>
                  <a:lnTo>
                    <a:pt x="35269" y="329700"/>
                  </a:lnTo>
                  <a:lnTo>
                    <a:pt x="30207" y="229467"/>
                  </a:lnTo>
                  <a:cubicBezTo>
                    <a:pt x="26097" y="188995"/>
                    <a:pt x="19983" y="149116"/>
                    <a:pt x="11964" y="109930"/>
                  </a:cubicBezTo>
                  <a:lnTo>
                    <a:pt x="0" y="63399"/>
                  </a:lnTo>
                  <a:lnTo>
                    <a:pt x="23660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7" name="자유형 50"/>
            <p:cNvSpPr/>
            <p:nvPr/>
          </p:nvSpPr>
          <p:spPr>
            <a:xfrm>
              <a:off x="1429200" y="3593160"/>
              <a:ext cx="250920" cy="294840"/>
            </a:xfrm>
            <a:custGeom>
              <a:avLst/>
              <a:gdLst>
                <a:gd name="textAreaLeft" fmla="*/ 0 w 250920"/>
                <a:gd name="textAreaRight" fmla="*/ 251280 w 250920"/>
                <a:gd name="textAreaTop" fmla="*/ 0 h 294840"/>
                <a:gd name="textAreaBottom" fmla="*/ 295200 h 29484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0" y="0"/>
                  </a:moveTo>
                  <a:lnTo>
                    <a:pt x="245186" y="0"/>
                  </a:lnTo>
                  <a:lnTo>
                    <a:pt x="250247" y="100232"/>
                  </a:lnTo>
                  <a:cubicBezTo>
                    <a:pt x="254357" y="140704"/>
                    <a:pt x="260472" y="180584"/>
                    <a:pt x="268490" y="219769"/>
                  </a:cubicBezTo>
                  <a:lnTo>
                    <a:pt x="280455" y="266301"/>
                  </a:lnTo>
                  <a:lnTo>
                    <a:pt x="43846" y="329700"/>
                  </a:lnTo>
                  <a:lnTo>
                    <a:pt x="28285" y="269182"/>
                  </a:lnTo>
                  <a:cubicBezTo>
                    <a:pt x="18634" y="222016"/>
                    <a:pt x="11274" y="174016"/>
                    <a:pt x="6327" y="12530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8" name="자유형 51"/>
            <p:cNvSpPr/>
            <p:nvPr/>
          </p:nvSpPr>
          <p:spPr>
            <a:xfrm>
              <a:off x="3771000" y="3593160"/>
              <a:ext cx="250920" cy="294840"/>
            </a:xfrm>
            <a:custGeom>
              <a:avLst/>
              <a:gdLst>
                <a:gd name="textAreaLeft" fmla="*/ 0 w 250920"/>
                <a:gd name="textAreaRight" fmla="*/ 251280 w 250920"/>
                <a:gd name="textAreaTop" fmla="*/ 0 h 294840"/>
                <a:gd name="textAreaBottom" fmla="*/ 295200 h 29484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35269" y="0"/>
                  </a:moveTo>
                  <a:lnTo>
                    <a:pt x="280455" y="0"/>
                  </a:lnTo>
                  <a:lnTo>
                    <a:pt x="274127" y="125301"/>
                  </a:lnTo>
                  <a:cubicBezTo>
                    <a:pt x="269181" y="174016"/>
                    <a:pt x="261820" y="222016"/>
                    <a:pt x="252169" y="269182"/>
                  </a:cubicBezTo>
                  <a:lnTo>
                    <a:pt x="236609" y="329700"/>
                  </a:lnTo>
                  <a:lnTo>
                    <a:pt x="0" y="266300"/>
                  </a:lnTo>
                  <a:lnTo>
                    <a:pt x="11964" y="219769"/>
                  </a:lnTo>
                  <a:cubicBezTo>
                    <a:pt x="19983" y="180584"/>
                    <a:pt x="26097" y="140704"/>
                    <a:pt x="30207" y="100232"/>
                  </a:cubicBezTo>
                  <a:lnTo>
                    <a:pt x="3526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9" name="자유형 52"/>
            <p:cNvSpPr/>
            <p:nvPr/>
          </p:nvSpPr>
          <p:spPr>
            <a:xfrm>
              <a:off x="3669120" y="3871440"/>
              <a:ext cx="303120" cy="33192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31920"/>
                <a:gd name="textAreaBottom" fmla="*/ 332280 h 33192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102413" y="0"/>
                  </a:moveTo>
                  <a:lnTo>
                    <a:pt x="339022" y="63399"/>
                  </a:lnTo>
                  <a:lnTo>
                    <a:pt x="330260" y="97474"/>
                  </a:lnTo>
                  <a:cubicBezTo>
                    <a:pt x="302033" y="188225"/>
                    <a:pt x="265127" y="275152"/>
                    <a:pt x="220510" y="357282"/>
                  </a:cubicBezTo>
                  <a:lnTo>
                    <a:pt x="212173" y="371006"/>
                  </a:lnTo>
                  <a:lnTo>
                    <a:pt x="0" y="248507"/>
                  </a:lnTo>
                  <a:lnTo>
                    <a:pt x="4917" y="240412"/>
                  </a:lnTo>
                  <a:cubicBezTo>
                    <a:pt x="41984" y="172178"/>
                    <a:pt x="72647" y="99960"/>
                    <a:pt x="96097" y="24564"/>
                  </a:cubicBezTo>
                  <a:lnTo>
                    <a:pt x="10241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70" name="자유형 53"/>
            <p:cNvSpPr/>
            <p:nvPr/>
          </p:nvSpPr>
          <p:spPr>
            <a:xfrm>
              <a:off x="1478520" y="3871440"/>
              <a:ext cx="303120" cy="33192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31920"/>
                <a:gd name="textAreaBottom" fmla="*/ 332280 h 33192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236608" y="0"/>
                  </a:moveTo>
                  <a:lnTo>
                    <a:pt x="242924" y="24563"/>
                  </a:lnTo>
                  <a:cubicBezTo>
                    <a:pt x="266375" y="99959"/>
                    <a:pt x="297037" y="172177"/>
                    <a:pt x="334104" y="240411"/>
                  </a:cubicBezTo>
                  <a:lnTo>
                    <a:pt x="339022" y="248507"/>
                  </a:lnTo>
                  <a:lnTo>
                    <a:pt x="126849" y="371006"/>
                  </a:lnTo>
                  <a:lnTo>
                    <a:pt x="118511" y="357281"/>
                  </a:lnTo>
                  <a:cubicBezTo>
                    <a:pt x="73895" y="275151"/>
                    <a:pt x="36988" y="188224"/>
                    <a:pt x="8761" y="97473"/>
                  </a:cubicBezTo>
                  <a:lnTo>
                    <a:pt x="0" y="63399"/>
                  </a:lnTo>
                  <a:lnTo>
                    <a:pt x="23660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71" name="자유형 54"/>
            <p:cNvSpPr/>
            <p:nvPr/>
          </p:nvSpPr>
          <p:spPr>
            <a:xfrm>
              <a:off x="3501720" y="4128840"/>
              <a:ext cx="335880" cy="345960"/>
            </a:xfrm>
            <a:custGeom>
              <a:avLst/>
              <a:gdLst>
                <a:gd name="textAreaLeft" fmla="*/ 0 w 335880"/>
                <a:gd name="textAreaRight" fmla="*/ 336240 w 335880"/>
                <a:gd name="textAreaTop" fmla="*/ 0 h 345960"/>
                <a:gd name="textAreaBottom" fmla="*/ 346320 h 345960"/>
              </a:gdLst>
              <a:ahLst/>
              <a:rect l="textAreaLeft" t="textAreaTop" r="textAreaRight" b="textAreaBottom"/>
              <a:pathLst>
                <a:path w="375430" h="386695">
                  <a:moveTo>
                    <a:pt x="163257" y="0"/>
                  </a:moveTo>
                  <a:lnTo>
                    <a:pt x="375430" y="122498"/>
                  </a:lnTo>
                  <a:lnTo>
                    <a:pt x="334927" y="189169"/>
                  </a:lnTo>
                  <a:cubicBezTo>
                    <a:pt x="308886" y="227715"/>
                    <a:pt x="281039" y="264941"/>
                    <a:pt x="251507" y="300725"/>
                  </a:cubicBezTo>
                  <a:lnTo>
                    <a:pt x="173373" y="386695"/>
                  </a:lnTo>
                  <a:lnTo>
                    <a:pt x="0" y="213322"/>
                  </a:lnTo>
                  <a:lnTo>
                    <a:pt x="62309" y="144764"/>
                  </a:lnTo>
                  <a:cubicBezTo>
                    <a:pt x="86845" y="115035"/>
                    <a:pt x="109980" y="84108"/>
                    <a:pt x="131615" y="52083"/>
                  </a:cubicBezTo>
                  <a:lnTo>
                    <a:pt x="163257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72" name="자유형 55"/>
            <p:cNvSpPr/>
            <p:nvPr/>
          </p:nvSpPr>
          <p:spPr>
            <a:xfrm>
              <a:off x="1613520" y="4128840"/>
              <a:ext cx="335880" cy="345960"/>
            </a:xfrm>
            <a:custGeom>
              <a:avLst/>
              <a:gdLst>
                <a:gd name="textAreaLeft" fmla="*/ 0 w 335880"/>
                <a:gd name="textAreaRight" fmla="*/ 336240 w 335880"/>
                <a:gd name="textAreaTop" fmla="*/ 0 h 345960"/>
                <a:gd name="textAreaBottom" fmla="*/ 346320 h 345960"/>
              </a:gdLst>
              <a:ahLst/>
              <a:rect l="textAreaLeft" t="textAreaTop" r="textAreaRight" b="textAreaBottom"/>
              <a:pathLst>
                <a:path w="375431" h="386696">
                  <a:moveTo>
                    <a:pt x="212174" y="0"/>
                  </a:moveTo>
                  <a:lnTo>
                    <a:pt x="243815" y="52083"/>
                  </a:lnTo>
                  <a:cubicBezTo>
                    <a:pt x="265450" y="84108"/>
                    <a:pt x="288586" y="115035"/>
                    <a:pt x="313121" y="144764"/>
                  </a:cubicBezTo>
                  <a:lnTo>
                    <a:pt x="375431" y="213323"/>
                  </a:lnTo>
                  <a:lnTo>
                    <a:pt x="202058" y="386696"/>
                  </a:lnTo>
                  <a:lnTo>
                    <a:pt x="123923" y="300725"/>
                  </a:lnTo>
                  <a:cubicBezTo>
                    <a:pt x="94392" y="264941"/>
                    <a:pt x="66545" y="227715"/>
                    <a:pt x="40503" y="189169"/>
                  </a:cubicBezTo>
                  <a:lnTo>
                    <a:pt x="0" y="122499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73" name="자유형 56"/>
            <p:cNvSpPr/>
            <p:nvPr/>
          </p:nvSpPr>
          <p:spPr>
            <a:xfrm>
              <a:off x="3281760" y="4348800"/>
              <a:ext cx="345960" cy="335880"/>
            </a:xfrm>
            <a:custGeom>
              <a:avLst/>
              <a:gdLst>
                <a:gd name="textAreaLeft" fmla="*/ 0 w 345960"/>
                <a:gd name="textAreaRight" fmla="*/ 346320 w 3459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86694" h="375431">
                  <a:moveTo>
                    <a:pt x="213322" y="0"/>
                  </a:moveTo>
                  <a:lnTo>
                    <a:pt x="386694" y="173373"/>
                  </a:lnTo>
                  <a:lnTo>
                    <a:pt x="300724" y="251508"/>
                  </a:lnTo>
                  <a:cubicBezTo>
                    <a:pt x="264940" y="281040"/>
                    <a:pt x="227714" y="308887"/>
                    <a:pt x="189168" y="334928"/>
                  </a:cubicBezTo>
                  <a:lnTo>
                    <a:pt x="122498" y="375431"/>
                  </a:lnTo>
                  <a:lnTo>
                    <a:pt x="0" y="163257"/>
                  </a:lnTo>
                  <a:lnTo>
                    <a:pt x="52082" y="131616"/>
                  </a:lnTo>
                  <a:cubicBezTo>
                    <a:pt x="84107" y="109981"/>
                    <a:pt x="115034" y="86845"/>
                    <a:pt x="144763" y="62310"/>
                  </a:cubicBezTo>
                  <a:lnTo>
                    <a:pt x="213322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74" name="자유형 57"/>
            <p:cNvSpPr/>
            <p:nvPr/>
          </p:nvSpPr>
          <p:spPr>
            <a:xfrm>
              <a:off x="1823400" y="4348800"/>
              <a:ext cx="345960" cy="335880"/>
            </a:xfrm>
            <a:custGeom>
              <a:avLst/>
              <a:gdLst>
                <a:gd name="textAreaLeft" fmla="*/ 0 w 345960"/>
                <a:gd name="textAreaRight" fmla="*/ 346320 w 3459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86695" h="375431">
                  <a:moveTo>
                    <a:pt x="173373" y="0"/>
                  </a:moveTo>
                  <a:lnTo>
                    <a:pt x="241930" y="62309"/>
                  </a:lnTo>
                  <a:cubicBezTo>
                    <a:pt x="271660" y="86844"/>
                    <a:pt x="302587" y="109980"/>
                    <a:pt x="334611" y="131615"/>
                  </a:cubicBezTo>
                  <a:lnTo>
                    <a:pt x="386695" y="163257"/>
                  </a:lnTo>
                  <a:lnTo>
                    <a:pt x="264196" y="375431"/>
                  </a:lnTo>
                  <a:lnTo>
                    <a:pt x="197525" y="334927"/>
                  </a:lnTo>
                  <a:cubicBezTo>
                    <a:pt x="158979" y="308886"/>
                    <a:pt x="121753" y="281039"/>
                    <a:pt x="85969" y="251507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75" name="자유형 58"/>
            <p:cNvSpPr/>
            <p:nvPr/>
          </p:nvSpPr>
          <p:spPr>
            <a:xfrm>
              <a:off x="3024360" y="4516200"/>
              <a:ext cx="331920" cy="303120"/>
            </a:xfrm>
            <a:custGeom>
              <a:avLst/>
              <a:gdLst>
                <a:gd name="textAreaLeft" fmla="*/ 0 w 331920"/>
                <a:gd name="textAreaRight" fmla="*/ 332280 w 331920"/>
                <a:gd name="textAreaTop" fmla="*/ 0 h 303120"/>
                <a:gd name="textAreaBottom" fmla="*/ 303480 h 303120"/>
              </a:gdLst>
              <a:ahLst/>
              <a:rect l="textAreaLeft" t="textAreaTop" r="textAreaRight" b="textAreaBottom"/>
              <a:pathLst>
                <a:path w="371005" h="339023">
                  <a:moveTo>
                    <a:pt x="248506" y="0"/>
                  </a:moveTo>
                  <a:lnTo>
                    <a:pt x="371005" y="212174"/>
                  </a:lnTo>
                  <a:lnTo>
                    <a:pt x="357281" y="220511"/>
                  </a:lnTo>
                  <a:cubicBezTo>
                    <a:pt x="275151" y="265128"/>
                    <a:pt x="188224" y="302034"/>
                    <a:pt x="97473" y="330261"/>
                  </a:cubicBezTo>
                  <a:lnTo>
                    <a:pt x="63399" y="339023"/>
                  </a:lnTo>
                  <a:lnTo>
                    <a:pt x="0" y="102414"/>
                  </a:lnTo>
                  <a:lnTo>
                    <a:pt x="24563" y="96098"/>
                  </a:lnTo>
                  <a:cubicBezTo>
                    <a:pt x="99959" y="72648"/>
                    <a:pt x="172177" y="41985"/>
                    <a:pt x="240411" y="4918"/>
                  </a:cubicBezTo>
                  <a:lnTo>
                    <a:pt x="248506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76" name="자유형 59"/>
            <p:cNvSpPr/>
            <p:nvPr/>
          </p:nvSpPr>
          <p:spPr>
            <a:xfrm>
              <a:off x="2094840" y="4516200"/>
              <a:ext cx="331920" cy="303120"/>
            </a:xfrm>
            <a:custGeom>
              <a:avLst/>
              <a:gdLst>
                <a:gd name="textAreaLeft" fmla="*/ 0 w 331920"/>
                <a:gd name="textAreaRight" fmla="*/ 332280 w 331920"/>
                <a:gd name="textAreaTop" fmla="*/ 0 h 303120"/>
                <a:gd name="textAreaBottom" fmla="*/ 303480 h 303120"/>
              </a:gdLst>
              <a:ahLst/>
              <a:rect l="textAreaLeft" t="textAreaTop" r="textAreaRight" b="textAreaBottom"/>
              <a:pathLst>
                <a:path w="371006" h="339023">
                  <a:moveTo>
                    <a:pt x="122498" y="0"/>
                  </a:moveTo>
                  <a:lnTo>
                    <a:pt x="130593" y="4918"/>
                  </a:lnTo>
                  <a:cubicBezTo>
                    <a:pt x="198827" y="41985"/>
                    <a:pt x="271046" y="72648"/>
                    <a:pt x="346441" y="96098"/>
                  </a:cubicBezTo>
                  <a:lnTo>
                    <a:pt x="371006" y="102414"/>
                  </a:lnTo>
                  <a:lnTo>
                    <a:pt x="307607" y="339023"/>
                  </a:lnTo>
                  <a:lnTo>
                    <a:pt x="273531" y="330261"/>
                  </a:lnTo>
                  <a:cubicBezTo>
                    <a:pt x="182780" y="302034"/>
                    <a:pt x="95854" y="265128"/>
                    <a:pt x="13723" y="220511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77" name="자유형 60"/>
            <p:cNvSpPr/>
            <p:nvPr/>
          </p:nvSpPr>
          <p:spPr>
            <a:xfrm>
              <a:off x="2746080" y="4618080"/>
              <a:ext cx="294840" cy="250920"/>
            </a:xfrm>
            <a:custGeom>
              <a:avLst/>
              <a:gdLst>
                <a:gd name="textAreaLeft" fmla="*/ 0 w 294840"/>
                <a:gd name="textAreaRight" fmla="*/ 295200 w 294840"/>
                <a:gd name="textAreaTop" fmla="*/ 0 h 250920"/>
                <a:gd name="textAreaBottom" fmla="*/ 251280 h 25092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266301" y="0"/>
                  </a:moveTo>
                  <a:lnTo>
                    <a:pt x="329700" y="236609"/>
                  </a:lnTo>
                  <a:lnTo>
                    <a:pt x="269182" y="252169"/>
                  </a:lnTo>
                  <a:cubicBezTo>
                    <a:pt x="222016" y="261820"/>
                    <a:pt x="174016" y="269181"/>
                    <a:pt x="125301" y="274127"/>
                  </a:cubicBezTo>
                  <a:lnTo>
                    <a:pt x="0" y="280455"/>
                  </a:lnTo>
                  <a:lnTo>
                    <a:pt x="0" y="35269"/>
                  </a:lnTo>
                  <a:lnTo>
                    <a:pt x="100232" y="30207"/>
                  </a:lnTo>
                  <a:cubicBezTo>
                    <a:pt x="140704" y="26097"/>
                    <a:pt x="180584" y="19983"/>
                    <a:pt x="219769" y="11964"/>
                  </a:cubicBezTo>
                  <a:lnTo>
                    <a:pt x="266301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78" name="자유형 61"/>
            <p:cNvSpPr/>
            <p:nvPr/>
          </p:nvSpPr>
          <p:spPr>
            <a:xfrm>
              <a:off x="2410200" y="4618080"/>
              <a:ext cx="294840" cy="250920"/>
            </a:xfrm>
            <a:custGeom>
              <a:avLst/>
              <a:gdLst>
                <a:gd name="textAreaLeft" fmla="*/ 0 w 294840"/>
                <a:gd name="textAreaRight" fmla="*/ 295200 w 294840"/>
                <a:gd name="textAreaTop" fmla="*/ 0 h 250920"/>
                <a:gd name="textAreaBottom" fmla="*/ 251280 h 25092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63399" y="0"/>
                  </a:moveTo>
                  <a:lnTo>
                    <a:pt x="109930" y="11964"/>
                  </a:lnTo>
                  <a:cubicBezTo>
                    <a:pt x="149116" y="19983"/>
                    <a:pt x="188995" y="26097"/>
                    <a:pt x="229467" y="30207"/>
                  </a:cubicBezTo>
                  <a:lnTo>
                    <a:pt x="329700" y="35269"/>
                  </a:lnTo>
                  <a:lnTo>
                    <a:pt x="329700" y="280455"/>
                  </a:lnTo>
                  <a:lnTo>
                    <a:pt x="204398" y="274127"/>
                  </a:lnTo>
                  <a:cubicBezTo>
                    <a:pt x="155684" y="269181"/>
                    <a:pt x="107683" y="261820"/>
                    <a:pt x="60517" y="252169"/>
                  </a:cubicBezTo>
                  <a:lnTo>
                    <a:pt x="0" y="236609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79" name="TextBox 62"/>
            <p:cNvSpPr/>
            <p:nvPr/>
          </p:nvSpPr>
          <p:spPr>
            <a:xfrm>
              <a:off x="1958400" y="3099960"/>
              <a:ext cx="1534320" cy="91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5400" spc="-1" strike="noStrike">
                  <a:solidFill>
                    <a:srgbClr val="002452"/>
                  </a:solidFill>
                  <a:latin typeface="본고딕 Bold"/>
                  <a:ea typeface="본고딕 Bold"/>
                </a:rPr>
                <a:t>25%</a:t>
              </a:r>
              <a:endParaRPr b="0" lang="en-US" sz="5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2380" name="그룹 64"/>
          <p:cNvGrpSpPr/>
          <p:nvPr/>
        </p:nvGrpSpPr>
        <p:grpSpPr>
          <a:xfrm>
            <a:off x="5662440" y="2276280"/>
            <a:ext cx="2593080" cy="2592720"/>
            <a:chOff x="5662440" y="2276280"/>
            <a:chExt cx="2593080" cy="2592720"/>
          </a:xfrm>
        </p:grpSpPr>
        <p:sp>
          <p:nvSpPr>
            <p:cNvPr id="2381" name="자유형 65"/>
            <p:cNvSpPr/>
            <p:nvPr/>
          </p:nvSpPr>
          <p:spPr>
            <a:xfrm>
              <a:off x="6643440" y="2276280"/>
              <a:ext cx="294840" cy="250920"/>
            </a:xfrm>
            <a:custGeom>
              <a:avLst/>
              <a:gdLst>
                <a:gd name="textAreaLeft" fmla="*/ 0 w 294840"/>
                <a:gd name="textAreaRight" fmla="*/ 295200 w 294840"/>
                <a:gd name="textAreaTop" fmla="*/ 0 h 250920"/>
                <a:gd name="textAreaBottom" fmla="*/ 251280 h 25092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329700" y="0"/>
                  </a:moveTo>
                  <a:lnTo>
                    <a:pt x="329700" y="245186"/>
                  </a:lnTo>
                  <a:lnTo>
                    <a:pt x="229467" y="250248"/>
                  </a:lnTo>
                  <a:cubicBezTo>
                    <a:pt x="188995" y="254358"/>
                    <a:pt x="149116" y="260473"/>
                    <a:pt x="109930" y="268491"/>
                  </a:cubicBezTo>
                  <a:lnTo>
                    <a:pt x="63399" y="280455"/>
                  </a:lnTo>
                  <a:lnTo>
                    <a:pt x="0" y="43847"/>
                  </a:lnTo>
                  <a:lnTo>
                    <a:pt x="60517" y="28286"/>
                  </a:lnTo>
                  <a:cubicBezTo>
                    <a:pt x="107683" y="18635"/>
                    <a:pt x="155684" y="11275"/>
                    <a:pt x="204398" y="6328"/>
                  </a:cubicBezTo>
                  <a:lnTo>
                    <a:pt x="329700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82" name="자유형 66"/>
            <p:cNvSpPr/>
            <p:nvPr/>
          </p:nvSpPr>
          <p:spPr>
            <a:xfrm>
              <a:off x="6979680" y="2276280"/>
              <a:ext cx="294840" cy="250920"/>
            </a:xfrm>
            <a:custGeom>
              <a:avLst/>
              <a:gdLst>
                <a:gd name="textAreaLeft" fmla="*/ 0 w 294840"/>
                <a:gd name="textAreaRight" fmla="*/ 295200 w 294840"/>
                <a:gd name="textAreaTop" fmla="*/ 0 h 250920"/>
                <a:gd name="textAreaBottom" fmla="*/ 251280 h 25092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0" y="0"/>
                  </a:moveTo>
                  <a:lnTo>
                    <a:pt x="125301" y="6328"/>
                  </a:lnTo>
                  <a:cubicBezTo>
                    <a:pt x="174016" y="11275"/>
                    <a:pt x="222016" y="18635"/>
                    <a:pt x="269182" y="28286"/>
                  </a:cubicBezTo>
                  <a:lnTo>
                    <a:pt x="329700" y="43847"/>
                  </a:lnTo>
                  <a:lnTo>
                    <a:pt x="266301" y="280455"/>
                  </a:lnTo>
                  <a:lnTo>
                    <a:pt x="219769" y="268491"/>
                  </a:lnTo>
                  <a:cubicBezTo>
                    <a:pt x="180584" y="260473"/>
                    <a:pt x="140704" y="254358"/>
                    <a:pt x="100232" y="250248"/>
                  </a:cubicBezTo>
                  <a:lnTo>
                    <a:pt x="0" y="245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83" name="자유형 67"/>
            <p:cNvSpPr/>
            <p:nvPr/>
          </p:nvSpPr>
          <p:spPr>
            <a:xfrm>
              <a:off x="6328080" y="2325600"/>
              <a:ext cx="331920" cy="303120"/>
            </a:xfrm>
            <a:custGeom>
              <a:avLst/>
              <a:gdLst>
                <a:gd name="textAreaLeft" fmla="*/ 0 w 331920"/>
                <a:gd name="textAreaRight" fmla="*/ 332280 w 331920"/>
                <a:gd name="textAreaTop" fmla="*/ 0 h 303120"/>
                <a:gd name="textAreaBottom" fmla="*/ 303480 h 303120"/>
              </a:gdLst>
              <a:ahLst/>
              <a:rect l="textAreaLeft" t="textAreaTop" r="textAreaRight" b="textAreaBottom"/>
              <a:pathLst>
                <a:path w="371006" h="339023">
                  <a:moveTo>
                    <a:pt x="307606" y="0"/>
                  </a:moveTo>
                  <a:lnTo>
                    <a:pt x="371006" y="236609"/>
                  </a:lnTo>
                  <a:lnTo>
                    <a:pt x="346441" y="242925"/>
                  </a:lnTo>
                  <a:cubicBezTo>
                    <a:pt x="271046" y="266376"/>
                    <a:pt x="198827" y="297038"/>
                    <a:pt x="130593" y="334105"/>
                  </a:cubicBezTo>
                  <a:lnTo>
                    <a:pt x="122498" y="339023"/>
                  </a:lnTo>
                  <a:lnTo>
                    <a:pt x="0" y="126849"/>
                  </a:lnTo>
                  <a:lnTo>
                    <a:pt x="13723" y="118512"/>
                  </a:lnTo>
                  <a:cubicBezTo>
                    <a:pt x="95854" y="73896"/>
                    <a:pt x="182780" y="36989"/>
                    <a:pt x="273531" y="8762"/>
                  </a:cubicBezTo>
                  <a:lnTo>
                    <a:pt x="307606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84" name="자유형 68"/>
            <p:cNvSpPr/>
            <p:nvPr/>
          </p:nvSpPr>
          <p:spPr>
            <a:xfrm>
              <a:off x="7257600" y="2325600"/>
              <a:ext cx="331920" cy="303120"/>
            </a:xfrm>
            <a:custGeom>
              <a:avLst/>
              <a:gdLst>
                <a:gd name="textAreaLeft" fmla="*/ 0 w 331920"/>
                <a:gd name="textAreaRight" fmla="*/ 332280 w 331920"/>
                <a:gd name="textAreaTop" fmla="*/ 0 h 303120"/>
                <a:gd name="textAreaBottom" fmla="*/ 303480 h 303120"/>
              </a:gdLst>
              <a:ahLst/>
              <a:rect l="textAreaLeft" t="textAreaTop" r="textAreaRight" b="textAreaBottom"/>
              <a:pathLst>
                <a:path w="371005" h="339022">
                  <a:moveTo>
                    <a:pt x="63399" y="0"/>
                  </a:moveTo>
                  <a:lnTo>
                    <a:pt x="97473" y="8761"/>
                  </a:lnTo>
                  <a:cubicBezTo>
                    <a:pt x="188224" y="36988"/>
                    <a:pt x="275151" y="73895"/>
                    <a:pt x="357281" y="118511"/>
                  </a:cubicBezTo>
                  <a:lnTo>
                    <a:pt x="371005" y="126849"/>
                  </a:lnTo>
                  <a:lnTo>
                    <a:pt x="248507" y="339022"/>
                  </a:lnTo>
                  <a:lnTo>
                    <a:pt x="240411" y="334104"/>
                  </a:lnTo>
                  <a:cubicBezTo>
                    <a:pt x="172177" y="297037"/>
                    <a:pt x="99959" y="266375"/>
                    <a:pt x="24563" y="242924"/>
                  </a:cubicBezTo>
                  <a:lnTo>
                    <a:pt x="0" y="236608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85" name="자유형 69"/>
            <p:cNvSpPr/>
            <p:nvPr/>
          </p:nvSpPr>
          <p:spPr>
            <a:xfrm>
              <a:off x="6056640" y="2460600"/>
              <a:ext cx="345960" cy="335880"/>
            </a:xfrm>
            <a:custGeom>
              <a:avLst/>
              <a:gdLst>
                <a:gd name="textAreaLeft" fmla="*/ 0 w 345960"/>
                <a:gd name="textAreaRight" fmla="*/ 346320 w 3459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86696" h="375431">
                  <a:moveTo>
                    <a:pt x="264197" y="0"/>
                  </a:moveTo>
                  <a:lnTo>
                    <a:pt x="386696" y="212173"/>
                  </a:lnTo>
                  <a:lnTo>
                    <a:pt x="334612" y="243815"/>
                  </a:lnTo>
                  <a:cubicBezTo>
                    <a:pt x="302588" y="265450"/>
                    <a:pt x="271661" y="288586"/>
                    <a:pt x="241931" y="313121"/>
                  </a:cubicBezTo>
                  <a:lnTo>
                    <a:pt x="173373" y="375431"/>
                  </a:lnTo>
                  <a:lnTo>
                    <a:pt x="0" y="202058"/>
                  </a:lnTo>
                  <a:lnTo>
                    <a:pt x="85970" y="123923"/>
                  </a:lnTo>
                  <a:cubicBezTo>
                    <a:pt x="121754" y="94392"/>
                    <a:pt x="158980" y="66545"/>
                    <a:pt x="197526" y="40503"/>
                  </a:cubicBezTo>
                  <a:lnTo>
                    <a:pt x="264197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86" name="자유형 70"/>
            <p:cNvSpPr/>
            <p:nvPr/>
          </p:nvSpPr>
          <p:spPr>
            <a:xfrm>
              <a:off x="7515000" y="2460600"/>
              <a:ext cx="345960" cy="335880"/>
            </a:xfrm>
            <a:custGeom>
              <a:avLst/>
              <a:gdLst>
                <a:gd name="textAreaLeft" fmla="*/ 0 w 345960"/>
                <a:gd name="textAreaRight" fmla="*/ 346320 w 3459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86695" h="375431">
                  <a:moveTo>
                    <a:pt x="122498" y="0"/>
                  </a:moveTo>
                  <a:lnTo>
                    <a:pt x="189168" y="40503"/>
                  </a:lnTo>
                  <a:cubicBezTo>
                    <a:pt x="227714" y="66545"/>
                    <a:pt x="264940" y="94392"/>
                    <a:pt x="300724" y="123923"/>
                  </a:cubicBezTo>
                  <a:lnTo>
                    <a:pt x="386695" y="202058"/>
                  </a:lnTo>
                  <a:lnTo>
                    <a:pt x="213322" y="375431"/>
                  </a:lnTo>
                  <a:lnTo>
                    <a:pt x="144763" y="313121"/>
                  </a:lnTo>
                  <a:cubicBezTo>
                    <a:pt x="115034" y="288586"/>
                    <a:pt x="84107" y="265450"/>
                    <a:pt x="52082" y="243815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87" name="자유형 71"/>
            <p:cNvSpPr/>
            <p:nvPr/>
          </p:nvSpPr>
          <p:spPr>
            <a:xfrm>
              <a:off x="5846760" y="2670480"/>
              <a:ext cx="335880" cy="345960"/>
            </a:xfrm>
            <a:custGeom>
              <a:avLst/>
              <a:gdLst>
                <a:gd name="textAreaLeft" fmla="*/ 0 w 335880"/>
                <a:gd name="textAreaRight" fmla="*/ 336240 w 335880"/>
                <a:gd name="textAreaTop" fmla="*/ 0 h 345960"/>
                <a:gd name="textAreaBottom" fmla="*/ 346320 h 345960"/>
              </a:gdLst>
              <a:ahLst/>
              <a:rect l="textAreaLeft" t="textAreaTop" r="textAreaRight" b="textAreaBottom"/>
              <a:pathLst>
                <a:path w="375431" h="386696">
                  <a:moveTo>
                    <a:pt x="202058" y="0"/>
                  </a:moveTo>
                  <a:lnTo>
                    <a:pt x="375431" y="173373"/>
                  </a:lnTo>
                  <a:lnTo>
                    <a:pt x="313121" y="241931"/>
                  </a:lnTo>
                  <a:cubicBezTo>
                    <a:pt x="288586" y="271661"/>
                    <a:pt x="265450" y="302588"/>
                    <a:pt x="243815" y="334612"/>
                  </a:cubicBezTo>
                  <a:lnTo>
                    <a:pt x="212174" y="386696"/>
                  </a:lnTo>
                  <a:lnTo>
                    <a:pt x="0" y="264197"/>
                  </a:lnTo>
                  <a:lnTo>
                    <a:pt x="40503" y="197526"/>
                  </a:lnTo>
                  <a:cubicBezTo>
                    <a:pt x="66545" y="158980"/>
                    <a:pt x="94392" y="121754"/>
                    <a:pt x="123923" y="85970"/>
                  </a:cubicBezTo>
                  <a:lnTo>
                    <a:pt x="202058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88" name="자유형 72"/>
            <p:cNvSpPr/>
            <p:nvPr/>
          </p:nvSpPr>
          <p:spPr>
            <a:xfrm>
              <a:off x="7735320" y="2670480"/>
              <a:ext cx="335880" cy="345960"/>
            </a:xfrm>
            <a:custGeom>
              <a:avLst/>
              <a:gdLst>
                <a:gd name="textAreaLeft" fmla="*/ 0 w 335880"/>
                <a:gd name="textAreaRight" fmla="*/ 336240 w 335880"/>
                <a:gd name="textAreaTop" fmla="*/ 0 h 345960"/>
                <a:gd name="textAreaBottom" fmla="*/ 346320 h 345960"/>
              </a:gdLst>
              <a:ahLst/>
              <a:rect l="textAreaLeft" t="textAreaTop" r="textAreaRight" b="textAreaBottom"/>
              <a:pathLst>
                <a:path w="375431" h="386695">
                  <a:moveTo>
                    <a:pt x="173373" y="0"/>
                  </a:moveTo>
                  <a:lnTo>
                    <a:pt x="251507" y="85969"/>
                  </a:lnTo>
                  <a:cubicBezTo>
                    <a:pt x="281039" y="121753"/>
                    <a:pt x="308886" y="158979"/>
                    <a:pt x="334927" y="197525"/>
                  </a:cubicBezTo>
                  <a:lnTo>
                    <a:pt x="375431" y="264196"/>
                  </a:lnTo>
                  <a:lnTo>
                    <a:pt x="163257" y="386695"/>
                  </a:lnTo>
                  <a:lnTo>
                    <a:pt x="131615" y="334611"/>
                  </a:lnTo>
                  <a:cubicBezTo>
                    <a:pt x="109980" y="302587"/>
                    <a:pt x="86845" y="271660"/>
                    <a:pt x="62309" y="241930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89" name="자유형 73"/>
            <p:cNvSpPr/>
            <p:nvPr/>
          </p:nvSpPr>
          <p:spPr>
            <a:xfrm>
              <a:off x="5712120" y="2941920"/>
              <a:ext cx="303120" cy="33192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31920"/>
                <a:gd name="textAreaBottom" fmla="*/ 332280 h 33192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126848" y="0"/>
                  </a:moveTo>
                  <a:lnTo>
                    <a:pt x="339022" y="122499"/>
                  </a:lnTo>
                  <a:lnTo>
                    <a:pt x="334104" y="130594"/>
                  </a:lnTo>
                  <a:cubicBezTo>
                    <a:pt x="297037" y="198828"/>
                    <a:pt x="266375" y="271047"/>
                    <a:pt x="242924" y="346442"/>
                  </a:cubicBezTo>
                  <a:lnTo>
                    <a:pt x="236608" y="371006"/>
                  </a:lnTo>
                  <a:lnTo>
                    <a:pt x="0" y="307607"/>
                  </a:lnTo>
                  <a:lnTo>
                    <a:pt x="8761" y="273532"/>
                  </a:lnTo>
                  <a:cubicBezTo>
                    <a:pt x="36988" y="182781"/>
                    <a:pt x="73895" y="95855"/>
                    <a:pt x="118511" y="13724"/>
                  </a:cubicBezTo>
                  <a:lnTo>
                    <a:pt x="126848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90" name="자유형 74"/>
            <p:cNvSpPr/>
            <p:nvPr/>
          </p:nvSpPr>
          <p:spPr>
            <a:xfrm>
              <a:off x="7902720" y="2941920"/>
              <a:ext cx="303120" cy="33192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31920"/>
                <a:gd name="textAreaBottom" fmla="*/ 332280 h 331920"/>
              </a:gdLst>
              <a:ahLst/>
              <a:rect l="textAreaLeft" t="textAreaTop" r="textAreaRight" b="textAreaBottom"/>
              <a:pathLst>
                <a:path w="339023" h="371005">
                  <a:moveTo>
                    <a:pt x="212174" y="0"/>
                  </a:moveTo>
                  <a:lnTo>
                    <a:pt x="220511" y="13723"/>
                  </a:lnTo>
                  <a:cubicBezTo>
                    <a:pt x="265128" y="95854"/>
                    <a:pt x="302034" y="182780"/>
                    <a:pt x="330261" y="273531"/>
                  </a:cubicBezTo>
                  <a:lnTo>
                    <a:pt x="339023" y="307606"/>
                  </a:lnTo>
                  <a:lnTo>
                    <a:pt x="102414" y="371005"/>
                  </a:lnTo>
                  <a:lnTo>
                    <a:pt x="96098" y="346441"/>
                  </a:lnTo>
                  <a:cubicBezTo>
                    <a:pt x="72648" y="271046"/>
                    <a:pt x="41985" y="198827"/>
                    <a:pt x="4918" y="130593"/>
                  </a:cubicBezTo>
                  <a:lnTo>
                    <a:pt x="0" y="122498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91" name="자유형 75"/>
            <p:cNvSpPr/>
            <p:nvPr/>
          </p:nvSpPr>
          <p:spPr>
            <a:xfrm>
              <a:off x="5662440" y="3257280"/>
              <a:ext cx="250920" cy="294840"/>
            </a:xfrm>
            <a:custGeom>
              <a:avLst/>
              <a:gdLst>
                <a:gd name="textAreaLeft" fmla="*/ 0 w 250920"/>
                <a:gd name="textAreaRight" fmla="*/ 251280 w 250920"/>
                <a:gd name="textAreaTop" fmla="*/ 0 h 294840"/>
                <a:gd name="textAreaBottom" fmla="*/ 295200 h 29484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43846" y="0"/>
                  </a:moveTo>
                  <a:lnTo>
                    <a:pt x="280455" y="63399"/>
                  </a:lnTo>
                  <a:lnTo>
                    <a:pt x="268490" y="109931"/>
                  </a:lnTo>
                  <a:cubicBezTo>
                    <a:pt x="260472" y="149117"/>
                    <a:pt x="254357" y="188996"/>
                    <a:pt x="250247" y="229468"/>
                  </a:cubicBezTo>
                  <a:lnTo>
                    <a:pt x="245186" y="329700"/>
                  </a:lnTo>
                  <a:lnTo>
                    <a:pt x="0" y="329700"/>
                  </a:lnTo>
                  <a:lnTo>
                    <a:pt x="6327" y="204399"/>
                  </a:lnTo>
                  <a:cubicBezTo>
                    <a:pt x="11274" y="155685"/>
                    <a:pt x="18634" y="107684"/>
                    <a:pt x="28285" y="60518"/>
                  </a:cubicBezTo>
                  <a:lnTo>
                    <a:pt x="43846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92" name="자유형 76"/>
            <p:cNvSpPr/>
            <p:nvPr/>
          </p:nvSpPr>
          <p:spPr>
            <a:xfrm>
              <a:off x="8004600" y="3257280"/>
              <a:ext cx="250920" cy="294840"/>
            </a:xfrm>
            <a:custGeom>
              <a:avLst/>
              <a:gdLst>
                <a:gd name="textAreaLeft" fmla="*/ 0 w 250920"/>
                <a:gd name="textAreaRight" fmla="*/ 251280 w 250920"/>
                <a:gd name="textAreaTop" fmla="*/ 0 h 294840"/>
                <a:gd name="textAreaBottom" fmla="*/ 295200 h 29484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236609" y="0"/>
                  </a:moveTo>
                  <a:lnTo>
                    <a:pt x="252169" y="60517"/>
                  </a:lnTo>
                  <a:cubicBezTo>
                    <a:pt x="261820" y="107683"/>
                    <a:pt x="269181" y="155684"/>
                    <a:pt x="274127" y="204398"/>
                  </a:cubicBezTo>
                  <a:lnTo>
                    <a:pt x="280455" y="329700"/>
                  </a:lnTo>
                  <a:lnTo>
                    <a:pt x="35269" y="329700"/>
                  </a:lnTo>
                  <a:lnTo>
                    <a:pt x="30207" y="229467"/>
                  </a:lnTo>
                  <a:cubicBezTo>
                    <a:pt x="26097" y="188995"/>
                    <a:pt x="19983" y="149116"/>
                    <a:pt x="11964" y="109930"/>
                  </a:cubicBezTo>
                  <a:lnTo>
                    <a:pt x="0" y="63399"/>
                  </a:lnTo>
                  <a:lnTo>
                    <a:pt x="23660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93" name="자유형 77"/>
            <p:cNvSpPr/>
            <p:nvPr/>
          </p:nvSpPr>
          <p:spPr>
            <a:xfrm>
              <a:off x="5662440" y="3593160"/>
              <a:ext cx="250920" cy="294840"/>
            </a:xfrm>
            <a:custGeom>
              <a:avLst/>
              <a:gdLst>
                <a:gd name="textAreaLeft" fmla="*/ 0 w 250920"/>
                <a:gd name="textAreaRight" fmla="*/ 251280 w 250920"/>
                <a:gd name="textAreaTop" fmla="*/ 0 h 294840"/>
                <a:gd name="textAreaBottom" fmla="*/ 295200 h 29484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0" y="0"/>
                  </a:moveTo>
                  <a:lnTo>
                    <a:pt x="245186" y="0"/>
                  </a:lnTo>
                  <a:lnTo>
                    <a:pt x="250247" y="100232"/>
                  </a:lnTo>
                  <a:cubicBezTo>
                    <a:pt x="254357" y="140704"/>
                    <a:pt x="260472" y="180584"/>
                    <a:pt x="268490" y="219769"/>
                  </a:cubicBezTo>
                  <a:lnTo>
                    <a:pt x="280455" y="266301"/>
                  </a:lnTo>
                  <a:lnTo>
                    <a:pt x="43846" y="329700"/>
                  </a:lnTo>
                  <a:lnTo>
                    <a:pt x="28285" y="269182"/>
                  </a:lnTo>
                  <a:cubicBezTo>
                    <a:pt x="18634" y="222016"/>
                    <a:pt x="11274" y="174016"/>
                    <a:pt x="6327" y="12530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94" name="자유형 78"/>
            <p:cNvSpPr/>
            <p:nvPr/>
          </p:nvSpPr>
          <p:spPr>
            <a:xfrm>
              <a:off x="8004600" y="3593160"/>
              <a:ext cx="250920" cy="294840"/>
            </a:xfrm>
            <a:custGeom>
              <a:avLst/>
              <a:gdLst>
                <a:gd name="textAreaLeft" fmla="*/ 0 w 250920"/>
                <a:gd name="textAreaRight" fmla="*/ 251280 w 250920"/>
                <a:gd name="textAreaTop" fmla="*/ 0 h 294840"/>
                <a:gd name="textAreaBottom" fmla="*/ 295200 h 29484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35269" y="0"/>
                  </a:moveTo>
                  <a:lnTo>
                    <a:pt x="280455" y="0"/>
                  </a:lnTo>
                  <a:lnTo>
                    <a:pt x="274127" y="125301"/>
                  </a:lnTo>
                  <a:cubicBezTo>
                    <a:pt x="269181" y="174016"/>
                    <a:pt x="261820" y="222016"/>
                    <a:pt x="252169" y="269182"/>
                  </a:cubicBezTo>
                  <a:lnTo>
                    <a:pt x="236609" y="329700"/>
                  </a:lnTo>
                  <a:lnTo>
                    <a:pt x="0" y="266300"/>
                  </a:lnTo>
                  <a:lnTo>
                    <a:pt x="11964" y="219769"/>
                  </a:lnTo>
                  <a:cubicBezTo>
                    <a:pt x="19983" y="180584"/>
                    <a:pt x="26097" y="140704"/>
                    <a:pt x="30207" y="100232"/>
                  </a:cubicBezTo>
                  <a:lnTo>
                    <a:pt x="3526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95" name="자유형 79"/>
            <p:cNvSpPr/>
            <p:nvPr/>
          </p:nvSpPr>
          <p:spPr>
            <a:xfrm>
              <a:off x="7902720" y="3871440"/>
              <a:ext cx="303120" cy="33192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31920"/>
                <a:gd name="textAreaBottom" fmla="*/ 332280 h 33192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102413" y="0"/>
                  </a:moveTo>
                  <a:lnTo>
                    <a:pt x="339022" y="63399"/>
                  </a:lnTo>
                  <a:lnTo>
                    <a:pt x="330260" y="97474"/>
                  </a:lnTo>
                  <a:cubicBezTo>
                    <a:pt x="302033" y="188225"/>
                    <a:pt x="265127" y="275152"/>
                    <a:pt x="220510" y="357282"/>
                  </a:cubicBezTo>
                  <a:lnTo>
                    <a:pt x="212173" y="371006"/>
                  </a:lnTo>
                  <a:lnTo>
                    <a:pt x="0" y="248507"/>
                  </a:lnTo>
                  <a:lnTo>
                    <a:pt x="4917" y="240412"/>
                  </a:lnTo>
                  <a:cubicBezTo>
                    <a:pt x="41984" y="172178"/>
                    <a:pt x="72647" y="99960"/>
                    <a:pt x="96097" y="24564"/>
                  </a:cubicBezTo>
                  <a:lnTo>
                    <a:pt x="10241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96" name="자유형 80"/>
            <p:cNvSpPr/>
            <p:nvPr/>
          </p:nvSpPr>
          <p:spPr>
            <a:xfrm>
              <a:off x="5712120" y="3871440"/>
              <a:ext cx="303120" cy="33192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31920"/>
                <a:gd name="textAreaBottom" fmla="*/ 332280 h 33192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236608" y="0"/>
                  </a:moveTo>
                  <a:lnTo>
                    <a:pt x="242924" y="24563"/>
                  </a:lnTo>
                  <a:cubicBezTo>
                    <a:pt x="266375" y="99959"/>
                    <a:pt x="297037" y="172177"/>
                    <a:pt x="334104" y="240411"/>
                  </a:cubicBezTo>
                  <a:lnTo>
                    <a:pt x="339022" y="248507"/>
                  </a:lnTo>
                  <a:lnTo>
                    <a:pt x="126849" y="371006"/>
                  </a:lnTo>
                  <a:lnTo>
                    <a:pt x="118511" y="357281"/>
                  </a:lnTo>
                  <a:cubicBezTo>
                    <a:pt x="73895" y="275151"/>
                    <a:pt x="36988" y="188224"/>
                    <a:pt x="8761" y="97473"/>
                  </a:cubicBezTo>
                  <a:lnTo>
                    <a:pt x="0" y="63399"/>
                  </a:lnTo>
                  <a:lnTo>
                    <a:pt x="236608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97" name="자유형 81"/>
            <p:cNvSpPr/>
            <p:nvPr/>
          </p:nvSpPr>
          <p:spPr>
            <a:xfrm>
              <a:off x="7735320" y="4128840"/>
              <a:ext cx="335880" cy="345960"/>
            </a:xfrm>
            <a:custGeom>
              <a:avLst/>
              <a:gdLst>
                <a:gd name="textAreaLeft" fmla="*/ 0 w 335880"/>
                <a:gd name="textAreaRight" fmla="*/ 336240 w 335880"/>
                <a:gd name="textAreaTop" fmla="*/ 0 h 345960"/>
                <a:gd name="textAreaBottom" fmla="*/ 346320 h 345960"/>
              </a:gdLst>
              <a:ahLst/>
              <a:rect l="textAreaLeft" t="textAreaTop" r="textAreaRight" b="textAreaBottom"/>
              <a:pathLst>
                <a:path w="375430" h="386695">
                  <a:moveTo>
                    <a:pt x="163257" y="0"/>
                  </a:moveTo>
                  <a:lnTo>
                    <a:pt x="375430" y="122498"/>
                  </a:lnTo>
                  <a:lnTo>
                    <a:pt x="334927" y="189169"/>
                  </a:lnTo>
                  <a:cubicBezTo>
                    <a:pt x="308886" y="227715"/>
                    <a:pt x="281039" y="264941"/>
                    <a:pt x="251507" y="300725"/>
                  </a:cubicBezTo>
                  <a:lnTo>
                    <a:pt x="173373" y="386695"/>
                  </a:lnTo>
                  <a:lnTo>
                    <a:pt x="0" y="213322"/>
                  </a:lnTo>
                  <a:lnTo>
                    <a:pt x="62309" y="144764"/>
                  </a:lnTo>
                  <a:cubicBezTo>
                    <a:pt x="86845" y="115035"/>
                    <a:pt x="109980" y="84108"/>
                    <a:pt x="131615" y="52083"/>
                  </a:cubicBezTo>
                  <a:lnTo>
                    <a:pt x="163257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98" name="자유형 82"/>
            <p:cNvSpPr/>
            <p:nvPr/>
          </p:nvSpPr>
          <p:spPr>
            <a:xfrm>
              <a:off x="5846760" y="4128840"/>
              <a:ext cx="335880" cy="345960"/>
            </a:xfrm>
            <a:custGeom>
              <a:avLst/>
              <a:gdLst>
                <a:gd name="textAreaLeft" fmla="*/ 0 w 335880"/>
                <a:gd name="textAreaRight" fmla="*/ 336240 w 335880"/>
                <a:gd name="textAreaTop" fmla="*/ 0 h 345960"/>
                <a:gd name="textAreaBottom" fmla="*/ 346320 h 345960"/>
              </a:gdLst>
              <a:ahLst/>
              <a:rect l="textAreaLeft" t="textAreaTop" r="textAreaRight" b="textAreaBottom"/>
              <a:pathLst>
                <a:path w="375431" h="386696">
                  <a:moveTo>
                    <a:pt x="212174" y="0"/>
                  </a:moveTo>
                  <a:lnTo>
                    <a:pt x="243815" y="52083"/>
                  </a:lnTo>
                  <a:cubicBezTo>
                    <a:pt x="265450" y="84108"/>
                    <a:pt x="288586" y="115035"/>
                    <a:pt x="313121" y="144764"/>
                  </a:cubicBezTo>
                  <a:lnTo>
                    <a:pt x="375431" y="213323"/>
                  </a:lnTo>
                  <a:lnTo>
                    <a:pt x="202058" y="386696"/>
                  </a:lnTo>
                  <a:lnTo>
                    <a:pt x="123923" y="300725"/>
                  </a:lnTo>
                  <a:cubicBezTo>
                    <a:pt x="94392" y="264941"/>
                    <a:pt x="66545" y="227715"/>
                    <a:pt x="40503" y="189169"/>
                  </a:cubicBezTo>
                  <a:lnTo>
                    <a:pt x="0" y="122499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99" name="자유형 83"/>
            <p:cNvSpPr/>
            <p:nvPr/>
          </p:nvSpPr>
          <p:spPr>
            <a:xfrm>
              <a:off x="7515000" y="4348800"/>
              <a:ext cx="345960" cy="335880"/>
            </a:xfrm>
            <a:custGeom>
              <a:avLst/>
              <a:gdLst>
                <a:gd name="textAreaLeft" fmla="*/ 0 w 345960"/>
                <a:gd name="textAreaRight" fmla="*/ 346320 w 3459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86694" h="375431">
                  <a:moveTo>
                    <a:pt x="213322" y="0"/>
                  </a:moveTo>
                  <a:lnTo>
                    <a:pt x="386694" y="173373"/>
                  </a:lnTo>
                  <a:lnTo>
                    <a:pt x="300724" y="251508"/>
                  </a:lnTo>
                  <a:cubicBezTo>
                    <a:pt x="264940" y="281040"/>
                    <a:pt x="227714" y="308887"/>
                    <a:pt x="189168" y="334928"/>
                  </a:cubicBezTo>
                  <a:lnTo>
                    <a:pt x="122498" y="375431"/>
                  </a:lnTo>
                  <a:lnTo>
                    <a:pt x="0" y="163257"/>
                  </a:lnTo>
                  <a:lnTo>
                    <a:pt x="52082" y="131616"/>
                  </a:lnTo>
                  <a:cubicBezTo>
                    <a:pt x="84107" y="109981"/>
                    <a:pt x="115034" y="86845"/>
                    <a:pt x="144763" y="62310"/>
                  </a:cubicBezTo>
                  <a:lnTo>
                    <a:pt x="213322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400" name="자유형 84"/>
            <p:cNvSpPr/>
            <p:nvPr/>
          </p:nvSpPr>
          <p:spPr>
            <a:xfrm>
              <a:off x="6056640" y="4348800"/>
              <a:ext cx="345960" cy="335880"/>
            </a:xfrm>
            <a:custGeom>
              <a:avLst/>
              <a:gdLst>
                <a:gd name="textAreaLeft" fmla="*/ 0 w 345960"/>
                <a:gd name="textAreaRight" fmla="*/ 346320 w 3459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86695" h="375431">
                  <a:moveTo>
                    <a:pt x="173373" y="0"/>
                  </a:moveTo>
                  <a:lnTo>
                    <a:pt x="241930" y="62309"/>
                  </a:lnTo>
                  <a:cubicBezTo>
                    <a:pt x="271660" y="86844"/>
                    <a:pt x="302587" y="109980"/>
                    <a:pt x="334611" y="131615"/>
                  </a:cubicBezTo>
                  <a:lnTo>
                    <a:pt x="386695" y="163257"/>
                  </a:lnTo>
                  <a:lnTo>
                    <a:pt x="264196" y="375431"/>
                  </a:lnTo>
                  <a:lnTo>
                    <a:pt x="197525" y="334927"/>
                  </a:lnTo>
                  <a:cubicBezTo>
                    <a:pt x="158979" y="308886"/>
                    <a:pt x="121753" y="281039"/>
                    <a:pt x="85969" y="251507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401" name="자유형 85"/>
            <p:cNvSpPr/>
            <p:nvPr/>
          </p:nvSpPr>
          <p:spPr>
            <a:xfrm>
              <a:off x="7257600" y="4516200"/>
              <a:ext cx="331920" cy="303120"/>
            </a:xfrm>
            <a:custGeom>
              <a:avLst/>
              <a:gdLst>
                <a:gd name="textAreaLeft" fmla="*/ 0 w 331920"/>
                <a:gd name="textAreaRight" fmla="*/ 332280 w 331920"/>
                <a:gd name="textAreaTop" fmla="*/ 0 h 303120"/>
                <a:gd name="textAreaBottom" fmla="*/ 303480 h 303120"/>
              </a:gdLst>
              <a:ahLst/>
              <a:rect l="textAreaLeft" t="textAreaTop" r="textAreaRight" b="textAreaBottom"/>
              <a:pathLst>
                <a:path w="371005" h="339023">
                  <a:moveTo>
                    <a:pt x="248506" y="0"/>
                  </a:moveTo>
                  <a:lnTo>
                    <a:pt x="371005" y="212174"/>
                  </a:lnTo>
                  <a:lnTo>
                    <a:pt x="357281" y="220511"/>
                  </a:lnTo>
                  <a:cubicBezTo>
                    <a:pt x="275151" y="265128"/>
                    <a:pt x="188224" y="302034"/>
                    <a:pt x="97473" y="330261"/>
                  </a:cubicBezTo>
                  <a:lnTo>
                    <a:pt x="63399" y="339023"/>
                  </a:lnTo>
                  <a:lnTo>
                    <a:pt x="0" y="102414"/>
                  </a:lnTo>
                  <a:lnTo>
                    <a:pt x="24563" y="96098"/>
                  </a:lnTo>
                  <a:cubicBezTo>
                    <a:pt x="99959" y="72648"/>
                    <a:pt x="172177" y="41985"/>
                    <a:pt x="240411" y="4918"/>
                  </a:cubicBezTo>
                  <a:lnTo>
                    <a:pt x="248506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402" name="자유형 86"/>
            <p:cNvSpPr/>
            <p:nvPr/>
          </p:nvSpPr>
          <p:spPr>
            <a:xfrm>
              <a:off x="6328080" y="4516200"/>
              <a:ext cx="331920" cy="303120"/>
            </a:xfrm>
            <a:custGeom>
              <a:avLst/>
              <a:gdLst>
                <a:gd name="textAreaLeft" fmla="*/ 0 w 331920"/>
                <a:gd name="textAreaRight" fmla="*/ 332280 w 331920"/>
                <a:gd name="textAreaTop" fmla="*/ 0 h 303120"/>
                <a:gd name="textAreaBottom" fmla="*/ 303480 h 303120"/>
              </a:gdLst>
              <a:ahLst/>
              <a:rect l="textAreaLeft" t="textAreaTop" r="textAreaRight" b="textAreaBottom"/>
              <a:pathLst>
                <a:path w="371006" h="339023">
                  <a:moveTo>
                    <a:pt x="122498" y="0"/>
                  </a:moveTo>
                  <a:lnTo>
                    <a:pt x="130593" y="4918"/>
                  </a:lnTo>
                  <a:cubicBezTo>
                    <a:pt x="198827" y="41985"/>
                    <a:pt x="271046" y="72648"/>
                    <a:pt x="346441" y="96098"/>
                  </a:cubicBezTo>
                  <a:lnTo>
                    <a:pt x="371006" y="102414"/>
                  </a:lnTo>
                  <a:lnTo>
                    <a:pt x="307607" y="339023"/>
                  </a:lnTo>
                  <a:lnTo>
                    <a:pt x="273531" y="330261"/>
                  </a:lnTo>
                  <a:cubicBezTo>
                    <a:pt x="182780" y="302034"/>
                    <a:pt x="95854" y="265128"/>
                    <a:pt x="13723" y="220511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403" name="자유형 87"/>
            <p:cNvSpPr/>
            <p:nvPr/>
          </p:nvSpPr>
          <p:spPr>
            <a:xfrm>
              <a:off x="6979680" y="4618080"/>
              <a:ext cx="294840" cy="250920"/>
            </a:xfrm>
            <a:custGeom>
              <a:avLst/>
              <a:gdLst>
                <a:gd name="textAreaLeft" fmla="*/ 0 w 294840"/>
                <a:gd name="textAreaRight" fmla="*/ 295200 w 294840"/>
                <a:gd name="textAreaTop" fmla="*/ 0 h 250920"/>
                <a:gd name="textAreaBottom" fmla="*/ 251280 h 25092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266301" y="0"/>
                  </a:moveTo>
                  <a:lnTo>
                    <a:pt x="329700" y="236609"/>
                  </a:lnTo>
                  <a:lnTo>
                    <a:pt x="269182" y="252169"/>
                  </a:lnTo>
                  <a:cubicBezTo>
                    <a:pt x="222016" y="261820"/>
                    <a:pt x="174016" y="269181"/>
                    <a:pt x="125301" y="274127"/>
                  </a:cubicBezTo>
                  <a:lnTo>
                    <a:pt x="0" y="280455"/>
                  </a:lnTo>
                  <a:lnTo>
                    <a:pt x="0" y="35269"/>
                  </a:lnTo>
                  <a:lnTo>
                    <a:pt x="100232" y="30207"/>
                  </a:lnTo>
                  <a:cubicBezTo>
                    <a:pt x="140704" y="26097"/>
                    <a:pt x="180584" y="19983"/>
                    <a:pt x="219769" y="11964"/>
                  </a:cubicBezTo>
                  <a:lnTo>
                    <a:pt x="266301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404" name="자유형 88"/>
            <p:cNvSpPr/>
            <p:nvPr/>
          </p:nvSpPr>
          <p:spPr>
            <a:xfrm>
              <a:off x="6643440" y="4618080"/>
              <a:ext cx="294840" cy="250920"/>
            </a:xfrm>
            <a:custGeom>
              <a:avLst/>
              <a:gdLst>
                <a:gd name="textAreaLeft" fmla="*/ 0 w 294840"/>
                <a:gd name="textAreaRight" fmla="*/ 295200 w 294840"/>
                <a:gd name="textAreaTop" fmla="*/ 0 h 250920"/>
                <a:gd name="textAreaBottom" fmla="*/ 251280 h 25092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63399" y="0"/>
                  </a:moveTo>
                  <a:lnTo>
                    <a:pt x="109930" y="11964"/>
                  </a:lnTo>
                  <a:cubicBezTo>
                    <a:pt x="149116" y="19983"/>
                    <a:pt x="188995" y="26097"/>
                    <a:pt x="229467" y="30207"/>
                  </a:cubicBezTo>
                  <a:lnTo>
                    <a:pt x="329700" y="35269"/>
                  </a:lnTo>
                  <a:lnTo>
                    <a:pt x="329700" y="280455"/>
                  </a:lnTo>
                  <a:lnTo>
                    <a:pt x="204398" y="274127"/>
                  </a:lnTo>
                  <a:cubicBezTo>
                    <a:pt x="155684" y="269181"/>
                    <a:pt x="107683" y="261820"/>
                    <a:pt x="60517" y="252169"/>
                  </a:cubicBezTo>
                  <a:lnTo>
                    <a:pt x="0" y="236609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405" name="TextBox 89"/>
            <p:cNvSpPr/>
            <p:nvPr/>
          </p:nvSpPr>
          <p:spPr>
            <a:xfrm>
              <a:off x="6191640" y="3099960"/>
              <a:ext cx="1534320" cy="91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5400" spc="-1" strike="noStrike">
                  <a:solidFill>
                    <a:srgbClr val="d55633"/>
                  </a:solidFill>
                  <a:latin typeface="본고딕 Bold"/>
                  <a:ea typeface="본고딕 Bold"/>
                </a:rPr>
                <a:t>50%</a:t>
              </a:r>
              <a:endParaRPr b="0" lang="en-US" sz="5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2406" name="TextBox 90"/>
          <p:cNvSpPr/>
          <p:nvPr/>
        </p:nvSpPr>
        <p:spPr>
          <a:xfrm>
            <a:off x="1416600" y="5078520"/>
            <a:ext cx="2618280" cy="10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가나다라마바사 가나다라마바사 가나다라마바사 가나다라마바사 가나다라마바사 가나다라마바사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07" name="TextBox 91"/>
          <p:cNvSpPr/>
          <p:nvPr/>
        </p:nvSpPr>
        <p:spPr>
          <a:xfrm>
            <a:off x="5649840" y="5078520"/>
            <a:ext cx="2618280" cy="10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가나다라마바사 가나다라마바사 가나다라마바사 가나다라마바사 가나다라마바사 가나다라마바사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40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41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411" name="PlaceHolder 4"/>
          <p:cNvSpPr>
            <a:spLocks noGrp="1"/>
          </p:cNvSpPr>
          <p:nvPr>
            <p:ph type="sldNum" idx="181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D83AE65-0F00-4900-8544-8734E2B8FFD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12" name="PlaceHolder 5"/>
          <p:cNvSpPr>
            <a:spLocks noGrp="1"/>
          </p:cNvSpPr>
          <p:nvPr>
            <p:ph type="ftr" idx="182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13" name="TextBox 666"/>
          <p:cNvSpPr/>
          <p:nvPr/>
        </p:nvSpPr>
        <p:spPr>
          <a:xfrm>
            <a:off x="4821120" y="1864440"/>
            <a:ext cx="12416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8ba2bb"/>
                </a:solidFill>
                <a:latin typeface="본고딕 Bold"/>
                <a:ea typeface="본고딕 Bold"/>
              </a:rPr>
              <a:t>85</a:t>
            </a:r>
            <a:r>
              <a:rPr b="0" lang="en-US" sz="1600" spc="-1" strike="noStrike">
                <a:solidFill>
                  <a:srgbClr val="8ba2bb"/>
                </a:solidFill>
                <a:latin typeface="본고딕 Bold"/>
                <a:ea typeface="본고딕 Bold"/>
              </a:rPr>
              <a:t>%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14" name="TextBox 667"/>
          <p:cNvSpPr/>
          <p:nvPr/>
        </p:nvSpPr>
        <p:spPr>
          <a:xfrm>
            <a:off x="4821120" y="2952360"/>
            <a:ext cx="12416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2452"/>
                </a:solidFill>
                <a:latin typeface="본고딕 Bold"/>
                <a:ea typeface="본고딕 Bold"/>
              </a:rPr>
              <a:t>78</a:t>
            </a:r>
            <a:r>
              <a:rPr b="0" lang="en-US" sz="1600" spc="-1" strike="noStrike">
                <a:solidFill>
                  <a:srgbClr val="002452"/>
                </a:solidFill>
                <a:latin typeface="본고딕 Bold"/>
                <a:ea typeface="본고딕 Bold"/>
              </a:rPr>
              <a:t>%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15" name="TextBox 668"/>
          <p:cNvSpPr/>
          <p:nvPr/>
        </p:nvSpPr>
        <p:spPr>
          <a:xfrm>
            <a:off x="4821120" y="4040280"/>
            <a:ext cx="12416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b7d0d4"/>
                </a:solidFill>
                <a:latin typeface="본고딕 Bold"/>
                <a:ea typeface="본고딕 Bold"/>
              </a:rPr>
              <a:t>65</a:t>
            </a:r>
            <a:r>
              <a:rPr b="0" lang="en-US" sz="1600" spc="-1" strike="noStrike">
                <a:solidFill>
                  <a:srgbClr val="b7d0d4"/>
                </a:solidFill>
                <a:latin typeface="본고딕 Bold"/>
                <a:ea typeface="본고딕 Bold"/>
              </a:rPr>
              <a:t>%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16" name="TextBox 669"/>
          <p:cNvSpPr/>
          <p:nvPr/>
        </p:nvSpPr>
        <p:spPr>
          <a:xfrm>
            <a:off x="4821120" y="5127840"/>
            <a:ext cx="12416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b6b6b6"/>
                </a:solidFill>
                <a:latin typeface="본고딕 Bold"/>
                <a:ea typeface="본고딕 Bold"/>
              </a:rPr>
              <a:t>55</a:t>
            </a:r>
            <a:r>
              <a:rPr b="0" lang="en-US" sz="1600" spc="-1" strike="noStrike">
                <a:solidFill>
                  <a:srgbClr val="b6b6b6"/>
                </a:solidFill>
                <a:latin typeface="본고딕 Bold"/>
                <a:ea typeface="본고딕 Bold"/>
              </a:rPr>
              <a:t>%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17" name="TextBox 686"/>
          <p:cNvSpPr/>
          <p:nvPr/>
        </p:nvSpPr>
        <p:spPr>
          <a:xfrm>
            <a:off x="2466720" y="1841400"/>
            <a:ext cx="1949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8ba2bb"/>
                </a:solidFill>
                <a:latin typeface="본고딕 Medium"/>
                <a:ea typeface="본고딕 Medium"/>
              </a:rPr>
              <a:t>포항제강소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18" name="TextBox 687"/>
          <p:cNvSpPr/>
          <p:nvPr/>
        </p:nvSpPr>
        <p:spPr>
          <a:xfrm>
            <a:off x="2466720" y="2197800"/>
            <a:ext cx="14756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인천제강소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19" name="TextBox 688"/>
          <p:cNvSpPr/>
          <p:nvPr/>
        </p:nvSpPr>
        <p:spPr>
          <a:xfrm>
            <a:off x="2466720" y="2554200"/>
            <a:ext cx="14756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b7d0d4"/>
                </a:solidFill>
                <a:latin typeface="본고딕 Medium"/>
                <a:ea typeface="본고딕 Medium"/>
              </a:rPr>
              <a:t>당진공장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20" name="TextBox 689"/>
          <p:cNvSpPr/>
          <p:nvPr/>
        </p:nvSpPr>
        <p:spPr>
          <a:xfrm>
            <a:off x="2466720" y="2910600"/>
            <a:ext cx="14756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757575"/>
                </a:solidFill>
                <a:latin typeface="본고딕 Medium"/>
                <a:ea typeface="본고딕 Medium"/>
              </a:rPr>
              <a:t>부산공장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21" name="Rectangle 5"/>
          <p:cNvSpPr/>
          <p:nvPr/>
        </p:nvSpPr>
        <p:spPr>
          <a:xfrm>
            <a:off x="6063120" y="1806480"/>
            <a:ext cx="3383640" cy="95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포항제강소 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/ 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형강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22" name="Rectangle 9"/>
          <p:cNvSpPr/>
          <p:nvPr/>
        </p:nvSpPr>
        <p:spPr>
          <a:xfrm>
            <a:off x="6063120" y="2894400"/>
            <a:ext cx="3383640" cy="95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인천제강소 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/ 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봉강 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23" name="Rectangle 13"/>
          <p:cNvSpPr/>
          <p:nvPr/>
        </p:nvSpPr>
        <p:spPr>
          <a:xfrm>
            <a:off x="6063120" y="3982320"/>
            <a:ext cx="3383640" cy="95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당진공장 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/ 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후판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24" name="Rectangle 17"/>
          <p:cNvSpPr/>
          <p:nvPr/>
        </p:nvSpPr>
        <p:spPr>
          <a:xfrm>
            <a:off x="6063120" y="5069880"/>
            <a:ext cx="3383640" cy="95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부산공장 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/ 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냉연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426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427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428" name="PlaceHolder 4"/>
          <p:cNvSpPr>
            <a:spLocks noGrp="1"/>
          </p:cNvSpPr>
          <p:nvPr>
            <p:ph type="sldNum" idx="183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10D5189-EA8E-41B1-A64B-71A6A042104E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29" name="PlaceHolder 5"/>
          <p:cNvSpPr>
            <a:spLocks noGrp="1"/>
          </p:cNvSpPr>
          <p:nvPr>
            <p:ph type="ftr" idx="184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30" name="직사각형 70"/>
          <p:cNvSpPr/>
          <p:nvPr/>
        </p:nvSpPr>
        <p:spPr>
          <a:xfrm>
            <a:off x="2262240" y="3000960"/>
            <a:ext cx="1497240" cy="2970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40% 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텍스트 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31" name="TextBox 38"/>
          <p:cNvSpPr/>
          <p:nvPr/>
        </p:nvSpPr>
        <p:spPr>
          <a:xfrm>
            <a:off x="2145240" y="3315600"/>
            <a:ext cx="668808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32" name="직사각형 72"/>
          <p:cNvSpPr/>
          <p:nvPr/>
        </p:nvSpPr>
        <p:spPr>
          <a:xfrm>
            <a:off x="2262240" y="4155120"/>
            <a:ext cx="1497240" cy="29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914400">
              <a:lnSpc>
                <a:spcPct val="120000"/>
              </a:lnSpc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50% </a:t>
            </a: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 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33" name="TextBox 41"/>
          <p:cNvSpPr/>
          <p:nvPr/>
        </p:nvSpPr>
        <p:spPr>
          <a:xfrm>
            <a:off x="2145240" y="4470120"/>
            <a:ext cx="668808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34" name="직사각형 74"/>
          <p:cNvSpPr/>
          <p:nvPr/>
        </p:nvSpPr>
        <p:spPr>
          <a:xfrm>
            <a:off x="2262240" y="5301000"/>
            <a:ext cx="1497240" cy="29700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914400">
              <a:lnSpc>
                <a:spcPct val="120000"/>
              </a:lnSpc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70% </a:t>
            </a: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 입력</a:t>
            </a:r>
            <a:endParaRPr b="0" lang="en-US" sz="14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435" name="TextBox 44"/>
          <p:cNvSpPr/>
          <p:nvPr/>
        </p:nvSpPr>
        <p:spPr>
          <a:xfrm>
            <a:off x="2145240" y="5615640"/>
            <a:ext cx="668808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36" name="직사각형 70"/>
          <p:cNvSpPr/>
          <p:nvPr/>
        </p:nvSpPr>
        <p:spPr>
          <a:xfrm>
            <a:off x="2262240" y="1848960"/>
            <a:ext cx="1497240" cy="29700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30% 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텍스트 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37" name="TextBox 19"/>
          <p:cNvSpPr/>
          <p:nvPr/>
        </p:nvSpPr>
        <p:spPr>
          <a:xfrm>
            <a:off x="2145240" y="2163600"/>
            <a:ext cx="668808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2438" name="그룹 9"/>
          <p:cNvGrpSpPr/>
          <p:nvPr/>
        </p:nvGrpSpPr>
        <p:grpSpPr>
          <a:xfrm>
            <a:off x="1036800" y="5301000"/>
            <a:ext cx="819720" cy="813240"/>
            <a:chOff x="1036800" y="5301000"/>
            <a:chExt cx="819720" cy="813240"/>
          </a:xfrm>
        </p:grpSpPr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44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44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442" name="PlaceHolder 4"/>
          <p:cNvSpPr>
            <a:spLocks noGrp="1"/>
          </p:cNvSpPr>
          <p:nvPr>
            <p:ph type="sldNum" idx="185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49CEA23-1DFB-44BC-8484-1DE8BFE3242B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43" name="PlaceHolder 5"/>
          <p:cNvSpPr>
            <a:spLocks noGrp="1"/>
          </p:cNvSpPr>
          <p:nvPr>
            <p:ph type="ftr" idx="186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44" name="Rounded Rectangle 3"/>
          <p:cNvSpPr/>
          <p:nvPr/>
        </p:nvSpPr>
        <p:spPr>
          <a:xfrm>
            <a:off x="1255680" y="2030400"/>
            <a:ext cx="7835040" cy="73116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445" name="Rounded Rectangle 9"/>
          <p:cNvSpPr/>
          <p:nvPr/>
        </p:nvSpPr>
        <p:spPr>
          <a:xfrm rot="10800000">
            <a:off x="1256400" y="2870280"/>
            <a:ext cx="7835040" cy="73116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446" name="Rounded Rectangle 15"/>
          <p:cNvSpPr/>
          <p:nvPr/>
        </p:nvSpPr>
        <p:spPr>
          <a:xfrm>
            <a:off x="1255680" y="3710520"/>
            <a:ext cx="7835040" cy="73116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447" name="Rounded Rectangle 21"/>
          <p:cNvSpPr/>
          <p:nvPr/>
        </p:nvSpPr>
        <p:spPr>
          <a:xfrm rot="10800000">
            <a:off x="1256400" y="4550760"/>
            <a:ext cx="7835040" cy="73116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448" name="Rounded Rectangle 9"/>
          <p:cNvSpPr/>
          <p:nvPr/>
        </p:nvSpPr>
        <p:spPr>
          <a:xfrm>
            <a:off x="764280" y="2030400"/>
            <a:ext cx="447840" cy="73116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49" name="Rounded Rectangle 21"/>
          <p:cNvSpPr/>
          <p:nvPr/>
        </p:nvSpPr>
        <p:spPr>
          <a:xfrm rot="10800000">
            <a:off x="1256400" y="5391000"/>
            <a:ext cx="7835040" cy="73116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aphicFrame>
        <p:nvGraphicFramePr>
          <p:cNvPr id="2450" name="Table 31"/>
          <p:cNvGraphicFramePr/>
          <p:nvPr/>
        </p:nvGraphicFramePr>
        <p:xfrm>
          <a:off x="1255680" y="1613880"/>
          <a:ext cx="7835040" cy="4516200"/>
        </p:xfrm>
        <a:graphic>
          <a:graphicData uri="http://schemas.openxmlformats.org/drawingml/2006/table">
            <a:tbl>
              <a:tblPr/>
              <a:tblGrid>
                <a:gridCol w="2517840"/>
                <a:gridCol w="442800"/>
                <a:gridCol w="442800"/>
                <a:gridCol w="442800"/>
                <a:gridCol w="442800"/>
                <a:gridCol w="442800"/>
                <a:gridCol w="442800"/>
                <a:gridCol w="442800"/>
                <a:gridCol w="442800"/>
                <a:gridCol w="442800"/>
                <a:gridCol w="442800"/>
                <a:gridCol w="442800"/>
                <a:gridCol w="442800"/>
              </a:tblGrid>
              <a:tr h="36576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2019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Jan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Feb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Mar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Apr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May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Jun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Jul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Aug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Sep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Oct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Nov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Dec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54000"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rIns="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>
                            <a:lumMod val="75000"/>
                            <a:lumOff val="25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109440">
                <a:tc>
                  <a:txBody>
                    <a:bodyPr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rIns="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109440">
                <a:tc>
                  <a:txBody>
                    <a:bodyPr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rIns="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>
                            <a:lumMod val="75000"/>
                            <a:lumOff val="25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109440">
                <a:tc>
                  <a:txBody>
                    <a:bodyPr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rIns="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109440">
                <a:tc>
                  <a:txBody>
                    <a:bodyPr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rIns="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2451" name="Rectangle 32"/>
          <p:cNvSpPr/>
          <p:nvPr/>
        </p:nvSpPr>
        <p:spPr>
          <a:xfrm>
            <a:off x="3831480" y="2066040"/>
            <a:ext cx="1274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52" name="Rectangle 33"/>
          <p:cNvSpPr/>
          <p:nvPr/>
        </p:nvSpPr>
        <p:spPr>
          <a:xfrm>
            <a:off x="4671720" y="3746160"/>
            <a:ext cx="1274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53" name="Rectangle 34"/>
          <p:cNvSpPr/>
          <p:nvPr/>
        </p:nvSpPr>
        <p:spPr>
          <a:xfrm>
            <a:off x="6967440" y="5426640"/>
            <a:ext cx="1274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_</a:t>
            </a:r>
            <a:r>
              <a:rPr b="0" lang="ko-KR" sz="10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내용</a:t>
            </a:r>
            <a:r>
              <a:rPr b="0" lang="en-US" sz="10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54" name="Rectangle 36"/>
          <p:cNvSpPr/>
          <p:nvPr/>
        </p:nvSpPr>
        <p:spPr>
          <a:xfrm>
            <a:off x="4287600" y="2913120"/>
            <a:ext cx="1274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55" name="Rectangle 37"/>
          <p:cNvSpPr/>
          <p:nvPr/>
        </p:nvSpPr>
        <p:spPr>
          <a:xfrm>
            <a:off x="5562000" y="4586400"/>
            <a:ext cx="1274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_</a:t>
            </a:r>
            <a:r>
              <a:rPr b="0" lang="ko-KR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내용</a:t>
            </a: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56" name="Rounded Rectangle 9"/>
          <p:cNvSpPr/>
          <p:nvPr/>
        </p:nvSpPr>
        <p:spPr>
          <a:xfrm>
            <a:off x="764280" y="2870280"/>
            <a:ext cx="447840" cy="73116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57" name="Rounded Rectangle 9"/>
          <p:cNvSpPr/>
          <p:nvPr/>
        </p:nvSpPr>
        <p:spPr>
          <a:xfrm>
            <a:off x="764280" y="3710520"/>
            <a:ext cx="447840" cy="73116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58" name="Rounded Rectangle 9"/>
          <p:cNvSpPr/>
          <p:nvPr/>
        </p:nvSpPr>
        <p:spPr>
          <a:xfrm>
            <a:off x="764280" y="4550760"/>
            <a:ext cx="447840" cy="73116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59" name="Rounded Rectangle 9"/>
          <p:cNvSpPr/>
          <p:nvPr/>
        </p:nvSpPr>
        <p:spPr>
          <a:xfrm>
            <a:off x="764280" y="5391000"/>
            <a:ext cx="447840" cy="73116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_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내용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46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46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463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464" name="PlaceHolder 5"/>
          <p:cNvSpPr>
            <a:spLocks noGrp="1"/>
          </p:cNvSpPr>
          <p:nvPr>
            <p:ph type="sldNum" idx="187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128E393-9D47-4F64-BEE6-B7FC35430BB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65" name="PlaceHolder 6"/>
          <p:cNvSpPr>
            <a:spLocks noGrp="1"/>
          </p:cNvSpPr>
          <p:nvPr>
            <p:ph type="ftr" idx="188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aphicFrame>
        <p:nvGraphicFramePr>
          <p:cNvPr id="2466" name="Table 28"/>
          <p:cNvGraphicFramePr/>
          <p:nvPr/>
        </p:nvGraphicFramePr>
        <p:xfrm>
          <a:off x="518040" y="2529360"/>
          <a:ext cx="8869320" cy="351324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</a:tblGrid>
              <a:tr h="457200">
                <a:tc rowSpan="2"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2019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757575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 Quarter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757575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 Quarter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757575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 Quarter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757575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4 Quarter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757575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128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Jan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Feb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Mar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Apr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May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Jun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Jul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Aug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Sep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Oct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Nov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Dec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5720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872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872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872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872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872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1872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67" name="Rectangle: Rounded Corners 37"/>
          <p:cNvSpPr/>
          <p:nvPr/>
        </p:nvSpPr>
        <p:spPr>
          <a:xfrm>
            <a:off x="3134520" y="4300200"/>
            <a:ext cx="5142240" cy="27396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68" name="Rectangle: Rounded Corners 38"/>
          <p:cNvSpPr/>
          <p:nvPr/>
        </p:nvSpPr>
        <p:spPr>
          <a:xfrm>
            <a:off x="5605920" y="5673600"/>
            <a:ext cx="3029400" cy="27396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69" name="Rectangle: Rounded Corners 39"/>
          <p:cNvSpPr/>
          <p:nvPr/>
        </p:nvSpPr>
        <p:spPr>
          <a:xfrm>
            <a:off x="2444040" y="3853800"/>
            <a:ext cx="2349720" cy="27396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70" name="Rectangle: Rounded Corners 41"/>
          <p:cNvSpPr/>
          <p:nvPr/>
        </p:nvSpPr>
        <p:spPr>
          <a:xfrm>
            <a:off x="1777680" y="3396240"/>
            <a:ext cx="3665880" cy="27396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71" name="Rectangle: Rounded Corners 42"/>
          <p:cNvSpPr/>
          <p:nvPr/>
        </p:nvSpPr>
        <p:spPr>
          <a:xfrm>
            <a:off x="3134520" y="4772880"/>
            <a:ext cx="2190240" cy="2739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472" name="Rectangle: Rounded Corners 43"/>
          <p:cNvSpPr/>
          <p:nvPr/>
        </p:nvSpPr>
        <p:spPr>
          <a:xfrm>
            <a:off x="3761640" y="5217840"/>
            <a:ext cx="2723760" cy="2739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ffffff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47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47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476" name="PlaceHolder 4"/>
          <p:cNvSpPr>
            <a:spLocks noGrp="1"/>
          </p:cNvSpPr>
          <p:nvPr>
            <p:ph type="sldNum" idx="189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AAC770D-04B0-4D2C-9329-528A9C9393C7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77" name="PlaceHolder 5"/>
          <p:cNvSpPr>
            <a:spLocks noGrp="1"/>
          </p:cNvSpPr>
          <p:nvPr>
            <p:ph type="ftr" idx="190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aphicFrame>
        <p:nvGraphicFramePr>
          <p:cNvPr id="2478" name="Table Placeholder 5"/>
          <p:cNvGraphicFramePr/>
          <p:nvPr/>
        </p:nvGraphicFramePr>
        <p:xfrm>
          <a:off x="609480" y="1374480"/>
          <a:ext cx="8686440" cy="4997160"/>
        </p:xfrm>
        <a:graphic>
          <a:graphicData uri="http://schemas.openxmlformats.org/drawingml/2006/table">
            <a:tbl>
              <a:tblPr/>
              <a:tblGrid>
                <a:gridCol w="11674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</a:tblGrid>
              <a:tr h="446040">
                <a:tc rowSpan="2"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Content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1"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Medium"/>
                        </a:rPr>
                        <a:t>2019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6748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30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31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56760">
                <a:tc>
                  <a:txBody>
                    <a:bodyPr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JANUARY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FEBRUARY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MARCH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APRIL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MAY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JUNE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JULY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AUGUST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SEPTEMBER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OCTOBER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NOVEMBER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DECEMBER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79" name="Rectangle: Rounded Corners 3"/>
          <p:cNvSpPr/>
          <p:nvPr/>
        </p:nvSpPr>
        <p:spPr>
          <a:xfrm>
            <a:off x="3925800" y="2509200"/>
            <a:ext cx="5142240" cy="22644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80" name="Rectangle: Rounded Corners 4"/>
          <p:cNvSpPr/>
          <p:nvPr/>
        </p:nvSpPr>
        <p:spPr>
          <a:xfrm>
            <a:off x="2023560" y="2148840"/>
            <a:ext cx="3665880" cy="22644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81" name="Rectangle: Rounded Corners 5"/>
          <p:cNvSpPr/>
          <p:nvPr/>
        </p:nvSpPr>
        <p:spPr>
          <a:xfrm>
            <a:off x="5639040" y="3230640"/>
            <a:ext cx="2190240" cy="22644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82" name="Rectangle: Rounded Corners 6"/>
          <p:cNvSpPr/>
          <p:nvPr/>
        </p:nvSpPr>
        <p:spPr>
          <a:xfrm>
            <a:off x="3221280" y="2866680"/>
            <a:ext cx="2349720" cy="22644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83" name="Rectangle: Rounded Corners 7"/>
          <p:cNvSpPr/>
          <p:nvPr/>
        </p:nvSpPr>
        <p:spPr>
          <a:xfrm>
            <a:off x="4420440" y="3940560"/>
            <a:ext cx="3665880" cy="22644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84" name="Rectangle: Rounded Corners 8"/>
          <p:cNvSpPr/>
          <p:nvPr/>
        </p:nvSpPr>
        <p:spPr>
          <a:xfrm>
            <a:off x="2518560" y="3580200"/>
            <a:ext cx="3665880" cy="22644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85" name="Rectangle: Rounded Corners 9"/>
          <p:cNvSpPr/>
          <p:nvPr/>
        </p:nvSpPr>
        <p:spPr>
          <a:xfrm>
            <a:off x="6133680" y="4660200"/>
            <a:ext cx="2675520" cy="22644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86" name="Rectangle: Rounded Corners 10"/>
          <p:cNvSpPr/>
          <p:nvPr/>
        </p:nvSpPr>
        <p:spPr>
          <a:xfrm>
            <a:off x="3007080" y="4296600"/>
            <a:ext cx="3126600" cy="22644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87" name="Rectangle: Rounded Corners 11"/>
          <p:cNvSpPr/>
          <p:nvPr/>
        </p:nvSpPr>
        <p:spPr>
          <a:xfrm>
            <a:off x="5190480" y="5371920"/>
            <a:ext cx="3126600" cy="22644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88" name="Rectangle: Rounded Corners 12"/>
          <p:cNvSpPr/>
          <p:nvPr/>
        </p:nvSpPr>
        <p:spPr>
          <a:xfrm>
            <a:off x="2476800" y="5011560"/>
            <a:ext cx="2713320" cy="22644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89" name="Rectangle: Rounded Corners 13"/>
          <p:cNvSpPr/>
          <p:nvPr/>
        </p:nvSpPr>
        <p:spPr>
          <a:xfrm>
            <a:off x="6133680" y="6071040"/>
            <a:ext cx="3129840" cy="22644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90" name="Rectangle: Rounded Corners 14"/>
          <p:cNvSpPr/>
          <p:nvPr/>
        </p:nvSpPr>
        <p:spPr>
          <a:xfrm>
            <a:off x="1774080" y="5726160"/>
            <a:ext cx="5338800" cy="22644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49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2200" cy="3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49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96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>
              <a:buNone/>
            </a:pPr>
            <a:endParaRPr b="0" lang="en-US" sz="1700" spc="-52" strike="noStrike">
              <a:solidFill>
                <a:schemeClr val="dk1"/>
              </a:solidFill>
              <a:latin typeface="본고딕 Medium"/>
              <a:ea typeface="본고딕 Medium"/>
            </a:endParaRPr>
          </a:p>
        </p:txBody>
      </p:sp>
      <p:sp>
        <p:nvSpPr>
          <p:cNvPr id="2494" name="PlaceHolder 4"/>
          <p:cNvSpPr>
            <a:spLocks noGrp="1"/>
          </p:cNvSpPr>
          <p:nvPr>
            <p:ph/>
          </p:nvPr>
        </p:nvSpPr>
        <p:spPr>
          <a:xfrm>
            <a:off x="270000" y="1477800"/>
            <a:ext cx="9360360" cy="39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1900" spc="-2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2495" name="PlaceHolder 5"/>
          <p:cNvSpPr>
            <a:spLocks noGrp="1"/>
          </p:cNvSpPr>
          <p:nvPr>
            <p:ph type="sldNum" idx="191"/>
          </p:nvPr>
        </p:nvSpPr>
        <p:spPr>
          <a:xfrm>
            <a:off x="9264240" y="6601680"/>
            <a:ext cx="374040" cy="14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3727F76-1B8A-4478-B45C-04C093F7A217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96" name="PlaceHolder 6"/>
          <p:cNvSpPr>
            <a:spLocks noGrp="1"/>
          </p:cNvSpPr>
          <p:nvPr>
            <p:ph type="ftr" idx="192"/>
          </p:nvPr>
        </p:nvSpPr>
        <p:spPr>
          <a:xfrm>
            <a:off x="7788240" y="6601680"/>
            <a:ext cx="1534320" cy="1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aphicFrame>
        <p:nvGraphicFramePr>
          <p:cNvPr id="2497" name="Table Placeholder 5"/>
          <p:cNvGraphicFramePr/>
          <p:nvPr/>
        </p:nvGraphicFramePr>
        <p:xfrm>
          <a:off x="470520" y="1969560"/>
          <a:ext cx="8871120" cy="4152960"/>
        </p:xfrm>
        <a:graphic>
          <a:graphicData uri="http://schemas.openxmlformats.org/drawingml/2006/table">
            <a:tbl>
              <a:tblPr/>
              <a:tblGrid>
                <a:gridCol w="127332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</a:tblGrid>
              <a:tr h="42264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JANUARY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30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31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448200">
                <a:tc rowSpan="2"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9360">
                      <a:noFill/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73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8200">
                <a:tc rowSpan="2"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9360">
                      <a:noFill/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73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8200">
                <a:tc rowSpan="2"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9360">
                      <a:noFill/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73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48200">
                <a:tc rowSpan="2"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9360">
                      <a:noFill/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73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8200">
                <a:tc rowSpan="2"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9360">
                      <a:noFill/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73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448200">
                <a:tc rowSpan="2"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9360">
                      <a:noFill/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73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98" name="이등변 삼각형 7"/>
          <p:cNvSpPr/>
          <p:nvPr/>
        </p:nvSpPr>
        <p:spPr>
          <a:xfrm rot="10800000">
            <a:off x="7168680" y="4600440"/>
            <a:ext cx="169920" cy="11304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1880" bIns="118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c51f2a"/>
              </a:solidFill>
              <a:latin typeface="본고딕 Normal"/>
              <a:ea typeface="본고딕 Normal"/>
            </a:endParaRPr>
          </a:p>
        </p:txBody>
      </p:sp>
      <p:sp>
        <p:nvSpPr>
          <p:cNvPr id="2499" name="TextBox 8"/>
          <p:cNvSpPr/>
          <p:nvPr/>
        </p:nvSpPr>
        <p:spPr>
          <a:xfrm>
            <a:off x="7002000" y="4363560"/>
            <a:ext cx="527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51f2a"/>
                </a:solidFill>
                <a:latin typeface="본고딕 Normal"/>
                <a:ea typeface="본고딕 Normal"/>
              </a:rPr>
              <a:t>D-day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7824</TotalTime>
  <Application>LibreOffice/24.2.7.2$Linux_X86_64 LibreOffice_project/420$Build-2</Application>
  <AppVersion>15.0000</AppVersion>
  <Words>70</Words>
  <Paragraphs>34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2019-03-13T02:13:57Z</dcterms:created>
  <dc:creator>heeseung.jang</dc:creator>
  <dc:description/>
  <dc:language>ko-KR</dc:language>
  <cp:lastModifiedBy/>
  <cp:lastPrinted>2025-07-23T03:28:55Z</cp:lastPrinted>
  <dcterms:modified xsi:type="dcterms:W3CDTF">2025-12-23T13:16:12Z</dcterms:modified>
  <cp:revision>298</cp:revision>
  <dc:subject/>
  <dc:title>동국제강그룹  문서 템플릿 통합 계획안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용지(210x297mm)</vt:lpwstr>
  </property>
  <property fmtid="{D5CDD505-2E9C-101B-9397-08002B2CF9AE}" pid="3" name="Slides">
    <vt:i4>10</vt:i4>
  </property>
</Properties>
</file>