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5.vml" ContentType="application/vnd.openxmlformats-officedocument.vmlDrawing"/>
  <Override PartName="/ppt/drawings/vmlDrawing18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5.bin" ContentType="application/vnd.openxmlformats-officedocument.oleObject"/>
  <Override PartName="/ppt/embeddings/oleObject18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3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2"/>
  </p:notesMasterIdLst>
  <p:handoutMasterIdLst>
    <p:handoutMasterId r:id="rId13"/>
  </p:handoutMasterIdLst>
  <p:sldIdLst>
    <p:sldId id="266" r:id="rId2"/>
    <p:sldId id="274" r:id="rId8"/>
    <p:sldId id="270" r:id="rId5"/>
    <p:sldId id="275" r:id="rId10"/>
    <p:sldId id="282" r:id="rId19"/>
    <p:sldId id="286" r:id="rId23"/>
    <p:sldId id="283" r:id="rId20"/>
    <p:sldId id="287" r:id="rId24"/>
    <p:sldId id="288" r:id="rId25"/>
    <p:sldId id="284" r:id="rId21"/>
    <p:sldId id="289" r:id="rId26"/>
    <p:sldId id="285" r:id="rId22"/>
    <p:sldId id="290" r:id="rId27"/>
  </p:sldIdLst>
  <p:sldSz cx="9906000" cy="6858000" type="A4"/>
  <p:notesSz cx="6735763" cy="9866313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452"/>
    <a:srgbClr val="8BA2BB"/>
    <a:srgbClr val="FBEEEA"/>
    <a:srgbClr val="F6EEE0"/>
    <a:srgbClr val="00734A"/>
    <a:srgbClr val="D55633"/>
    <a:srgbClr val="B6B6B6"/>
    <a:srgbClr val="B7D0D4"/>
    <a:srgbClr val="757575"/>
    <a:srgbClr val="E9B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2" autoAdjust="0"/>
    <p:restoredTop sz="96323" autoAdjust="0"/>
  </p:normalViewPr>
  <p:slideViewPr>
    <p:cSldViewPr snapToGrid="0">
      <p:cViewPr varScale="1">
        <p:scale>
          <a:sx n="111" d="100"/>
          <a:sy n="111" d="100"/>
        </p:scale>
        <p:origin x="1416" y="96"/>
      </p:cViewPr>
      <p:guideLst/>
    </p:cSldViewPr>
  </p:slideViewPr>
  <p:outlineViewPr>
    <p:cViewPr>
      <p:scale>
        <a:sx n="33" d="100"/>
        <a:sy n="33" d="100"/>
      </p:scale>
      <p:origin x="0" y="-231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690"/>
    </p:cViewPr>
  </p:sorterViewPr>
  <p:notesViewPr>
    <p:cSldViewPr snapToGrid="0">
      <p:cViewPr varScale="1">
        <p:scale>
          <a:sx n="81" d="100"/>
          <a:sy n="81" d="100"/>
        </p:scale>
        <p:origin x="4008" y="10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tags" Target="tags/tag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/Relationships>
</file>

<file path=ppt/drawings/_rels/vmlDrawing1.vml.rels><?xml version="1.0" encoding="UTF-8"?>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?>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?>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?>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?>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?>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?>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626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D2E4BD13-F898-49E6-A39C-3EB0AB04F83F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626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E2ABDA5-4518-4283-841F-7522E9446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867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r">
              <a:defRPr sz="1300"/>
            </a:lvl1pPr>
          </a:lstStyle>
          <a:p>
            <a:fld id="{C4F66D35-9081-4BC0-9692-D9FCDB08226D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55" tIns="47427" rIns="94855" bIns="4742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4855" tIns="47427" rIns="94855" bIns="47427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r">
              <a:defRPr sz="1300"/>
            </a:lvl1pPr>
          </a:lstStyle>
          <a:p>
            <a:fld id="{EC363959-1759-4AF2-BCD1-A82443016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75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7" Type="http://schemas.openxmlformats.org/officeDocument/2006/relationships/image" Target="../media/image2.png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3.bin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4.bin"/><Relationship Id="rId7" Type="http://schemas.openxmlformats.org/officeDocument/2006/relationships/image" Target="../media/image2.png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Relationship Id="rId6" Type="http://schemas.openxmlformats.org/officeDocument/2006/relationships/image" Target="../media/image4.png"/><Relationship Id="rId7" Type="http://schemas.openxmlformats.org/officeDocument/2006/relationships/image" Target="../media/image2.png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tags" Target="../tags/tag12.xml"/><Relationship Id="rId3" Type="http://schemas.openxmlformats.org/officeDocument/2006/relationships/tags" Target="../tags/tag13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8.bin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tags" Target="../tags/tag14.xml"/><Relationship Id="rId3" Type="http://schemas.openxmlformats.org/officeDocument/2006/relationships/tags" Target="../tags/tag15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9.bin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0.bin"/><Relationship Id="rId7" Type="http://schemas.openxmlformats.org/officeDocument/2006/relationships/image" Target="../media/image2.png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tags" Target="../tags/tag18.xml"/><Relationship Id="rId3" Type="http://schemas.openxmlformats.org/officeDocument/2006/relationships/tags" Target="../tags/tag19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1.bin"/><Relationship Id="rId7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200496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00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6610294" y="2"/>
            <a:ext cx="3295706" cy="6278571"/>
            <a:chOff x="6610294" y="2"/>
            <a:chExt cx="3295706" cy="6278571"/>
          </a:xfrm>
          <a:solidFill>
            <a:schemeClr val="tx2">
              <a:alpha val="5000"/>
            </a:schemeClr>
          </a:solidFill>
        </p:grpSpPr>
        <p:sp>
          <p:nvSpPr>
            <p:cNvPr id="13" name="직사각형 6"/>
            <p:cNvSpPr/>
            <p:nvPr/>
          </p:nvSpPr>
          <p:spPr>
            <a:xfrm rot="2515217">
              <a:off x="6610294" y="3164258"/>
              <a:ext cx="1057133" cy="3114315"/>
            </a:xfrm>
            <a:custGeom>
              <a:avLst/>
              <a:gdLst>
                <a:gd name="connsiteX0" fmla="*/ 0 w 1028870"/>
                <a:gd name="connsiteY0" fmla="*/ 0 h 2292585"/>
                <a:gd name="connsiteX1" fmla="*/ 1028870 w 1028870"/>
                <a:gd name="connsiteY1" fmla="*/ 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915610 w 1028870"/>
                <a:gd name="connsiteY1" fmla="*/ 28731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1020260 w 1028870"/>
                <a:gd name="connsiteY1" fmla="*/ 97338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251001 w 1028870"/>
                <a:gd name="connsiteY0" fmla="*/ 189336 h 2195247"/>
                <a:gd name="connsiteX1" fmla="*/ 1020260 w 1028870"/>
                <a:gd name="connsiteY1" fmla="*/ 0 h 2195247"/>
                <a:gd name="connsiteX2" fmla="*/ 1028870 w 1028870"/>
                <a:gd name="connsiteY2" fmla="*/ 2195247 h 2195247"/>
                <a:gd name="connsiteX3" fmla="*/ 0 w 1028870"/>
                <a:gd name="connsiteY3" fmla="*/ 2195247 h 2195247"/>
                <a:gd name="connsiteX4" fmla="*/ 251001 w 1028870"/>
                <a:gd name="connsiteY4" fmla="*/ 189336 h 2195247"/>
                <a:gd name="connsiteX0" fmla="*/ 0 w 1038054"/>
                <a:gd name="connsiteY0" fmla="*/ 0 h 2309942"/>
                <a:gd name="connsiteX1" fmla="*/ 1029444 w 1038054"/>
                <a:gd name="connsiteY1" fmla="*/ 114695 h 2309942"/>
                <a:gd name="connsiteX2" fmla="*/ 1038054 w 1038054"/>
                <a:gd name="connsiteY2" fmla="*/ 2309942 h 2309942"/>
                <a:gd name="connsiteX3" fmla="*/ 9184 w 1038054"/>
                <a:gd name="connsiteY3" fmla="*/ 2309942 h 2309942"/>
                <a:gd name="connsiteX4" fmla="*/ 0 w 1038054"/>
                <a:gd name="connsiteY4" fmla="*/ 0 h 2309942"/>
                <a:gd name="connsiteX0" fmla="*/ 1104 w 1039158"/>
                <a:gd name="connsiteY0" fmla="*/ 0 h 3112082"/>
                <a:gd name="connsiteX1" fmla="*/ 1030548 w 1039158"/>
                <a:gd name="connsiteY1" fmla="*/ 114695 h 3112082"/>
                <a:gd name="connsiteX2" fmla="*/ 1039158 w 1039158"/>
                <a:gd name="connsiteY2" fmla="*/ 2309942 h 3112082"/>
                <a:gd name="connsiteX3" fmla="*/ 855 w 1039158"/>
                <a:gd name="connsiteY3" fmla="*/ 3112082 h 3112082"/>
                <a:gd name="connsiteX4" fmla="*/ 1104 w 1039158"/>
                <a:gd name="connsiteY4" fmla="*/ 0 h 3112082"/>
                <a:gd name="connsiteX0" fmla="*/ 1104 w 1030548"/>
                <a:gd name="connsiteY0" fmla="*/ 0 h 3112082"/>
                <a:gd name="connsiteX1" fmla="*/ 1030548 w 1030548"/>
                <a:gd name="connsiteY1" fmla="*/ 114695 h 3112082"/>
                <a:gd name="connsiteX2" fmla="*/ 1004594 w 1030548"/>
                <a:gd name="connsiteY2" fmla="*/ 2200163 h 3112082"/>
                <a:gd name="connsiteX3" fmla="*/ 855 w 1030548"/>
                <a:gd name="connsiteY3" fmla="*/ 3112082 h 3112082"/>
                <a:gd name="connsiteX4" fmla="*/ 1104 w 1030548"/>
                <a:gd name="connsiteY4" fmla="*/ 0 h 3112082"/>
                <a:gd name="connsiteX0" fmla="*/ 1104 w 1039307"/>
                <a:gd name="connsiteY0" fmla="*/ 0 h 3112082"/>
                <a:gd name="connsiteX1" fmla="*/ 1030548 w 1039307"/>
                <a:gd name="connsiteY1" fmla="*/ 114695 h 3112082"/>
                <a:gd name="connsiteX2" fmla="*/ 1039307 w 1039307"/>
                <a:gd name="connsiteY2" fmla="*/ 2181796 h 3112082"/>
                <a:gd name="connsiteX3" fmla="*/ 855 w 1039307"/>
                <a:gd name="connsiteY3" fmla="*/ 3112082 h 3112082"/>
                <a:gd name="connsiteX4" fmla="*/ 1104 w 1039307"/>
                <a:gd name="connsiteY4" fmla="*/ 0 h 3112082"/>
                <a:gd name="connsiteX0" fmla="*/ 212739 w 1038484"/>
                <a:gd name="connsiteY0" fmla="*/ 136181 h 2997387"/>
                <a:gd name="connsiteX1" fmla="*/ 1029725 w 1038484"/>
                <a:gd name="connsiteY1" fmla="*/ 0 h 2997387"/>
                <a:gd name="connsiteX2" fmla="*/ 1038484 w 1038484"/>
                <a:gd name="connsiteY2" fmla="*/ 2067101 h 2997387"/>
                <a:gd name="connsiteX3" fmla="*/ 32 w 1038484"/>
                <a:gd name="connsiteY3" fmla="*/ 2997387 h 2997387"/>
                <a:gd name="connsiteX4" fmla="*/ 212739 w 1038484"/>
                <a:gd name="connsiteY4" fmla="*/ 136181 h 2997387"/>
                <a:gd name="connsiteX0" fmla="*/ 10542 w 1038837"/>
                <a:gd name="connsiteY0" fmla="*/ 0 h 3108177"/>
                <a:gd name="connsiteX1" fmla="*/ 1030078 w 1038837"/>
                <a:gd name="connsiteY1" fmla="*/ 110790 h 3108177"/>
                <a:gd name="connsiteX2" fmla="*/ 1038837 w 1038837"/>
                <a:gd name="connsiteY2" fmla="*/ 2177891 h 3108177"/>
                <a:gd name="connsiteX3" fmla="*/ 385 w 1038837"/>
                <a:gd name="connsiteY3" fmla="*/ 3108177 h 3108177"/>
                <a:gd name="connsiteX4" fmla="*/ 10542 w 1038837"/>
                <a:gd name="connsiteY4" fmla="*/ 0 h 3108177"/>
                <a:gd name="connsiteX0" fmla="*/ 103794 w 1038515"/>
                <a:gd name="connsiteY0" fmla="*/ 0 h 3008713"/>
                <a:gd name="connsiteX1" fmla="*/ 1029756 w 1038515"/>
                <a:gd name="connsiteY1" fmla="*/ 11326 h 3008713"/>
                <a:gd name="connsiteX2" fmla="*/ 1038515 w 1038515"/>
                <a:gd name="connsiteY2" fmla="*/ 2078427 h 3008713"/>
                <a:gd name="connsiteX3" fmla="*/ 63 w 1038515"/>
                <a:gd name="connsiteY3" fmla="*/ 3008713 h 3008713"/>
                <a:gd name="connsiteX4" fmla="*/ 103794 w 1038515"/>
                <a:gd name="connsiteY4" fmla="*/ 0 h 3008713"/>
                <a:gd name="connsiteX0" fmla="*/ 1955 w 1039217"/>
                <a:gd name="connsiteY0" fmla="*/ 0 h 3108659"/>
                <a:gd name="connsiteX1" fmla="*/ 1030458 w 1039217"/>
                <a:gd name="connsiteY1" fmla="*/ 111272 h 3108659"/>
                <a:gd name="connsiteX2" fmla="*/ 1039217 w 1039217"/>
                <a:gd name="connsiteY2" fmla="*/ 2178373 h 3108659"/>
                <a:gd name="connsiteX3" fmla="*/ 765 w 1039217"/>
                <a:gd name="connsiteY3" fmla="*/ 3108659 h 3108659"/>
                <a:gd name="connsiteX4" fmla="*/ 1955 w 1039217"/>
                <a:gd name="connsiteY4" fmla="*/ 0 h 3108659"/>
                <a:gd name="connsiteX0" fmla="*/ 6417 w 1043679"/>
                <a:gd name="connsiteY0" fmla="*/ 0 h 3112902"/>
                <a:gd name="connsiteX1" fmla="*/ 1034920 w 1043679"/>
                <a:gd name="connsiteY1" fmla="*/ 111272 h 3112902"/>
                <a:gd name="connsiteX2" fmla="*/ 1043679 w 1043679"/>
                <a:gd name="connsiteY2" fmla="*/ 2178373 h 3112902"/>
                <a:gd name="connsiteX3" fmla="*/ 503 w 1043679"/>
                <a:gd name="connsiteY3" fmla="*/ 3112902 h 3112902"/>
                <a:gd name="connsiteX4" fmla="*/ 6417 w 1043679"/>
                <a:gd name="connsiteY4" fmla="*/ 0 h 3112902"/>
                <a:gd name="connsiteX0" fmla="*/ 6417 w 1043679"/>
                <a:gd name="connsiteY0" fmla="*/ 0 h 3112903"/>
                <a:gd name="connsiteX1" fmla="*/ 1034920 w 1043679"/>
                <a:gd name="connsiteY1" fmla="*/ 111272 h 3112903"/>
                <a:gd name="connsiteX2" fmla="*/ 1043679 w 1043679"/>
                <a:gd name="connsiteY2" fmla="*/ 2178373 h 3112903"/>
                <a:gd name="connsiteX3" fmla="*/ 503 w 1043679"/>
                <a:gd name="connsiteY3" fmla="*/ 3112903 h 3112903"/>
                <a:gd name="connsiteX4" fmla="*/ 6417 w 1043679"/>
                <a:gd name="connsiteY4" fmla="*/ 0 h 3112903"/>
                <a:gd name="connsiteX0" fmla="*/ 6417 w 1041799"/>
                <a:gd name="connsiteY0" fmla="*/ 0 h 3112903"/>
                <a:gd name="connsiteX1" fmla="*/ 1034920 w 1041799"/>
                <a:gd name="connsiteY1" fmla="*/ 111272 h 3112903"/>
                <a:gd name="connsiteX2" fmla="*/ 1041799 w 1041799"/>
                <a:gd name="connsiteY2" fmla="*/ 2171527 h 3112903"/>
                <a:gd name="connsiteX3" fmla="*/ 503 w 1041799"/>
                <a:gd name="connsiteY3" fmla="*/ 3112903 h 3112903"/>
                <a:gd name="connsiteX4" fmla="*/ 6417 w 1041799"/>
                <a:gd name="connsiteY4" fmla="*/ 0 h 3112903"/>
                <a:gd name="connsiteX0" fmla="*/ 12622 w 1048004"/>
                <a:gd name="connsiteY0" fmla="*/ 0 h 3105816"/>
                <a:gd name="connsiteX1" fmla="*/ 1041125 w 1048004"/>
                <a:gd name="connsiteY1" fmla="*/ 111272 h 3105816"/>
                <a:gd name="connsiteX2" fmla="*/ 1048004 w 1048004"/>
                <a:gd name="connsiteY2" fmla="*/ 2171527 h 3105816"/>
                <a:gd name="connsiteX3" fmla="*/ 344 w 1048004"/>
                <a:gd name="connsiteY3" fmla="*/ 3105816 h 3105816"/>
                <a:gd name="connsiteX4" fmla="*/ 12622 w 1048004"/>
                <a:gd name="connsiteY4" fmla="*/ 0 h 3105816"/>
                <a:gd name="connsiteX0" fmla="*/ 11417 w 1046799"/>
                <a:gd name="connsiteY0" fmla="*/ 0 h 3114315"/>
                <a:gd name="connsiteX1" fmla="*/ 1039920 w 1046799"/>
                <a:gd name="connsiteY1" fmla="*/ 111272 h 3114315"/>
                <a:gd name="connsiteX2" fmla="*/ 1046799 w 1046799"/>
                <a:gd name="connsiteY2" fmla="*/ 2171527 h 3114315"/>
                <a:gd name="connsiteX3" fmla="*/ 368 w 1046799"/>
                <a:gd name="connsiteY3" fmla="*/ 3114315 h 3114315"/>
                <a:gd name="connsiteX4" fmla="*/ 11417 w 1046799"/>
                <a:gd name="connsiteY4" fmla="*/ 0 h 3114315"/>
                <a:gd name="connsiteX0" fmla="*/ 11417 w 1051571"/>
                <a:gd name="connsiteY0" fmla="*/ 0 h 3114315"/>
                <a:gd name="connsiteX1" fmla="*/ 1039920 w 1051571"/>
                <a:gd name="connsiteY1" fmla="*/ 111272 h 3114315"/>
                <a:gd name="connsiteX2" fmla="*/ 1051571 w 1051571"/>
                <a:gd name="connsiteY2" fmla="*/ 2176842 h 3114315"/>
                <a:gd name="connsiteX3" fmla="*/ 368 w 1051571"/>
                <a:gd name="connsiteY3" fmla="*/ 3114315 h 3114315"/>
                <a:gd name="connsiteX4" fmla="*/ 11417 w 1051571"/>
                <a:gd name="connsiteY4" fmla="*/ 0 h 3114315"/>
                <a:gd name="connsiteX0" fmla="*/ 11417 w 1048390"/>
                <a:gd name="connsiteY0" fmla="*/ 0 h 3114315"/>
                <a:gd name="connsiteX1" fmla="*/ 1039920 w 1048390"/>
                <a:gd name="connsiteY1" fmla="*/ 111272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48390"/>
                <a:gd name="connsiteY0" fmla="*/ 0 h 3114315"/>
                <a:gd name="connsiteX1" fmla="*/ 969553 w 1048390"/>
                <a:gd name="connsiteY1" fmla="*/ 196855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57133"/>
                <a:gd name="connsiteY0" fmla="*/ 0 h 3114315"/>
                <a:gd name="connsiteX1" fmla="*/ 1056735 w 1057133"/>
                <a:gd name="connsiteY1" fmla="*/ 112176 h 3114315"/>
                <a:gd name="connsiteX2" fmla="*/ 1048390 w 1057133"/>
                <a:gd name="connsiteY2" fmla="*/ 2173299 h 3114315"/>
                <a:gd name="connsiteX3" fmla="*/ 368 w 1057133"/>
                <a:gd name="connsiteY3" fmla="*/ 3114315 h 3114315"/>
                <a:gd name="connsiteX4" fmla="*/ 11417 w 1057133"/>
                <a:gd name="connsiteY4" fmla="*/ 0 h 311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7"/>
            <p:cNvSpPr/>
            <p:nvPr/>
          </p:nvSpPr>
          <p:spPr>
            <a:xfrm>
              <a:off x="7094538" y="2"/>
              <a:ext cx="2811462" cy="2545556"/>
            </a:xfrm>
            <a:custGeom>
              <a:avLst/>
              <a:gdLst>
                <a:gd name="connsiteX0" fmla="*/ 0 w 2776537"/>
                <a:gd name="connsiteY0" fmla="*/ 0 h 1762125"/>
                <a:gd name="connsiteX1" fmla="*/ 2776537 w 2776537"/>
                <a:gd name="connsiteY1" fmla="*/ 0 h 1762125"/>
                <a:gd name="connsiteX2" fmla="*/ 2776537 w 2776537"/>
                <a:gd name="connsiteY2" fmla="*/ 1762125 h 1762125"/>
                <a:gd name="connsiteX3" fmla="*/ 0 w 2776537"/>
                <a:gd name="connsiteY3" fmla="*/ 1762125 h 1762125"/>
                <a:gd name="connsiteX4" fmla="*/ 0 w 2776537"/>
                <a:gd name="connsiteY4" fmla="*/ 0 h 1762125"/>
                <a:gd name="connsiteX0" fmla="*/ 0 w 2786062"/>
                <a:gd name="connsiteY0" fmla="*/ 0 h 1762125"/>
                <a:gd name="connsiteX1" fmla="*/ 2776537 w 2786062"/>
                <a:gd name="connsiteY1" fmla="*/ 0 h 1762125"/>
                <a:gd name="connsiteX2" fmla="*/ 2786062 w 2786062"/>
                <a:gd name="connsiteY2" fmla="*/ 476250 h 1762125"/>
                <a:gd name="connsiteX3" fmla="*/ 0 w 2786062"/>
                <a:gd name="connsiteY3" fmla="*/ 1762125 h 1762125"/>
                <a:gd name="connsiteX4" fmla="*/ 0 w 2786062"/>
                <a:gd name="connsiteY4" fmla="*/ 0 h 1762125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4762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3619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805112"/>
                <a:gd name="connsiteY0" fmla="*/ 1766887 h 2533650"/>
                <a:gd name="connsiteX1" fmla="*/ 2795587 w 2805112"/>
                <a:gd name="connsiteY1" fmla="*/ 0 h 2533650"/>
                <a:gd name="connsiteX2" fmla="*/ 2805112 w 2805112"/>
                <a:gd name="connsiteY2" fmla="*/ 361950 h 2533650"/>
                <a:gd name="connsiteX3" fmla="*/ 671512 w 2805112"/>
                <a:gd name="connsiteY3" fmla="*/ 2533650 h 2533650"/>
                <a:gd name="connsiteX4" fmla="*/ 0 w 2805112"/>
                <a:gd name="connsiteY4" fmla="*/ 1766887 h 2533650"/>
                <a:gd name="connsiteX0" fmla="*/ 0 w 2805112"/>
                <a:gd name="connsiteY0" fmla="*/ 1766887 h 2533650"/>
                <a:gd name="connsiteX1" fmla="*/ 2081211 w 2805112"/>
                <a:gd name="connsiteY1" fmla="*/ 461962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6 w 2805112"/>
                <a:gd name="connsiteY1" fmla="*/ 14287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647824 w 2805112"/>
                <a:gd name="connsiteY1" fmla="*/ 9524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7 w 2805112"/>
                <a:gd name="connsiteY1" fmla="*/ 4761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790825 w 2795587"/>
                <a:gd name="connsiteY3" fmla="*/ 37623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581275 w 2795587"/>
                <a:gd name="connsiteY3" fmla="*/ 23018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7503"/>
                <a:gd name="connsiteY0" fmla="*/ 1766887 h 2533650"/>
                <a:gd name="connsiteX1" fmla="*/ 1576387 w 2797503"/>
                <a:gd name="connsiteY1" fmla="*/ 476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919287 w 2797503"/>
                <a:gd name="connsiteY1" fmla="*/ 619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582737 w 2797503"/>
                <a:gd name="connsiteY1" fmla="*/ 111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810203"/>
                <a:gd name="connsiteY0" fmla="*/ 1728787 h 2533650"/>
                <a:gd name="connsiteX1" fmla="*/ 1595437 w 2810203"/>
                <a:gd name="connsiteY1" fmla="*/ 11111 h 2533650"/>
                <a:gd name="connsiteX2" fmla="*/ 2808287 w 2810203"/>
                <a:gd name="connsiteY2" fmla="*/ 0 h 2533650"/>
                <a:gd name="connsiteX3" fmla="*/ 2809875 w 2810203"/>
                <a:gd name="connsiteY3" fmla="*/ 185737 h 2533650"/>
                <a:gd name="connsiteX4" fmla="*/ 684212 w 2810203"/>
                <a:gd name="connsiteY4" fmla="*/ 2533650 h 2533650"/>
                <a:gd name="connsiteX5" fmla="*/ 0 w 2810203"/>
                <a:gd name="connsiteY5" fmla="*/ 1728787 h 2533650"/>
                <a:gd name="connsiteX0" fmla="*/ 0 w 2803853"/>
                <a:gd name="connsiteY0" fmla="*/ 17922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92287 h 2533650"/>
                <a:gd name="connsiteX0" fmla="*/ 0 w 2803853"/>
                <a:gd name="connsiteY0" fmla="*/ 17668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4623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017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13378"/>
                <a:gd name="connsiteY0" fmla="*/ 1759744 h 2533650"/>
                <a:gd name="connsiteX1" fmla="*/ 1611312 w 2813378"/>
                <a:gd name="connsiteY1" fmla="*/ 11111 h 2533650"/>
                <a:gd name="connsiteX2" fmla="*/ 2811462 w 2813378"/>
                <a:gd name="connsiteY2" fmla="*/ 0 h 2533650"/>
                <a:gd name="connsiteX3" fmla="*/ 2813050 w 2813378"/>
                <a:gd name="connsiteY3" fmla="*/ 185737 h 2533650"/>
                <a:gd name="connsiteX4" fmla="*/ 687387 w 2813378"/>
                <a:gd name="connsiteY4" fmla="*/ 2533650 h 2533650"/>
                <a:gd name="connsiteX5" fmla="*/ 0 w 2813378"/>
                <a:gd name="connsiteY5" fmla="*/ 1759744 h 2533650"/>
                <a:gd name="connsiteX0" fmla="*/ 0 w 2813378"/>
                <a:gd name="connsiteY0" fmla="*/ 1759744 h 2538413"/>
                <a:gd name="connsiteX1" fmla="*/ 1611312 w 2813378"/>
                <a:gd name="connsiteY1" fmla="*/ 11111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71449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92880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1462"/>
                <a:gd name="connsiteY0" fmla="*/ 1759744 h 2538413"/>
                <a:gd name="connsiteX1" fmla="*/ 1585118 w 2811462"/>
                <a:gd name="connsiteY1" fmla="*/ 3967 h 2538413"/>
                <a:gd name="connsiteX2" fmla="*/ 2811462 w 2811462"/>
                <a:gd name="connsiteY2" fmla="*/ 0 h 2538413"/>
                <a:gd name="connsiteX3" fmla="*/ 2808288 w 2811462"/>
                <a:gd name="connsiteY3" fmla="*/ 202405 h 2538413"/>
                <a:gd name="connsiteX4" fmla="*/ 699293 w 2811462"/>
                <a:gd name="connsiteY4" fmla="*/ 2538413 h 2538413"/>
                <a:gd name="connsiteX5" fmla="*/ 0 w 2811462"/>
                <a:gd name="connsiteY5" fmla="*/ 1759744 h 2538413"/>
                <a:gd name="connsiteX0" fmla="*/ 0 w 2811462"/>
                <a:gd name="connsiteY0" fmla="*/ 1759744 h 2545556"/>
                <a:gd name="connsiteX1" fmla="*/ 1585118 w 2811462"/>
                <a:gd name="connsiteY1" fmla="*/ 3967 h 2545556"/>
                <a:gd name="connsiteX2" fmla="*/ 2811462 w 2811462"/>
                <a:gd name="connsiteY2" fmla="*/ 0 h 2545556"/>
                <a:gd name="connsiteX3" fmla="*/ 2808288 w 2811462"/>
                <a:gd name="connsiteY3" fmla="*/ 202405 h 2545556"/>
                <a:gd name="connsiteX4" fmla="*/ 701674 w 2811462"/>
                <a:gd name="connsiteY4" fmla="*/ 2545556 h 2545556"/>
                <a:gd name="connsiteX5" fmla="*/ 0 w 2811462"/>
                <a:gd name="connsiteY5" fmla="*/ 1759744 h 254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 15"/>
            <p:cNvSpPr/>
            <p:nvPr/>
          </p:nvSpPr>
          <p:spPr>
            <a:xfrm rot="16200000">
              <a:off x="6964057" y="1904241"/>
              <a:ext cx="4048125" cy="1835761"/>
            </a:xfrm>
            <a:custGeom>
              <a:avLst/>
              <a:gdLst>
                <a:gd name="connsiteX0" fmla="*/ 4048125 w 4048125"/>
                <a:gd name="connsiteY0" fmla="*/ 1831975 h 1835761"/>
                <a:gd name="connsiteX1" fmla="*/ 3008312 w 4048125"/>
                <a:gd name="connsiteY1" fmla="*/ 1830387 h 1835761"/>
                <a:gd name="connsiteX2" fmla="*/ 2366590 w 4048125"/>
                <a:gd name="connsiteY2" fmla="*/ 1829408 h 1835761"/>
                <a:gd name="connsiteX3" fmla="*/ 2014538 w 4048125"/>
                <a:gd name="connsiteY3" fmla="*/ 1507999 h 1835761"/>
                <a:gd name="connsiteX4" fmla="*/ 1679543 w 4048125"/>
                <a:gd name="connsiteY4" fmla="*/ 1830956 h 1835761"/>
                <a:gd name="connsiteX5" fmla="*/ 1117600 w 4048125"/>
                <a:gd name="connsiteY5" fmla="*/ 1835150 h 1835761"/>
                <a:gd name="connsiteX6" fmla="*/ 0 w 4048125"/>
                <a:gd name="connsiteY6" fmla="*/ 1835150 h 1835761"/>
                <a:gd name="connsiteX7" fmla="*/ 2019300 w 4048125"/>
                <a:gd name="connsiteY7" fmla="*/ 0 h 1835761"/>
                <a:gd name="connsiteX8" fmla="*/ 4048125 w 4048125"/>
                <a:gd name="connsiteY8" fmla="*/ 1831975 h 183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동국시스템즈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White_Big</a:t>
            </a:r>
            <a:r>
              <a:rPr lang="en-US" altLang="ko-KR" dirty="0" smtClean="0"/>
              <a:t> K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3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350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Small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744061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40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2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동국시스템즈 문서 표지 양식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err="1" smtClean="0"/>
              <a:t>White_Small</a:t>
            </a:r>
            <a:r>
              <a:rPr lang="en-US" altLang="ko-KR" dirty="0" smtClean="0"/>
              <a:t> K </a:t>
            </a:r>
            <a:r>
              <a:rPr lang="ko-KR" altLang="en-US" dirty="0" smtClean="0"/>
              <a:t>버전</a:t>
            </a: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308" y="2454795"/>
            <a:ext cx="2361692" cy="3264383"/>
          </a:xfrm>
          <a:prstGeom prst="rect">
            <a:avLst/>
          </a:prstGeom>
        </p:spPr>
      </p:pic>
      <p:sp>
        <p:nvSpPr>
          <p:cNvPr id="11" name="직사각형 10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3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5964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6068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Clean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668871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656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9" name="개체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동국시스템즈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White_Clean</a:t>
            </a:r>
            <a:r>
              <a:rPr lang="en-US" altLang="ko-KR" dirty="0" smtClean="0"/>
              <a:t>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3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4390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>
          <p15:clr>
            <a:srgbClr val="FBAE40"/>
          </p15:clr>
        </p15:guide>
        <p15:guide id="4" pos="6068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Small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211680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73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/>
          <p:cNvSpPr/>
          <p:nvPr userDrawn="1"/>
        </p:nvSpPr>
        <p:spPr>
          <a:xfrm>
            <a:off x="1" y="-5622"/>
            <a:ext cx="9906000" cy="6154911"/>
          </a:xfrm>
          <a:prstGeom prst="rect">
            <a:avLst/>
          </a:prstGeom>
          <a:gradFill>
            <a:gsLst>
              <a:gs pos="0">
                <a:srgbClr val="4B647F"/>
              </a:gs>
              <a:gs pos="80000">
                <a:srgbClr val="0F1F3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721683" y="1906080"/>
            <a:ext cx="74502" cy="431329"/>
          </a:xfrm>
          <a:prstGeom prst="rect">
            <a:avLst/>
          </a:prstGeom>
        </p:spPr>
      </p:pic>
      <p:sp>
        <p:nvSpPr>
          <p:cNvPr id="15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solidFill>
                  <a:schemeClr val="bg1">
                    <a:lumMod val="8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308" y="2454795"/>
            <a:ext cx="2361692" cy="3264383"/>
          </a:xfrm>
          <a:prstGeom prst="rect">
            <a:avLst/>
          </a:prstGeom>
        </p:spPr>
      </p:pic>
      <p:sp>
        <p:nvSpPr>
          <p:cNvPr id="12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동국시스템즈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Color_Small</a:t>
            </a:r>
            <a:r>
              <a:rPr lang="en-US" altLang="ko-KR" dirty="0" smtClean="0"/>
              <a:t> K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3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26602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 userDrawn="1">
          <p15:clr>
            <a:srgbClr val="FBAE40"/>
          </p15:clr>
        </p15:guide>
        <p15:guide id="3" orient="horz" pos="2047" userDrawn="1">
          <p15:clr>
            <a:srgbClr val="FBAE40"/>
          </p15:clr>
        </p15:guide>
        <p15:guide id="4" orient="horz" pos="1434" userDrawn="1">
          <p15:clr>
            <a:srgbClr val="FBAE40"/>
          </p15:clr>
        </p15:guide>
        <p15:guide id="5" pos="26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Clean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514668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703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2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/>
          <p:cNvSpPr/>
          <p:nvPr userDrawn="1"/>
        </p:nvSpPr>
        <p:spPr>
          <a:xfrm>
            <a:off x="1" y="-5622"/>
            <a:ext cx="9906000" cy="6154911"/>
          </a:xfrm>
          <a:prstGeom prst="rect">
            <a:avLst/>
          </a:prstGeom>
          <a:gradFill>
            <a:gsLst>
              <a:gs pos="0">
                <a:srgbClr val="4B647F"/>
              </a:gs>
              <a:gs pos="80000">
                <a:srgbClr val="0F1F3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721683" y="1906080"/>
            <a:ext cx="74502" cy="431329"/>
          </a:xfrm>
          <a:prstGeom prst="rect">
            <a:avLst/>
          </a:prstGeom>
        </p:spPr>
      </p:pic>
      <p:sp>
        <p:nvSpPr>
          <p:cNvPr id="15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solidFill>
                  <a:schemeClr val="bg1">
                    <a:lumMod val="8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동국시스템즈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Color_Clean</a:t>
            </a:r>
            <a:r>
              <a:rPr lang="en-US" altLang="ko-KR" dirty="0" smtClean="0"/>
              <a:t> </a:t>
            </a:r>
            <a:r>
              <a:rPr lang="ko-KR" altLang="en-US" dirty="0" smtClean="0"/>
              <a:t>버전</a:t>
            </a: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3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8830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047">
          <p15:clr>
            <a:srgbClr val="FBAE40"/>
          </p15:clr>
        </p15:guide>
        <p15:guide id="4" orient="horz" pos="1434">
          <p15:clr>
            <a:srgbClr val="FBAE40"/>
          </p15:clr>
        </p15:guide>
        <p15:guide id="5" pos="2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547792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321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그림 2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05"/>
          <a:stretch/>
        </p:blipFill>
        <p:spPr>
          <a:xfrm>
            <a:off x="0" y="3197"/>
            <a:ext cx="9906000" cy="5525487"/>
          </a:xfrm>
          <a:prstGeom prst="rect">
            <a:avLst/>
          </a:prstGeom>
        </p:spPr>
      </p:pic>
      <p:grpSp>
        <p:nvGrpSpPr>
          <p:cNvPr id="9" name="그룹 8"/>
          <p:cNvGrpSpPr/>
          <p:nvPr userDrawn="1"/>
        </p:nvGrpSpPr>
        <p:grpSpPr>
          <a:xfrm>
            <a:off x="6610294" y="2"/>
            <a:ext cx="3295706" cy="6278571"/>
            <a:chOff x="6610294" y="2"/>
            <a:chExt cx="3295706" cy="6278571"/>
          </a:xfrm>
          <a:solidFill>
            <a:schemeClr val="tx2">
              <a:alpha val="5000"/>
            </a:schemeClr>
          </a:solidFill>
        </p:grpSpPr>
        <p:sp>
          <p:nvSpPr>
            <p:cNvPr id="10" name="직사각형 6"/>
            <p:cNvSpPr/>
            <p:nvPr/>
          </p:nvSpPr>
          <p:spPr>
            <a:xfrm rot="2515217">
              <a:off x="6610294" y="3164258"/>
              <a:ext cx="1057133" cy="3114315"/>
            </a:xfrm>
            <a:custGeom>
              <a:avLst/>
              <a:gdLst>
                <a:gd name="connsiteX0" fmla="*/ 0 w 1028870"/>
                <a:gd name="connsiteY0" fmla="*/ 0 h 2292585"/>
                <a:gd name="connsiteX1" fmla="*/ 1028870 w 1028870"/>
                <a:gd name="connsiteY1" fmla="*/ 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915610 w 1028870"/>
                <a:gd name="connsiteY1" fmla="*/ 28731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1020260 w 1028870"/>
                <a:gd name="connsiteY1" fmla="*/ 97338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251001 w 1028870"/>
                <a:gd name="connsiteY0" fmla="*/ 189336 h 2195247"/>
                <a:gd name="connsiteX1" fmla="*/ 1020260 w 1028870"/>
                <a:gd name="connsiteY1" fmla="*/ 0 h 2195247"/>
                <a:gd name="connsiteX2" fmla="*/ 1028870 w 1028870"/>
                <a:gd name="connsiteY2" fmla="*/ 2195247 h 2195247"/>
                <a:gd name="connsiteX3" fmla="*/ 0 w 1028870"/>
                <a:gd name="connsiteY3" fmla="*/ 2195247 h 2195247"/>
                <a:gd name="connsiteX4" fmla="*/ 251001 w 1028870"/>
                <a:gd name="connsiteY4" fmla="*/ 189336 h 2195247"/>
                <a:gd name="connsiteX0" fmla="*/ 0 w 1038054"/>
                <a:gd name="connsiteY0" fmla="*/ 0 h 2309942"/>
                <a:gd name="connsiteX1" fmla="*/ 1029444 w 1038054"/>
                <a:gd name="connsiteY1" fmla="*/ 114695 h 2309942"/>
                <a:gd name="connsiteX2" fmla="*/ 1038054 w 1038054"/>
                <a:gd name="connsiteY2" fmla="*/ 2309942 h 2309942"/>
                <a:gd name="connsiteX3" fmla="*/ 9184 w 1038054"/>
                <a:gd name="connsiteY3" fmla="*/ 2309942 h 2309942"/>
                <a:gd name="connsiteX4" fmla="*/ 0 w 1038054"/>
                <a:gd name="connsiteY4" fmla="*/ 0 h 2309942"/>
                <a:gd name="connsiteX0" fmla="*/ 1104 w 1039158"/>
                <a:gd name="connsiteY0" fmla="*/ 0 h 3112082"/>
                <a:gd name="connsiteX1" fmla="*/ 1030548 w 1039158"/>
                <a:gd name="connsiteY1" fmla="*/ 114695 h 3112082"/>
                <a:gd name="connsiteX2" fmla="*/ 1039158 w 1039158"/>
                <a:gd name="connsiteY2" fmla="*/ 2309942 h 3112082"/>
                <a:gd name="connsiteX3" fmla="*/ 855 w 1039158"/>
                <a:gd name="connsiteY3" fmla="*/ 3112082 h 3112082"/>
                <a:gd name="connsiteX4" fmla="*/ 1104 w 1039158"/>
                <a:gd name="connsiteY4" fmla="*/ 0 h 3112082"/>
                <a:gd name="connsiteX0" fmla="*/ 1104 w 1030548"/>
                <a:gd name="connsiteY0" fmla="*/ 0 h 3112082"/>
                <a:gd name="connsiteX1" fmla="*/ 1030548 w 1030548"/>
                <a:gd name="connsiteY1" fmla="*/ 114695 h 3112082"/>
                <a:gd name="connsiteX2" fmla="*/ 1004594 w 1030548"/>
                <a:gd name="connsiteY2" fmla="*/ 2200163 h 3112082"/>
                <a:gd name="connsiteX3" fmla="*/ 855 w 1030548"/>
                <a:gd name="connsiteY3" fmla="*/ 3112082 h 3112082"/>
                <a:gd name="connsiteX4" fmla="*/ 1104 w 1030548"/>
                <a:gd name="connsiteY4" fmla="*/ 0 h 3112082"/>
                <a:gd name="connsiteX0" fmla="*/ 1104 w 1039307"/>
                <a:gd name="connsiteY0" fmla="*/ 0 h 3112082"/>
                <a:gd name="connsiteX1" fmla="*/ 1030548 w 1039307"/>
                <a:gd name="connsiteY1" fmla="*/ 114695 h 3112082"/>
                <a:gd name="connsiteX2" fmla="*/ 1039307 w 1039307"/>
                <a:gd name="connsiteY2" fmla="*/ 2181796 h 3112082"/>
                <a:gd name="connsiteX3" fmla="*/ 855 w 1039307"/>
                <a:gd name="connsiteY3" fmla="*/ 3112082 h 3112082"/>
                <a:gd name="connsiteX4" fmla="*/ 1104 w 1039307"/>
                <a:gd name="connsiteY4" fmla="*/ 0 h 3112082"/>
                <a:gd name="connsiteX0" fmla="*/ 212739 w 1038484"/>
                <a:gd name="connsiteY0" fmla="*/ 136181 h 2997387"/>
                <a:gd name="connsiteX1" fmla="*/ 1029725 w 1038484"/>
                <a:gd name="connsiteY1" fmla="*/ 0 h 2997387"/>
                <a:gd name="connsiteX2" fmla="*/ 1038484 w 1038484"/>
                <a:gd name="connsiteY2" fmla="*/ 2067101 h 2997387"/>
                <a:gd name="connsiteX3" fmla="*/ 32 w 1038484"/>
                <a:gd name="connsiteY3" fmla="*/ 2997387 h 2997387"/>
                <a:gd name="connsiteX4" fmla="*/ 212739 w 1038484"/>
                <a:gd name="connsiteY4" fmla="*/ 136181 h 2997387"/>
                <a:gd name="connsiteX0" fmla="*/ 10542 w 1038837"/>
                <a:gd name="connsiteY0" fmla="*/ 0 h 3108177"/>
                <a:gd name="connsiteX1" fmla="*/ 1030078 w 1038837"/>
                <a:gd name="connsiteY1" fmla="*/ 110790 h 3108177"/>
                <a:gd name="connsiteX2" fmla="*/ 1038837 w 1038837"/>
                <a:gd name="connsiteY2" fmla="*/ 2177891 h 3108177"/>
                <a:gd name="connsiteX3" fmla="*/ 385 w 1038837"/>
                <a:gd name="connsiteY3" fmla="*/ 3108177 h 3108177"/>
                <a:gd name="connsiteX4" fmla="*/ 10542 w 1038837"/>
                <a:gd name="connsiteY4" fmla="*/ 0 h 3108177"/>
                <a:gd name="connsiteX0" fmla="*/ 103794 w 1038515"/>
                <a:gd name="connsiteY0" fmla="*/ 0 h 3008713"/>
                <a:gd name="connsiteX1" fmla="*/ 1029756 w 1038515"/>
                <a:gd name="connsiteY1" fmla="*/ 11326 h 3008713"/>
                <a:gd name="connsiteX2" fmla="*/ 1038515 w 1038515"/>
                <a:gd name="connsiteY2" fmla="*/ 2078427 h 3008713"/>
                <a:gd name="connsiteX3" fmla="*/ 63 w 1038515"/>
                <a:gd name="connsiteY3" fmla="*/ 3008713 h 3008713"/>
                <a:gd name="connsiteX4" fmla="*/ 103794 w 1038515"/>
                <a:gd name="connsiteY4" fmla="*/ 0 h 3008713"/>
                <a:gd name="connsiteX0" fmla="*/ 1955 w 1039217"/>
                <a:gd name="connsiteY0" fmla="*/ 0 h 3108659"/>
                <a:gd name="connsiteX1" fmla="*/ 1030458 w 1039217"/>
                <a:gd name="connsiteY1" fmla="*/ 111272 h 3108659"/>
                <a:gd name="connsiteX2" fmla="*/ 1039217 w 1039217"/>
                <a:gd name="connsiteY2" fmla="*/ 2178373 h 3108659"/>
                <a:gd name="connsiteX3" fmla="*/ 765 w 1039217"/>
                <a:gd name="connsiteY3" fmla="*/ 3108659 h 3108659"/>
                <a:gd name="connsiteX4" fmla="*/ 1955 w 1039217"/>
                <a:gd name="connsiteY4" fmla="*/ 0 h 3108659"/>
                <a:gd name="connsiteX0" fmla="*/ 6417 w 1043679"/>
                <a:gd name="connsiteY0" fmla="*/ 0 h 3112902"/>
                <a:gd name="connsiteX1" fmla="*/ 1034920 w 1043679"/>
                <a:gd name="connsiteY1" fmla="*/ 111272 h 3112902"/>
                <a:gd name="connsiteX2" fmla="*/ 1043679 w 1043679"/>
                <a:gd name="connsiteY2" fmla="*/ 2178373 h 3112902"/>
                <a:gd name="connsiteX3" fmla="*/ 503 w 1043679"/>
                <a:gd name="connsiteY3" fmla="*/ 3112902 h 3112902"/>
                <a:gd name="connsiteX4" fmla="*/ 6417 w 1043679"/>
                <a:gd name="connsiteY4" fmla="*/ 0 h 3112902"/>
                <a:gd name="connsiteX0" fmla="*/ 6417 w 1043679"/>
                <a:gd name="connsiteY0" fmla="*/ 0 h 3112903"/>
                <a:gd name="connsiteX1" fmla="*/ 1034920 w 1043679"/>
                <a:gd name="connsiteY1" fmla="*/ 111272 h 3112903"/>
                <a:gd name="connsiteX2" fmla="*/ 1043679 w 1043679"/>
                <a:gd name="connsiteY2" fmla="*/ 2178373 h 3112903"/>
                <a:gd name="connsiteX3" fmla="*/ 503 w 1043679"/>
                <a:gd name="connsiteY3" fmla="*/ 3112903 h 3112903"/>
                <a:gd name="connsiteX4" fmla="*/ 6417 w 1043679"/>
                <a:gd name="connsiteY4" fmla="*/ 0 h 3112903"/>
                <a:gd name="connsiteX0" fmla="*/ 6417 w 1041799"/>
                <a:gd name="connsiteY0" fmla="*/ 0 h 3112903"/>
                <a:gd name="connsiteX1" fmla="*/ 1034920 w 1041799"/>
                <a:gd name="connsiteY1" fmla="*/ 111272 h 3112903"/>
                <a:gd name="connsiteX2" fmla="*/ 1041799 w 1041799"/>
                <a:gd name="connsiteY2" fmla="*/ 2171527 h 3112903"/>
                <a:gd name="connsiteX3" fmla="*/ 503 w 1041799"/>
                <a:gd name="connsiteY3" fmla="*/ 3112903 h 3112903"/>
                <a:gd name="connsiteX4" fmla="*/ 6417 w 1041799"/>
                <a:gd name="connsiteY4" fmla="*/ 0 h 3112903"/>
                <a:gd name="connsiteX0" fmla="*/ 12622 w 1048004"/>
                <a:gd name="connsiteY0" fmla="*/ 0 h 3105816"/>
                <a:gd name="connsiteX1" fmla="*/ 1041125 w 1048004"/>
                <a:gd name="connsiteY1" fmla="*/ 111272 h 3105816"/>
                <a:gd name="connsiteX2" fmla="*/ 1048004 w 1048004"/>
                <a:gd name="connsiteY2" fmla="*/ 2171527 h 3105816"/>
                <a:gd name="connsiteX3" fmla="*/ 344 w 1048004"/>
                <a:gd name="connsiteY3" fmla="*/ 3105816 h 3105816"/>
                <a:gd name="connsiteX4" fmla="*/ 12622 w 1048004"/>
                <a:gd name="connsiteY4" fmla="*/ 0 h 3105816"/>
                <a:gd name="connsiteX0" fmla="*/ 11417 w 1046799"/>
                <a:gd name="connsiteY0" fmla="*/ 0 h 3114315"/>
                <a:gd name="connsiteX1" fmla="*/ 1039920 w 1046799"/>
                <a:gd name="connsiteY1" fmla="*/ 111272 h 3114315"/>
                <a:gd name="connsiteX2" fmla="*/ 1046799 w 1046799"/>
                <a:gd name="connsiteY2" fmla="*/ 2171527 h 3114315"/>
                <a:gd name="connsiteX3" fmla="*/ 368 w 1046799"/>
                <a:gd name="connsiteY3" fmla="*/ 3114315 h 3114315"/>
                <a:gd name="connsiteX4" fmla="*/ 11417 w 1046799"/>
                <a:gd name="connsiteY4" fmla="*/ 0 h 3114315"/>
                <a:gd name="connsiteX0" fmla="*/ 11417 w 1051571"/>
                <a:gd name="connsiteY0" fmla="*/ 0 h 3114315"/>
                <a:gd name="connsiteX1" fmla="*/ 1039920 w 1051571"/>
                <a:gd name="connsiteY1" fmla="*/ 111272 h 3114315"/>
                <a:gd name="connsiteX2" fmla="*/ 1051571 w 1051571"/>
                <a:gd name="connsiteY2" fmla="*/ 2176842 h 3114315"/>
                <a:gd name="connsiteX3" fmla="*/ 368 w 1051571"/>
                <a:gd name="connsiteY3" fmla="*/ 3114315 h 3114315"/>
                <a:gd name="connsiteX4" fmla="*/ 11417 w 1051571"/>
                <a:gd name="connsiteY4" fmla="*/ 0 h 3114315"/>
                <a:gd name="connsiteX0" fmla="*/ 11417 w 1048390"/>
                <a:gd name="connsiteY0" fmla="*/ 0 h 3114315"/>
                <a:gd name="connsiteX1" fmla="*/ 1039920 w 1048390"/>
                <a:gd name="connsiteY1" fmla="*/ 111272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48390"/>
                <a:gd name="connsiteY0" fmla="*/ 0 h 3114315"/>
                <a:gd name="connsiteX1" fmla="*/ 969553 w 1048390"/>
                <a:gd name="connsiteY1" fmla="*/ 196855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57133"/>
                <a:gd name="connsiteY0" fmla="*/ 0 h 3114315"/>
                <a:gd name="connsiteX1" fmla="*/ 1056735 w 1057133"/>
                <a:gd name="connsiteY1" fmla="*/ 112176 h 3114315"/>
                <a:gd name="connsiteX2" fmla="*/ 1048390 w 1057133"/>
                <a:gd name="connsiteY2" fmla="*/ 2173299 h 3114315"/>
                <a:gd name="connsiteX3" fmla="*/ 368 w 1057133"/>
                <a:gd name="connsiteY3" fmla="*/ 3114315 h 3114315"/>
                <a:gd name="connsiteX4" fmla="*/ 11417 w 1057133"/>
                <a:gd name="connsiteY4" fmla="*/ 0 h 311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7"/>
            <p:cNvSpPr/>
            <p:nvPr/>
          </p:nvSpPr>
          <p:spPr>
            <a:xfrm>
              <a:off x="7094538" y="2"/>
              <a:ext cx="2811462" cy="2545556"/>
            </a:xfrm>
            <a:custGeom>
              <a:avLst/>
              <a:gdLst>
                <a:gd name="connsiteX0" fmla="*/ 0 w 2776537"/>
                <a:gd name="connsiteY0" fmla="*/ 0 h 1762125"/>
                <a:gd name="connsiteX1" fmla="*/ 2776537 w 2776537"/>
                <a:gd name="connsiteY1" fmla="*/ 0 h 1762125"/>
                <a:gd name="connsiteX2" fmla="*/ 2776537 w 2776537"/>
                <a:gd name="connsiteY2" fmla="*/ 1762125 h 1762125"/>
                <a:gd name="connsiteX3" fmla="*/ 0 w 2776537"/>
                <a:gd name="connsiteY3" fmla="*/ 1762125 h 1762125"/>
                <a:gd name="connsiteX4" fmla="*/ 0 w 2776537"/>
                <a:gd name="connsiteY4" fmla="*/ 0 h 1762125"/>
                <a:gd name="connsiteX0" fmla="*/ 0 w 2786062"/>
                <a:gd name="connsiteY0" fmla="*/ 0 h 1762125"/>
                <a:gd name="connsiteX1" fmla="*/ 2776537 w 2786062"/>
                <a:gd name="connsiteY1" fmla="*/ 0 h 1762125"/>
                <a:gd name="connsiteX2" fmla="*/ 2786062 w 2786062"/>
                <a:gd name="connsiteY2" fmla="*/ 476250 h 1762125"/>
                <a:gd name="connsiteX3" fmla="*/ 0 w 2786062"/>
                <a:gd name="connsiteY3" fmla="*/ 1762125 h 1762125"/>
                <a:gd name="connsiteX4" fmla="*/ 0 w 2786062"/>
                <a:gd name="connsiteY4" fmla="*/ 0 h 1762125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4762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3619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805112"/>
                <a:gd name="connsiteY0" fmla="*/ 1766887 h 2533650"/>
                <a:gd name="connsiteX1" fmla="*/ 2795587 w 2805112"/>
                <a:gd name="connsiteY1" fmla="*/ 0 h 2533650"/>
                <a:gd name="connsiteX2" fmla="*/ 2805112 w 2805112"/>
                <a:gd name="connsiteY2" fmla="*/ 361950 h 2533650"/>
                <a:gd name="connsiteX3" fmla="*/ 671512 w 2805112"/>
                <a:gd name="connsiteY3" fmla="*/ 2533650 h 2533650"/>
                <a:gd name="connsiteX4" fmla="*/ 0 w 2805112"/>
                <a:gd name="connsiteY4" fmla="*/ 1766887 h 2533650"/>
                <a:gd name="connsiteX0" fmla="*/ 0 w 2805112"/>
                <a:gd name="connsiteY0" fmla="*/ 1766887 h 2533650"/>
                <a:gd name="connsiteX1" fmla="*/ 2081211 w 2805112"/>
                <a:gd name="connsiteY1" fmla="*/ 461962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6 w 2805112"/>
                <a:gd name="connsiteY1" fmla="*/ 14287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647824 w 2805112"/>
                <a:gd name="connsiteY1" fmla="*/ 9524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7 w 2805112"/>
                <a:gd name="connsiteY1" fmla="*/ 4761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790825 w 2795587"/>
                <a:gd name="connsiteY3" fmla="*/ 37623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581275 w 2795587"/>
                <a:gd name="connsiteY3" fmla="*/ 23018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7503"/>
                <a:gd name="connsiteY0" fmla="*/ 1766887 h 2533650"/>
                <a:gd name="connsiteX1" fmla="*/ 1576387 w 2797503"/>
                <a:gd name="connsiteY1" fmla="*/ 476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919287 w 2797503"/>
                <a:gd name="connsiteY1" fmla="*/ 619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582737 w 2797503"/>
                <a:gd name="connsiteY1" fmla="*/ 111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810203"/>
                <a:gd name="connsiteY0" fmla="*/ 1728787 h 2533650"/>
                <a:gd name="connsiteX1" fmla="*/ 1595437 w 2810203"/>
                <a:gd name="connsiteY1" fmla="*/ 11111 h 2533650"/>
                <a:gd name="connsiteX2" fmla="*/ 2808287 w 2810203"/>
                <a:gd name="connsiteY2" fmla="*/ 0 h 2533650"/>
                <a:gd name="connsiteX3" fmla="*/ 2809875 w 2810203"/>
                <a:gd name="connsiteY3" fmla="*/ 185737 h 2533650"/>
                <a:gd name="connsiteX4" fmla="*/ 684212 w 2810203"/>
                <a:gd name="connsiteY4" fmla="*/ 2533650 h 2533650"/>
                <a:gd name="connsiteX5" fmla="*/ 0 w 2810203"/>
                <a:gd name="connsiteY5" fmla="*/ 1728787 h 2533650"/>
                <a:gd name="connsiteX0" fmla="*/ 0 w 2803853"/>
                <a:gd name="connsiteY0" fmla="*/ 17922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92287 h 2533650"/>
                <a:gd name="connsiteX0" fmla="*/ 0 w 2803853"/>
                <a:gd name="connsiteY0" fmla="*/ 17668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4623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017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13378"/>
                <a:gd name="connsiteY0" fmla="*/ 1759744 h 2533650"/>
                <a:gd name="connsiteX1" fmla="*/ 1611312 w 2813378"/>
                <a:gd name="connsiteY1" fmla="*/ 11111 h 2533650"/>
                <a:gd name="connsiteX2" fmla="*/ 2811462 w 2813378"/>
                <a:gd name="connsiteY2" fmla="*/ 0 h 2533650"/>
                <a:gd name="connsiteX3" fmla="*/ 2813050 w 2813378"/>
                <a:gd name="connsiteY3" fmla="*/ 185737 h 2533650"/>
                <a:gd name="connsiteX4" fmla="*/ 687387 w 2813378"/>
                <a:gd name="connsiteY4" fmla="*/ 2533650 h 2533650"/>
                <a:gd name="connsiteX5" fmla="*/ 0 w 2813378"/>
                <a:gd name="connsiteY5" fmla="*/ 1759744 h 2533650"/>
                <a:gd name="connsiteX0" fmla="*/ 0 w 2813378"/>
                <a:gd name="connsiteY0" fmla="*/ 1759744 h 2538413"/>
                <a:gd name="connsiteX1" fmla="*/ 1611312 w 2813378"/>
                <a:gd name="connsiteY1" fmla="*/ 11111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71449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92880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1462"/>
                <a:gd name="connsiteY0" fmla="*/ 1759744 h 2538413"/>
                <a:gd name="connsiteX1" fmla="*/ 1585118 w 2811462"/>
                <a:gd name="connsiteY1" fmla="*/ 3967 h 2538413"/>
                <a:gd name="connsiteX2" fmla="*/ 2811462 w 2811462"/>
                <a:gd name="connsiteY2" fmla="*/ 0 h 2538413"/>
                <a:gd name="connsiteX3" fmla="*/ 2808288 w 2811462"/>
                <a:gd name="connsiteY3" fmla="*/ 202405 h 2538413"/>
                <a:gd name="connsiteX4" fmla="*/ 699293 w 2811462"/>
                <a:gd name="connsiteY4" fmla="*/ 2538413 h 2538413"/>
                <a:gd name="connsiteX5" fmla="*/ 0 w 2811462"/>
                <a:gd name="connsiteY5" fmla="*/ 1759744 h 2538413"/>
                <a:gd name="connsiteX0" fmla="*/ 0 w 2811462"/>
                <a:gd name="connsiteY0" fmla="*/ 1759744 h 2545556"/>
                <a:gd name="connsiteX1" fmla="*/ 1585118 w 2811462"/>
                <a:gd name="connsiteY1" fmla="*/ 3967 h 2545556"/>
                <a:gd name="connsiteX2" fmla="*/ 2811462 w 2811462"/>
                <a:gd name="connsiteY2" fmla="*/ 0 h 2545556"/>
                <a:gd name="connsiteX3" fmla="*/ 2808288 w 2811462"/>
                <a:gd name="connsiteY3" fmla="*/ 202405 h 2545556"/>
                <a:gd name="connsiteX4" fmla="*/ 701674 w 2811462"/>
                <a:gd name="connsiteY4" fmla="*/ 2545556 h 2545556"/>
                <a:gd name="connsiteX5" fmla="*/ 0 w 2811462"/>
                <a:gd name="connsiteY5" fmla="*/ 1759744 h 254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자유형 11"/>
            <p:cNvSpPr/>
            <p:nvPr/>
          </p:nvSpPr>
          <p:spPr>
            <a:xfrm rot="16200000">
              <a:off x="6964057" y="1904241"/>
              <a:ext cx="4048125" cy="1835761"/>
            </a:xfrm>
            <a:custGeom>
              <a:avLst/>
              <a:gdLst>
                <a:gd name="connsiteX0" fmla="*/ 4048125 w 4048125"/>
                <a:gd name="connsiteY0" fmla="*/ 1831975 h 1835761"/>
                <a:gd name="connsiteX1" fmla="*/ 3008312 w 4048125"/>
                <a:gd name="connsiteY1" fmla="*/ 1830387 h 1835761"/>
                <a:gd name="connsiteX2" fmla="*/ 2366590 w 4048125"/>
                <a:gd name="connsiteY2" fmla="*/ 1829408 h 1835761"/>
                <a:gd name="connsiteX3" fmla="*/ 2014538 w 4048125"/>
                <a:gd name="connsiteY3" fmla="*/ 1507999 h 1835761"/>
                <a:gd name="connsiteX4" fmla="*/ 1679543 w 4048125"/>
                <a:gd name="connsiteY4" fmla="*/ 1830956 h 1835761"/>
                <a:gd name="connsiteX5" fmla="*/ 1117600 w 4048125"/>
                <a:gd name="connsiteY5" fmla="*/ 1835150 h 1835761"/>
                <a:gd name="connsiteX6" fmla="*/ 0 w 4048125"/>
                <a:gd name="connsiteY6" fmla="*/ 1835150 h 1835761"/>
                <a:gd name="connsiteX7" fmla="*/ 2019300 w 4048125"/>
                <a:gd name="connsiteY7" fmla="*/ 0 h 1835761"/>
                <a:gd name="connsiteX8" fmla="*/ 4048125 w 4048125"/>
                <a:gd name="connsiteY8" fmla="*/ 1831975 h 183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solidFill>
                  <a:schemeClr val="bg1">
                    <a:lumMod val="8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동국시스템즈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Color_Big</a:t>
            </a:r>
            <a:r>
              <a:rPr lang="en-US" altLang="ko-KR" dirty="0" smtClean="0"/>
              <a:t> K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34" y="6473266"/>
            <a:ext cx="1391132" cy="207142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721683" y="1906080"/>
            <a:ext cx="74502" cy="43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81024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047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orient="horz" pos="1434" userDrawn="1">
          <p15:clr>
            <a:srgbClr val="FBAE40"/>
          </p15:clr>
        </p15:guide>
        <p15:guide id="4" pos="26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74455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42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텍스트 개체 틀 26"/>
          <p:cNvSpPr>
            <a:spLocks noGrp="1"/>
          </p:cNvSpPr>
          <p:nvPr>
            <p:ph type="body" sz="quarter" idx="17" hasCustomPrompt="1"/>
          </p:nvPr>
        </p:nvSpPr>
        <p:spPr>
          <a:xfrm>
            <a:off x="857551" y="2276475"/>
            <a:ext cx="632205" cy="3242876"/>
          </a:xfrm>
        </p:spPr>
        <p:txBody>
          <a:bodyPr>
            <a:noAutofit/>
          </a:bodyPr>
          <a:lstStyle>
            <a:lvl1pPr marL="0" indent="0" algn="r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</a:t>
            </a:r>
          </a:p>
          <a:p>
            <a:pPr lvl="0"/>
            <a:r>
              <a:rPr lang="en-US" altLang="ko-KR" dirty="0" smtClean="0"/>
              <a:t>02</a:t>
            </a:r>
          </a:p>
          <a:p>
            <a:pPr lvl="0"/>
            <a:r>
              <a:rPr lang="en-US" altLang="ko-KR" dirty="0" smtClean="0"/>
              <a:t>03</a:t>
            </a:r>
          </a:p>
          <a:p>
            <a:pPr lvl="0"/>
            <a:r>
              <a:rPr lang="en-US" altLang="ko-KR" dirty="0" smtClean="0"/>
              <a:t>04</a:t>
            </a:r>
          </a:p>
          <a:p>
            <a:pPr lvl="0"/>
            <a:r>
              <a:rPr lang="en-US" altLang="ko-KR" dirty="0" smtClean="0"/>
              <a:t>05</a:t>
            </a:r>
          </a:p>
        </p:txBody>
      </p:sp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0" y="0"/>
            <a:ext cx="2190750" cy="6858000"/>
          </a:xfrm>
          <a:prstGeom prst="rect">
            <a:avLst/>
          </a:prstGeom>
        </p:spPr>
      </p:pic>
      <p:sp>
        <p:nvSpPr>
          <p:cNvPr id="21" name="제목 1"/>
          <p:cNvSpPr txBox="1">
            <a:spLocks/>
          </p:cNvSpPr>
          <p:nvPr userDrawn="1"/>
        </p:nvSpPr>
        <p:spPr>
          <a:xfrm>
            <a:off x="892948" y="1683187"/>
            <a:ext cx="3341001" cy="329059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>
              <a:defRPr/>
            </a:pPr>
            <a:r>
              <a:rPr lang="en-US" altLang="ko-KR" dirty="0" smtClean="0">
                <a:solidFill>
                  <a:srgbClr val="002452"/>
                </a:solidFill>
              </a:rPr>
              <a:t>Contents</a:t>
            </a:r>
            <a:endParaRPr lang="ko-KR" altLang="en-US" dirty="0" smtClean="0">
              <a:solidFill>
                <a:srgbClr val="002452"/>
              </a:solidFill>
            </a:endParaRPr>
          </a:p>
        </p:txBody>
      </p:sp>
      <p:sp>
        <p:nvSpPr>
          <p:cNvPr id="17" name="텍스트 개체 틀 26"/>
          <p:cNvSpPr>
            <a:spLocks noGrp="1"/>
          </p:cNvSpPr>
          <p:nvPr>
            <p:ph type="body" sz="quarter" idx="14" hasCustomPrompt="1"/>
          </p:nvPr>
        </p:nvSpPr>
        <p:spPr>
          <a:xfrm>
            <a:off x="6772319" y="2284710"/>
            <a:ext cx="938297" cy="3127547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+mj-lt"/>
              <a:buNone/>
              <a:defRPr sz="1600" baseline="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endParaRPr lang="ko-KR" altLang="en-US" dirty="0"/>
          </a:p>
        </p:txBody>
      </p:sp>
      <p:sp>
        <p:nvSpPr>
          <p:cNvPr id="20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1505513" y="2276475"/>
            <a:ext cx="3447487" cy="3242876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8736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535" userDrawn="1">
          <p15:clr>
            <a:srgbClr val="F26B43"/>
          </p15:clr>
        </p15:guide>
        <p15:guide id="4" pos="6068">
          <p15:clr>
            <a:srgbClr val="FBAE40"/>
          </p15:clr>
        </p15:guide>
        <p15:guide id="5" orient="horz" pos="4065" userDrawn="1">
          <p15:clr>
            <a:srgbClr val="F26B43"/>
          </p15:clr>
        </p15:guide>
        <p15:guide id="8" orient="horz" pos="4269" userDrawn="1">
          <p15:clr>
            <a:srgbClr val="F26B43"/>
          </p15:clr>
        </p15:guide>
        <p15:guide id="10" pos="172">
          <p15:clr>
            <a:srgbClr val="FBAE40"/>
          </p15:clr>
        </p15:guide>
        <p15:guide id="11" orient="horz" pos="1434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6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308" y="2454795"/>
            <a:ext cx="2361692" cy="3264383"/>
          </a:xfrm>
          <a:prstGeom prst="rect">
            <a:avLst/>
          </a:prstGeom>
        </p:spPr>
      </p:pic>
      <p:sp>
        <p:nvSpPr>
          <p:cNvPr id="31" name="제목 1"/>
          <p:cNvSpPr txBox="1">
            <a:spLocks/>
          </p:cNvSpPr>
          <p:nvPr userDrawn="1"/>
        </p:nvSpPr>
        <p:spPr>
          <a:xfrm>
            <a:off x="892948" y="1683187"/>
            <a:ext cx="3341001" cy="329059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>
              <a:defRPr/>
            </a:pPr>
            <a:r>
              <a:rPr lang="en-US" altLang="ko-KR" dirty="0" smtClean="0">
                <a:solidFill>
                  <a:srgbClr val="002452"/>
                </a:solidFill>
              </a:rPr>
              <a:t>Contents</a:t>
            </a:r>
            <a:endParaRPr lang="ko-KR" altLang="en-US" dirty="0" smtClean="0">
              <a:solidFill>
                <a:srgbClr val="002452"/>
              </a:solidFill>
            </a:endParaRPr>
          </a:p>
        </p:txBody>
      </p:sp>
      <p:sp>
        <p:nvSpPr>
          <p:cNvPr id="14" name="텍스트 개체 틀 26"/>
          <p:cNvSpPr>
            <a:spLocks noGrp="1"/>
          </p:cNvSpPr>
          <p:nvPr>
            <p:ph type="body" sz="quarter" idx="17" hasCustomPrompt="1"/>
          </p:nvPr>
        </p:nvSpPr>
        <p:spPr>
          <a:xfrm>
            <a:off x="857551" y="2276475"/>
            <a:ext cx="632205" cy="3242876"/>
          </a:xfrm>
        </p:spPr>
        <p:txBody>
          <a:bodyPr>
            <a:noAutofit/>
          </a:bodyPr>
          <a:lstStyle>
            <a:lvl1pPr marL="0" indent="0" algn="r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</a:t>
            </a:r>
          </a:p>
          <a:p>
            <a:pPr lvl="0"/>
            <a:r>
              <a:rPr lang="en-US" altLang="ko-KR" dirty="0" smtClean="0"/>
              <a:t>02</a:t>
            </a:r>
          </a:p>
          <a:p>
            <a:pPr lvl="0"/>
            <a:r>
              <a:rPr lang="en-US" altLang="ko-KR" dirty="0" smtClean="0"/>
              <a:t>03</a:t>
            </a:r>
          </a:p>
          <a:p>
            <a:pPr lvl="0"/>
            <a:r>
              <a:rPr lang="en-US" altLang="ko-KR" dirty="0" smtClean="0"/>
              <a:t>04</a:t>
            </a:r>
          </a:p>
          <a:p>
            <a:pPr lvl="0"/>
            <a:r>
              <a:rPr lang="en-US" altLang="ko-KR" dirty="0" smtClean="0"/>
              <a:t>05</a:t>
            </a:r>
          </a:p>
        </p:txBody>
      </p:sp>
      <p:sp>
        <p:nvSpPr>
          <p:cNvPr id="15" name="텍스트 개체 틀 26"/>
          <p:cNvSpPr>
            <a:spLocks noGrp="1"/>
          </p:cNvSpPr>
          <p:nvPr>
            <p:ph type="body" sz="quarter" idx="14" hasCustomPrompt="1"/>
          </p:nvPr>
        </p:nvSpPr>
        <p:spPr>
          <a:xfrm>
            <a:off x="6772319" y="2284710"/>
            <a:ext cx="938297" cy="3127547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+mj-lt"/>
              <a:buNone/>
              <a:defRPr sz="1600" baseline="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endParaRPr lang="ko-KR" altLang="en-US" dirty="0"/>
          </a:p>
        </p:txBody>
      </p:sp>
      <p:sp>
        <p:nvSpPr>
          <p:cNvPr id="16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1505513" y="2276475"/>
            <a:ext cx="3447487" cy="3242876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616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580" userDrawn="1">
          <p15:clr>
            <a:srgbClr val="F26B43"/>
          </p15:clr>
        </p15:guide>
        <p15:guide id="4" pos="6068">
          <p15:clr>
            <a:srgbClr val="FBAE40"/>
          </p15:clr>
        </p15:guide>
        <p15:guide id="5" orient="horz" pos="4065" userDrawn="1">
          <p15:clr>
            <a:srgbClr val="F26B43"/>
          </p15:clr>
        </p15:guide>
        <p15:guide id="6" orient="horz" pos="1434" userDrawn="1">
          <p15:clr>
            <a:srgbClr val="F26B43"/>
          </p15:clr>
        </p15:guide>
        <p15:guide id="8" orient="horz" pos="4269" userDrawn="1">
          <p15:clr>
            <a:srgbClr val="F26B43"/>
          </p15:clr>
        </p15:guide>
        <p15:guide id="10" pos="17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87825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91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8"/>
          </p:nvPr>
        </p:nvSpPr>
        <p:spPr>
          <a:xfrm>
            <a:off x="270064" y="1431130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9741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 userDrawn="1">
          <p15:clr>
            <a:srgbClr val="FBAE40"/>
          </p15:clr>
        </p15:guide>
        <p15:guide id="3" orient="horz" pos="4065" userDrawn="1">
          <p15:clr>
            <a:srgbClr val="F26B43"/>
          </p15:clr>
        </p15:guide>
        <p15:guide id="4" orient="horz" pos="822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  <p15:guide id="6" orient="horz" pos="4269" userDrawn="1">
          <p15:clr>
            <a:srgbClr val="FBAE40"/>
          </p15:clr>
        </p15:guide>
        <p15:guide id="7" orient="horz" pos="890" userDrawn="1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 (Action Title 미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0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3"/>
          <p:cNvSpPr>
            <a:spLocks noGrp="1"/>
          </p:cNvSpPr>
          <p:nvPr>
            <p:ph type="body" sz="quarter" idx="18" hasCustomPrompt="1"/>
          </p:nvPr>
        </p:nvSpPr>
        <p:spPr>
          <a:xfrm>
            <a:off x="270064" y="931201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 smtClean="0"/>
              <a:t>Action Title </a:t>
            </a:r>
            <a:r>
              <a:rPr lang="ko-KR" altLang="en-US" dirty="0" smtClean="0"/>
              <a:t>미사용 내지양식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2953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>
          <p15:clr>
            <a:srgbClr val="FBAE40"/>
          </p15:clr>
        </p15:guide>
        <p15:guide id="3" orient="horz" pos="4065">
          <p15:clr>
            <a:srgbClr val="F26B43"/>
          </p15:clr>
        </p15:guide>
        <p15:guide id="4" orient="horz" pos="1139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orient="horz" pos="4269">
          <p15:clr>
            <a:srgbClr val="FBAE40"/>
          </p15:clr>
        </p15:guide>
        <p15:guide id="7" orient="horz" pos="1207">
          <p15:clr>
            <a:srgbClr val="F26B43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vmlDrawing" Target="../drawings/vmlDrawing1.vml"/><Relationship Id="rId13" Type="http://schemas.openxmlformats.org/officeDocument/2006/relationships/tags" Target="../tags/tag2.xml"/><Relationship Id="rId14" Type="http://schemas.openxmlformats.org/officeDocument/2006/relationships/oleObject" Target="../embeddings/oleObject1.bin"/><Relationship Id="rId1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6965372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77" name="think-cell 슬라이드" r:id="rId14" imgW="381" imgH="381" progId="TCLayout.ActiveDocument.1">
                  <p:embed/>
                </p:oleObj>
              </mc:Choice>
              <mc:Fallback>
                <p:oleObj name="think-cell 슬라이드" r:id="rId1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9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B6B6B6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_OOOO</a:t>
            </a:r>
            <a:r>
              <a:rPr lang="ko-KR" altLang="en-US" smtClean="0"/>
              <a:t>팀 </a:t>
            </a:r>
            <a:r>
              <a:rPr lang="en-US" altLang="ko-KR" smtClean="0"/>
              <a:t>OOO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617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22" r:id="rId2"/>
    <p:sldLayoutId id="2147483726" r:id="rId3"/>
    <p:sldLayoutId id="2147483715" r:id="rId4"/>
    <p:sldLayoutId id="2147483727" r:id="rId5"/>
    <p:sldLayoutId id="2147483717" r:id="rId6"/>
    <p:sldLayoutId id="2147483718" r:id="rId7"/>
    <p:sldLayoutId id="2147483720" r:id="rId8"/>
    <p:sldLayoutId id="2147483719" r:id="rId9"/>
    <p:sldLayoutId id="2147483729" r:id="rId10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1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tags" Target="../tags/tag20.xml"/><Relationship Id="rId3" Type="http://schemas.openxmlformats.org/officeDocument/2006/relationships/slideLayout" Target="../slideLayouts/slideLayout2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vmlDrawing" Target="../drawings/vmlDrawing15.vml"/><Relationship Id="rId2" Type="http://schemas.openxmlformats.org/officeDocument/2006/relationships/tags" Target="../tags/tag23.xml"/><Relationship Id="rId3" Type="http://schemas.openxmlformats.org/officeDocument/2006/relationships/slideLayout" Target="../slideLayouts/slideLayout4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1.emf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vmlDrawing" Target="../drawings/vmlDrawing18.vml"/><Relationship Id="rId2" Type="http://schemas.openxmlformats.org/officeDocument/2006/relationships/tags" Target="../tags/tag26.xml"/><Relationship Id="rId3" Type="http://schemas.openxmlformats.org/officeDocument/2006/relationships/slideLayout" Target="../slideLayouts/slideLayout7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emf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emf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emf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emf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997894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26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133" y="2276475"/>
            <a:ext cx="5398943" cy="1105080"/>
          </a:xfrm>
        </p:spPr>
        <p:txBody>
          <a:bodyPr vert="horz"/>
          <a:lstStyle/>
          <a:p>
            <a:pPr>
              <a:spcBef>
                <a:spcPts val="0"/>
              </a:spcBef>
            </a:pPr>
            <a:r>
              <a:rPr lang="ko-KR" altLang="en-US" dirty="0"/>
              <a:t>jjiban 개발 계획서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전략기획팀 | 2025.12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152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07603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751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132" y="2276475"/>
            <a:ext cx="6855975" cy="1070574"/>
          </a:xfrm>
        </p:spPr>
        <p:txBody>
          <a:bodyPr vert="horz"/>
          <a:lstStyle/>
          <a:p>
            <a:r>
              <a:rPr lang="ko-KR" altLang="en-US" dirty="0"/>
              <a:t>제품 개요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12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07052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543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983081" y="2388121"/>
            <a:ext cx="6641131" cy="4513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01</a:t>
            </a:r>
          </a:p>
          <a:p>
            <a:r>
              <a:rPr lang="en-US" altLang="ko-KR" dirty="0" smtClean="0"/>
              <a:t>02</a:t>
            </a:r>
          </a:p>
          <a:p>
            <a:r>
              <a:rPr lang="en-US" altLang="ko-KR" dirty="0" smtClean="0"/>
              <a:t>03</a:t>
            </a:r>
          </a:p>
          <a:p>
            <a:r>
              <a:rPr lang="en-US" altLang="ko-KR" dirty="0" smtClean="0"/>
              <a:t>04</a:t>
            </a:r>
          </a:p>
          <a:p>
            <a:r>
              <a:rPr lang="en-US" altLang="ko-KR" dirty="0" smtClean="0"/>
              <a:t>05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03</a:t>
            </a:r>
          </a:p>
          <a:p>
            <a:r>
              <a:rPr lang="en-US" altLang="ko-KR" dirty="0" smtClean="0"/>
              <a:t>05</a:t>
            </a:r>
          </a:p>
          <a:p>
            <a:r>
              <a:rPr lang="en-US" altLang="ko-KR" dirty="0" smtClean="0"/>
              <a:t>07-09</a:t>
            </a:r>
          </a:p>
          <a:p>
            <a:r>
              <a:rPr lang="en-US" altLang="ko-KR" dirty="0" smtClean="0"/>
              <a:t>11</a:t>
            </a:r>
          </a:p>
          <a:p>
            <a:r>
              <a:rPr lang="en-US" altLang="ko-KR" dirty="0" smtClean="0"/>
              <a:t>13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chemeClr val="bg1"/>
                </a:solidFill>
              </a:rPr>
              <a:t>제품 개요</a:t>
            </a:r>
            <a:endParaRPr lang="en-US" altLang="ko-KR" dirty="0" smtClean="0">
              <a:solidFill>
                <a:schemeClr val="bg1"/>
              </a:solidFill>
            </a:endParaRPr>
          </a:p>
          <a:p>
            <a:r>
              <a:rPr lang="ko-KR" altLang="en-US" dirty="0" smtClean="0"/>
              <a:t>기능 체계</a:t>
            </a:r>
            <a:endParaRPr lang="en-US" altLang="ko-KR" dirty="0" smtClean="0"/>
          </a:p>
          <a:p>
            <a:r>
              <a:rPr lang="ko-KR" altLang="en-US" dirty="0" smtClean="0"/>
              <a:t>핵심 기능</a:t>
            </a:r>
            <a:endParaRPr lang="en-US" altLang="ko-KR" dirty="0" smtClean="0"/>
          </a:p>
          <a:p>
            <a:r>
              <a:rPr lang="ko-KR" altLang="en-US" dirty="0" smtClean="0"/>
              <a:t>데이터 구조</a:t>
            </a:r>
            <a:endParaRPr lang="en-US" altLang="ko-KR" dirty="0" smtClean="0"/>
          </a:p>
          <a:p>
            <a:r>
              <a:rPr lang="ko-KR" altLang="en-US" dirty="0" smtClean="0"/>
              <a:t>실행 및 배포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39791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/>
              <a:t>제품 비전</a:t>
            </a:r>
          </a:p>
          <a:p>
            <a:r>
              <a:rPr lang="ko-KR" altLang="en-US" dirty="0"/>
              <a:t>  "jjiban - LLM과 함께 개발하는 차세대 프로젝트 관리 도구"</a:t>
            </a:r>
          </a:p>
          <a:p>
            <a:r>
              <a:rPr lang="ko-KR" altLang="en-US" dirty="0"/>
              <a:t/>
            </a:r>
          </a:p>
          <a:p>
            <a:r>
              <a:rPr lang="ko-KR" altLang="en-US" dirty="0"/>
              <a:t>핵심 특징</a:t>
            </a:r>
          </a:p>
          <a:p>
            <a:r>
              <a:rPr lang="ko-KR" altLang="en-US" dirty="0"/>
              <a:t>  - 로컬 실행: npx jjiban 으로 바로 실행</a:t>
            </a:r>
          </a:p>
          <a:p>
            <a:r>
              <a:rPr lang="ko-KR" altLang="en-US" dirty="0"/>
              <a:t>  - 파일 기반 데이터: 분산 JSON으로 Git 친화적</a:t>
            </a:r>
          </a:p>
          <a:p>
            <a:r>
              <a:rPr lang="ko-KR" altLang="en-US" dirty="0"/>
              <a:t>  - Git 동기화: Git push/pull이 곧 백업/동기화</a:t>
            </a:r>
          </a:p>
          <a:p>
            <a:r>
              <a:rPr lang="ko-KR" altLang="en-US" dirty="0"/>
              <a:t>  - LLM CLI 통합: Claude Code 등이 직접 JSON 수정 가능</a:t>
            </a:r>
          </a:p>
          <a:p>
            <a:r>
              <a:rPr lang="ko-KR" altLang="en-US" dirty="0"/>
              <a:t/>
            </a:r>
          </a:p>
          <a:p>
            <a:r>
              <a:rPr lang="ko-KR" altLang="en-US" dirty="0"/>
              <a:t>타겟 사용자</a:t>
            </a:r>
          </a:p>
          <a:p>
            <a:r>
              <a:rPr lang="ko-KR" altLang="en-US" dirty="0"/>
              <a:t>  - 주 사용자: 소규모 개발팀 (1-10명)</a:t>
            </a:r>
          </a:p>
          <a:p>
            <a:r>
              <a:rPr lang="ko-KR" altLang="en-US" dirty="0"/>
              <a:t>  - 환경: 로컬 개발 환경, Git 기반 워크플로우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제품 비전 및 핵심 특징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dirty="0"/>
              <a:t>전략기획팀</a:t>
            </a:r>
          </a:p>
        </p:txBody>
      </p:sp>
    </p:spTree>
    <p:extLst>
      <p:ext uri="{BB962C8B-B14F-4D97-AF65-F5344CB8AC3E}">
        <p14:creationId xmlns:p14="http://schemas.microsoft.com/office/powerpoint/2010/main" val="332309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07603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751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132" y="2276475"/>
            <a:ext cx="6855975" cy="1070574"/>
          </a:xfrm>
        </p:spPr>
        <p:txBody>
          <a:bodyPr vert="horz"/>
          <a:lstStyle/>
          <a:p>
            <a:r>
              <a:rPr lang="ko-KR" altLang="en-US" dirty="0"/>
              <a:t>기능 체계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07603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751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132" y="2276475"/>
            <a:ext cx="6855975" cy="1070574"/>
          </a:xfrm>
        </p:spPr>
        <p:txBody>
          <a:bodyPr vert="horz"/>
          <a:lstStyle/>
          <a:p>
            <a:r>
              <a:rPr lang="ko-KR" altLang="en-US" dirty="0"/>
              <a:t>핵심 기능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07603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751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132" y="2276475"/>
            <a:ext cx="6855975" cy="1070574"/>
          </a:xfrm>
        </p:spPr>
        <p:txBody>
          <a:bodyPr vert="horz"/>
          <a:lstStyle/>
          <a:p>
            <a:r>
              <a:rPr lang="ko-KR" altLang="en-US" dirty="0"/>
              <a:t>데이터 구조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07603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751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132" y="2276475"/>
            <a:ext cx="6855975" cy="1070574"/>
          </a:xfrm>
        </p:spPr>
        <p:txBody>
          <a:bodyPr vert="horz"/>
          <a:lstStyle/>
          <a:p>
            <a:r>
              <a:rPr lang="ko-KR" altLang="en-US" dirty="0"/>
              <a:t>실행 및 배포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텍스트 개체 틀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/>
              <a:t>핵심 기능 (Core)</a:t>
            </a:r>
          </a:p>
          <a:p>
            <a:r>
              <a:rPr lang="ko-KR" altLang="en-US" dirty="0"/>
              <a:t>  - 이슈 관리: WBS 기반 작업 분류 체계</a:t>
            </a:r>
          </a:p>
          <a:p>
            <a:r>
              <a:rPr lang="ko-KR" altLang="en-US" dirty="0"/>
              <a:t>  - 워크플로우: 카테고리별 상태 전환 규칙</a:t>
            </a:r>
          </a:p>
          <a:p>
            <a:r>
              <a:rPr lang="ko-KR" altLang="en-US" dirty="0"/>
              <a:t>  - 문서 관리: 단계별 자동 문서 생성</a:t>
            </a:r>
          </a:p>
          <a:p>
            <a:r>
              <a:rPr lang="ko-KR" altLang="en-US" dirty="0"/>
              <a:t>  - LLM 통합: Claude, Gemini, OpenAI 연동</a:t>
            </a:r>
          </a:p>
          <a:p>
            <a:r>
              <a:rPr lang="ko-KR" altLang="en-US" dirty="0"/>
              <a:t/>
            </a:r>
          </a:p>
          <a:p>
            <a:r>
              <a:rPr lang="ko-KR" altLang="en-US" dirty="0"/>
              <a:t>뷰 기능 (Views)</a:t>
            </a:r>
          </a:p>
          <a:p>
            <a:r>
              <a:rPr lang="ko-KR" altLang="en-US" dirty="0"/>
              <a:t>  - 칸반 보드: 드래그 앤 드롭 상태 변경</a:t>
            </a:r>
          </a:p>
          <a:p>
            <a:r>
              <a:rPr lang="ko-KR" altLang="en-US" dirty="0"/>
              <a:t>  - WBS 트리: 계층 구조 시각화</a:t>
            </a:r>
          </a:p>
          <a:p>
            <a:r>
              <a:rPr lang="ko-KR" altLang="en-US" dirty="0"/>
              <a:t>  - 간트 차트: 타임라인 및 일정 관리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jjiban 기능 체계 구조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dirty="0"/>
              <a:t>전략기획팀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텍스트 개체 틀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/>
              <a:t>계층 구조</a:t>
            </a:r>
          </a:p>
          <a:p>
            <a:r>
              <a:rPr lang="ko-KR" altLang="en-US" dirty="0"/>
              <a:t>  Level 1: Project (전체 프로젝트) - 6-24개월</a:t>
            </a:r>
          </a:p>
          <a:p>
            <a:r>
              <a:rPr lang="ko-KR" altLang="en-US" dirty="0"/>
              <a:t>  Level 2: Work Package (주요 기능 단위) - 1-3개월</a:t>
            </a:r>
          </a:p>
          <a:p>
            <a:r>
              <a:rPr lang="ko-KR" altLang="en-US" dirty="0"/>
              <a:t>  Level 3: Activity (세부 활동 단위) - 1-4주</a:t>
            </a:r>
          </a:p>
          <a:p>
            <a:r>
              <a:rPr lang="ko-KR" altLang="en-US" dirty="0"/>
              <a:t>  Level 4: Task (실제 수행 작업) - 1일-1주</a:t>
            </a:r>
          </a:p>
          <a:p>
            <a:r>
              <a:rPr lang="ko-KR" altLang="en-US" dirty="0"/>
              <a:t/>
            </a:r>
          </a:p>
          <a:p>
            <a:r>
              <a:rPr lang="ko-KR" altLang="en-US" dirty="0"/>
              <a:t>Task 유형 (category)</a:t>
            </a:r>
          </a:p>
          <a:p>
            <a:r>
              <a:rPr lang="ko-KR" altLang="en-US" dirty="0"/>
              <a:t>  - development: 신규 기능 개발 작업</a:t>
            </a:r>
          </a:p>
          <a:p>
            <a:r>
              <a:rPr lang="ko-KR" altLang="en-US" dirty="0"/>
              <a:t>  - defect: 결함 수정 작업</a:t>
            </a:r>
          </a:p>
          <a:p>
            <a:r>
              <a:rPr lang="ko-KR" altLang="en-US" dirty="0"/>
              <a:t>  - infrastructure: 인프라, 리팩토링 등 기술 작업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WBS 작업분류체계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dirty="0"/>
              <a:t>전략기획팀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텍스트 개체 틀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/>
              <a:t>칸반 컬럼 구조 (7단계)</a:t>
            </a:r>
          </a:p>
          <a:p>
            <a:r>
              <a:rPr lang="ko-KR" altLang="en-US" dirty="0"/>
              <a:t>  Todo - Design - Detail - Approve - Implement - Verify - Done</a:t>
            </a:r>
          </a:p>
          <a:p>
            <a:r>
              <a:rPr lang="ko-KR" altLang="en-US" dirty="0"/>
              <a:t/>
            </a:r>
          </a:p>
          <a:p>
            <a:r>
              <a:rPr lang="ko-KR" altLang="en-US" dirty="0"/>
              <a:t>카테고리별 워크플로우</a:t>
            </a:r>
          </a:p>
          <a:p>
            <a:r>
              <a:rPr lang="ko-KR" altLang="en-US" dirty="0"/>
              <a:t>  - development: 전체 7단계 워크플로우</a:t>
            </a:r>
          </a:p>
          <a:p>
            <a:r>
              <a:rPr lang="ko-KR" altLang="en-US" dirty="0"/>
              <a:t>  - defect: 분석 - 수정 - 검증 간소화 워크플로우</a:t>
            </a:r>
          </a:p>
          <a:p>
            <a:r>
              <a:rPr lang="ko-KR" altLang="en-US" dirty="0"/>
              <a:t>  - infrastructure: 설계 선택적 3-4단계 워크플로우</a:t>
            </a:r>
          </a:p>
          <a:p>
            <a:r>
              <a:rPr lang="ko-KR" altLang="en-US" dirty="0"/>
              <a:t/>
            </a:r>
          </a:p>
          <a:p>
            <a:r>
              <a:rPr lang="ko-KR" altLang="en-US" dirty="0"/>
              <a:t>상태 내 액션</a:t>
            </a:r>
          </a:p>
          <a:p>
            <a:r>
              <a:rPr lang="ko-KR" altLang="en-US" dirty="0"/>
              <a:t>  review, audit, test, apply, patch 등 반복 가능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워크플로우 관리 시스템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dirty="0"/>
              <a:t>전략기획팀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텍스트 개체 틀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/>
              <a:t>.jjiban/</a:t>
            </a:r>
          </a:p>
          <a:p>
            <a:r>
              <a:rPr lang="ko-KR" altLang="en-US" dirty="0"/>
              <a:t>  settings/           # 전역 설정</a:t>
            </a:r>
          </a:p>
          <a:p>
            <a:r>
              <a:rPr lang="ko-KR" altLang="en-US" dirty="0"/>
              <a:t>    projects.json     # 프로젝트 목록</a:t>
            </a:r>
          </a:p>
          <a:p>
            <a:r>
              <a:rPr lang="ko-KR" altLang="en-US" dirty="0"/>
              <a:t>    workflows.json    # 워크플로우 규칙</a:t>
            </a:r>
          </a:p>
          <a:p>
            <a:r>
              <a:rPr lang="ko-KR" altLang="en-US" dirty="0"/>
              <a:t>    categories.json   # 카테고리 정의</a:t>
            </a:r>
          </a:p>
          <a:p>
            <a:r>
              <a:rPr lang="ko-KR" altLang="en-US" dirty="0"/>
              <a:t>  templates/          # 문서 템플릿</a:t>
            </a:r>
          </a:p>
          <a:p>
            <a:r>
              <a:rPr lang="ko-KR" altLang="en-US" dirty="0"/>
              <a:t>  projects/           # 프로젝트 폴더</a:t>
            </a:r>
          </a:p>
          <a:p>
            <a:r>
              <a:rPr lang="ko-KR" altLang="en-US" dirty="0"/>
              <a:t>    [project-id]/</a:t>
            </a:r>
          </a:p>
          <a:p>
            <a:r>
              <a:rPr lang="ko-KR" altLang="en-US" dirty="0"/>
              <a:t>      project.json    # 프로젝트 메타</a:t>
            </a:r>
          </a:p>
          <a:p>
            <a:r>
              <a:rPr lang="ko-KR" altLang="en-US" dirty="0"/>
              <a:t>      wbs.md          # WBS 통합 파일</a:t>
            </a:r>
          </a:p>
          <a:p>
            <a:r>
              <a:rPr lang="ko-KR" altLang="en-US" dirty="0"/>
              <a:t>      tasks/          # Task 문서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디렉토리 및 파일 구조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dirty="0"/>
              <a:t>전략기획팀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텍스트 개체 틀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/>
              <a:t>npx 실행</a:t>
            </a:r>
          </a:p>
          <a:p>
            <a:r>
              <a:rPr lang="ko-KR" altLang="en-US" dirty="0"/>
              <a:t>  $ npx jjiban</a:t>
            </a:r>
          </a:p>
          <a:p>
            <a:r>
              <a:rPr lang="ko-KR" altLang="en-US" dirty="0"/>
              <a:t>  JJIBAN Project Manager v0.1.0</a:t>
            </a:r>
          </a:p>
          <a:p>
            <a:r>
              <a:rPr lang="ko-KR" altLang="en-US" dirty="0"/>
              <a:t>  http://localhost:3000 에서 실행 중...</a:t>
            </a:r>
          </a:p>
          <a:p>
            <a:r>
              <a:rPr lang="ko-KR" altLang="en-US" dirty="0"/>
              <a:t/>
            </a:r>
          </a:p>
          <a:p>
            <a:r>
              <a:rPr lang="ko-KR" altLang="en-US" dirty="0"/>
              <a:t>Git 동기화 워크플로우</a:t>
            </a:r>
          </a:p>
          <a:p>
            <a:r>
              <a:rPr lang="ko-KR" altLang="en-US" dirty="0"/>
              <a:t>  1. 작업 시작 전: git pull</a:t>
            </a:r>
          </a:p>
          <a:p>
            <a:r>
              <a:rPr lang="ko-KR" altLang="en-US" dirty="0"/>
              <a:t>  2. 작업 중: npx jjiban</a:t>
            </a:r>
          </a:p>
          <a:p>
            <a:r>
              <a:rPr lang="ko-KR" altLang="en-US" dirty="0"/>
              <a:t>  3. 작업 완료 후: git add, commit, push</a:t>
            </a:r>
          </a:p>
          <a:p>
            <a:r>
              <a:rPr lang="ko-KR" altLang="en-US" dirty="0"/>
              <a:t/>
            </a:r>
          </a:p>
          <a:p>
            <a:r>
              <a:rPr lang="ko-KR" altLang="en-US" dirty="0"/>
              <a:t>분산 JSON의 장점</a:t>
            </a:r>
          </a:p>
          <a:p>
            <a:r>
              <a:rPr lang="ko-KR" altLang="en-US" dirty="0"/>
              <a:t>  다른 태스크 동시 수정 시 자동 병합 성공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 방식 및 Git 동기화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dirty="0"/>
              <a:t>전략기획팀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/>
        <a:ea typeface="본고딕 Medium"/>
        <a:cs typeface=""/>
      </a:majorFont>
      <a:minorFont>
        <a:latin typeface="본고딕 Normal"/>
        <a:ea typeface="본고딕 Normal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7822</TotalTime>
  <Words>70</Words>
  <Application>Microsoft Office PowerPoint</Application>
  <PresentationFormat>A4 용지(210x297mm)</PresentationFormat>
  <Paragraphs>34</Paragraphs>
  <Slides>10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맑은 고딕</vt:lpstr>
      <vt:lpstr>본고딕 Bold</vt:lpstr>
      <vt:lpstr>본고딕 Medium</vt:lpstr>
      <vt:lpstr>본고딕 Normal</vt:lpstr>
      <vt:lpstr>Arial</vt:lpstr>
      <vt:lpstr>1_Office 테마</vt:lpstr>
      <vt:lpstr>think-cell 슬라이드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동국제강그룹  문서 템플릿 통합 계획안</dc:title>
  <dc:creator>heeseung.jang</dc:creator>
  <cp:lastModifiedBy>USER</cp:lastModifiedBy>
  <cp:revision>297</cp:revision>
  <cp:lastPrinted>2025-07-23T03:28:55Z</cp:lastPrinted>
  <dcterms:created xsi:type="dcterms:W3CDTF">2019-03-13T02:13:57Z</dcterms:created>
  <dcterms:modified xsi:type="dcterms:W3CDTF">2025-07-24T04:01:51Z</dcterms:modified>
</cp:coreProperties>
</file>