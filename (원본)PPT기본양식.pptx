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66" r:id="rId2"/>
    <p:sldId id="269" r:id="rId3"/>
    <p:sldId id="279" r:id="rId4"/>
    <p:sldId id="270" r:id="rId5"/>
    <p:sldId id="271" r:id="rId6"/>
    <p:sldId id="280" r:id="rId7"/>
    <p:sldId id="274" r:id="rId8"/>
    <p:sldId id="263" r:id="rId9"/>
    <p:sldId id="275" r:id="rId10"/>
    <p:sldId id="281" r:id="rId11"/>
  </p:sldIdLst>
  <p:sldSz cx="9906000" cy="6858000" type="A4"/>
  <p:notesSz cx="6735763" cy="9866313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6323" autoAdjust="0"/>
  </p:normalViewPr>
  <p:slideViewPr>
    <p:cSldViewPr snapToGrid="0">
      <p:cViewPr varScale="1">
        <p:scale>
          <a:sx n="111" d="100"/>
          <a:sy n="111" d="100"/>
        </p:scale>
        <p:origin x="1416" y="96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81" d="100"/>
          <a:sy n="81" d="100"/>
        </p:scale>
        <p:origin x="40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2025-07-24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.xml"/><Relationship Id="rId7" Type="http://schemas.openxmlformats.org/officeDocument/2006/relationships/image" Target="../media/image6.png"/><Relationship Id="rId2" Type="http://schemas.openxmlformats.org/officeDocument/2006/relationships/tags" Target="../tags/tag12.xml"/><Relationship Id="rId1" Type="http://schemas.openxmlformats.org/officeDocument/2006/relationships/vmlDrawing" Target="../drawings/vmlDrawing8.vml"/><Relationship Id="rId6" Type="http://schemas.openxmlformats.org/officeDocument/2006/relationships/image" Target="NULL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5.xml"/><Relationship Id="rId7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NULL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NULL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NULL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74406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4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White_Small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964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66887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656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439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211680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273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Color_Small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6602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  <p15:guide id="3" orient="horz" pos="2047" userDrawn="1">
          <p15:clr>
            <a:srgbClr val="FBAE40"/>
          </p15:clr>
        </p15:guide>
        <p15:guide id="4" orient="horz" pos="1434" userDrawn="1">
          <p15:clr>
            <a:srgbClr val="FBAE40"/>
          </p15:clr>
        </p15:guide>
        <p15:guide id="5" pos="2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146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703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83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047">
          <p15:clr>
            <a:srgbClr val="FBAE40"/>
          </p15:clr>
        </p15:guide>
        <p15:guide id="4" orient="horz" pos="1434">
          <p15:clr>
            <a:srgbClr val="FBAE40"/>
          </p15:clr>
        </p15:guide>
        <p15:guide id="5" pos="2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547792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32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5"/>
          <a:stretch/>
        </p:blipFill>
        <p:spPr>
          <a:xfrm>
            <a:off x="0" y="3197"/>
            <a:ext cx="9906000" cy="5525487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0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11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102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04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1434" userDrawn="1">
          <p15:clr>
            <a:srgbClr val="FBAE40"/>
          </p15:clr>
        </p15:guide>
        <p15:guide id="4" pos="2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4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6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3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4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15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61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80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6" orient="horz" pos="1434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9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7" name="think-cell 슬라이드" r:id="rId14" imgW="381" imgH="381" progId="TCLayout.ActiveDocument.1">
                  <p:embed/>
                </p:oleObj>
              </mc:Choice>
              <mc:Fallback>
                <p:oleObj name="think-cell 슬라이드" r:id="rId1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2" r:id="rId2"/>
    <p:sldLayoutId id="2147483726" r:id="rId3"/>
    <p:sldLayoutId id="2147483715" r:id="rId4"/>
    <p:sldLayoutId id="2147483727" r:id="rId5"/>
    <p:sldLayoutId id="2147483717" r:id="rId6"/>
    <p:sldLayoutId id="2147483718" r:id="rId7"/>
    <p:sldLayoutId id="2147483720" r:id="rId8"/>
    <p:sldLayoutId id="2147483719" r:id="rId9"/>
    <p:sldLayoutId id="2147483729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3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5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978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26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pPr>
              <a:spcBef>
                <a:spcPts val="0"/>
              </a:spcBef>
            </a:pP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52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5996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03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1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26196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68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3"/>
            <a:ext cx="5398943" cy="1105081"/>
          </a:xfrm>
        </p:spPr>
        <p:txBody>
          <a:bodyPr vert="horz"/>
          <a:lstStyle/>
          <a:p>
            <a:pPr>
              <a:spcBef>
                <a:spcPts val="0"/>
              </a:spcBef>
            </a:pP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73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7603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5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2" y="2276475"/>
            <a:ext cx="6855975" cy="1070574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12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015995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799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6915796" cy="1079200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89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77981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75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5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2" y="2276475"/>
            <a:ext cx="6855975" cy="1070574"/>
          </a:xfrm>
        </p:spPr>
        <p:txBody>
          <a:bodyPr vert="horz"/>
          <a:lstStyle/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72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0705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3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983081" y="2388121"/>
            <a:ext cx="6641131" cy="4513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</a:t>
            </a:r>
          </a:p>
          <a:p>
            <a:r>
              <a:rPr lang="en-US" altLang="ko-KR" dirty="0" smtClean="0"/>
              <a:t>02</a:t>
            </a:r>
          </a:p>
          <a:p>
            <a:r>
              <a:rPr lang="en-US" altLang="ko-KR" dirty="0" smtClean="0"/>
              <a:t>03</a:t>
            </a:r>
          </a:p>
          <a:p>
            <a:r>
              <a:rPr lang="en-US" altLang="ko-KR" dirty="0" smtClean="0"/>
              <a:t>04</a:t>
            </a:r>
          </a:p>
          <a:p>
            <a:r>
              <a:rPr lang="en-US" altLang="ko-KR" dirty="0" smtClean="0"/>
              <a:t>05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텍스트를 입력하세요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9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6" y="2442012"/>
            <a:ext cx="6645088" cy="3570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107917" y="2442366"/>
            <a:ext cx="56327" cy="2525419"/>
            <a:chOff x="1193981" y="2442366"/>
            <a:chExt cx="72000" cy="3228115"/>
          </a:xfrm>
        </p:grpSpPr>
        <p:cxnSp>
          <p:nvCxnSpPr>
            <p:cNvPr id="4" name="직선 연결선 3"/>
            <p:cNvCxnSpPr/>
            <p:nvPr userDrawn="1"/>
          </p:nvCxnSpPr>
          <p:spPr>
            <a:xfrm>
              <a:off x="1214781" y="2442366"/>
              <a:ext cx="13173" cy="31678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/>
            <p:cNvSpPr/>
            <p:nvPr userDrawn="1"/>
          </p:nvSpPr>
          <p:spPr>
            <a:xfrm>
              <a:off x="1193981" y="5598481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타원 5"/>
          <p:cNvSpPr/>
          <p:nvPr/>
        </p:nvSpPr>
        <p:spPr>
          <a:xfrm>
            <a:off x="962167" y="2936648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25"/>
          <p:cNvSpPr txBox="1">
            <a:spLocks/>
          </p:cNvSpPr>
          <p:nvPr/>
        </p:nvSpPr>
        <p:spPr>
          <a:xfrm>
            <a:off x="949795" y="2997926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02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62167" y="2441522"/>
            <a:ext cx="357025" cy="3570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텍스트 개체 틀 25"/>
          <p:cNvSpPr txBox="1">
            <a:spLocks/>
          </p:cNvSpPr>
          <p:nvPr/>
        </p:nvSpPr>
        <p:spPr>
          <a:xfrm>
            <a:off x="949795" y="2502800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962167" y="3425425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텍스트 개체 틀 25"/>
          <p:cNvSpPr txBox="1">
            <a:spLocks/>
          </p:cNvSpPr>
          <p:nvPr/>
        </p:nvSpPr>
        <p:spPr>
          <a:xfrm>
            <a:off x="949795" y="3486703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962167" y="3900677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3" name="텍스트 개체 틀 25"/>
          <p:cNvSpPr txBox="1">
            <a:spLocks/>
          </p:cNvSpPr>
          <p:nvPr/>
        </p:nvSpPr>
        <p:spPr>
          <a:xfrm>
            <a:off x="949795" y="3961955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04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962167" y="4385696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5" name="텍스트 개체 틀 25"/>
          <p:cNvSpPr txBox="1">
            <a:spLocks/>
          </p:cNvSpPr>
          <p:nvPr/>
        </p:nvSpPr>
        <p:spPr>
          <a:xfrm>
            <a:off x="949795" y="4446974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05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텍스트 개체 틀 26"/>
          <p:cNvSpPr txBox="1">
            <a:spLocks/>
          </p:cNvSpPr>
          <p:nvPr/>
        </p:nvSpPr>
        <p:spPr>
          <a:xfrm>
            <a:off x="1500997" y="2276475"/>
            <a:ext cx="4235019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ko-KR" altLang="en-US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텍스트를 입력하세요</a:t>
            </a:r>
            <a:endParaRPr lang="en-US" altLang="ko-KR" sz="1600" dirty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텍스트를 입력하세요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텍스트를 입력하세요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텍스트를 입력하세요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텍스트를 입력하세요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  <p:sp>
        <p:nvSpPr>
          <p:cNvPr id="17" name="텍스트 개체 틀 26"/>
          <p:cNvSpPr txBox="1">
            <a:spLocks/>
          </p:cNvSpPr>
          <p:nvPr/>
        </p:nvSpPr>
        <p:spPr>
          <a:xfrm>
            <a:off x="6724779" y="2273014"/>
            <a:ext cx="899435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altLang="ko-KR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01 </a:t>
            </a:r>
            <a:r>
              <a:rPr lang="en-US" altLang="ko-KR" sz="160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- </a:t>
            </a:r>
            <a:r>
              <a:rPr lang="en-US" altLang="ko-KR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05</a:t>
            </a:r>
            <a:endParaRPr lang="en-US" altLang="ko-KR" sz="1600" dirty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01 - 05</a:t>
            </a:r>
            <a:endParaRPr lang="en-US" altLang="ko-KR" sz="1600" dirty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01 - 05</a:t>
            </a:r>
          </a:p>
          <a:p>
            <a:pPr>
              <a:lnSpc>
                <a:spcPct val="200000"/>
              </a:lnSpc>
            </a:pPr>
            <a:r>
              <a:rPr lang="en-US" altLang="ko-KR" sz="1600" dirty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0</a:t>
            </a:r>
            <a:r>
              <a:rPr lang="en-US" altLang="ko-KR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1 - 05</a:t>
            </a:r>
          </a:p>
          <a:p>
            <a:pPr>
              <a:lnSpc>
                <a:spcPct val="200000"/>
              </a:lnSpc>
            </a:pPr>
            <a:r>
              <a:rPr lang="en-US" altLang="ko-KR" sz="1600" dirty="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01 - 05</a:t>
            </a:r>
          </a:p>
        </p:txBody>
      </p:sp>
    </p:spTree>
    <p:extLst>
      <p:ext uri="{BB962C8B-B14F-4D97-AF65-F5344CB8AC3E}">
        <p14:creationId xmlns:p14="http://schemas.microsoft.com/office/powerpoint/2010/main" val="265910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7822</TotalTime>
  <Words>70</Words>
  <Application>Microsoft Office PowerPoint</Application>
  <PresentationFormat>A4 용지(210x297mm)</PresentationFormat>
  <Paragraphs>34</Paragraphs>
  <Slides>10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USER</cp:lastModifiedBy>
  <cp:revision>297</cp:revision>
  <cp:lastPrinted>2025-07-23T03:28:55Z</cp:lastPrinted>
  <dcterms:created xsi:type="dcterms:W3CDTF">2019-03-13T02:13:57Z</dcterms:created>
  <dcterms:modified xsi:type="dcterms:W3CDTF">2025-07-24T04:01:51Z</dcterms:modified>
</cp:coreProperties>
</file>